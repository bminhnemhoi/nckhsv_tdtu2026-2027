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e051f2635a49a0" /><Relationship Type="http://schemas.openxmlformats.org/officeDocument/2006/relationships/extended-properties" Target="/docProps/app.xml" Id="Rd409730739214e59" /><Relationship Type="http://schemas.openxmlformats.org/officeDocument/2006/relationships/officeDocument" Target="/ppt/presentation.xml" Id="Rc665326fa2e2465e" /></Relationships>
</file>

<file path=ppt/presentation.xml><?xml version="1.0" encoding="utf-8"?>
<p:presentation xmlns:p="http://schemas.openxmlformats.org/presentationml/2006/main">
  <p:sldMasterIdLst>
    <p:sldMasterId xmlns:r="http://schemas.openxmlformats.org/officeDocument/2006/relationships" id="2147483648" r:id="Rc11812adc5ea4654"/>
  </p:sldMasterIdLst>
  <p:notesMasterIdLst>
    <p:notesMasterId xmlns:r="http://schemas.openxmlformats.org/officeDocument/2006/relationships" r:id="Ra1de770bb27c4224"/>
  </p:notesMasterIdLst>
  <p:sldIdLst>
    <p:sldId xmlns:r="http://schemas.openxmlformats.org/officeDocument/2006/relationships" id="256" r:id="R2fdbe7e64aef4e90"/>
    <p:sldId xmlns:r="http://schemas.openxmlformats.org/officeDocument/2006/relationships" id="257" r:id="R0aa5b7f8b5f842d8"/>
    <p:sldId xmlns:r="http://schemas.openxmlformats.org/officeDocument/2006/relationships" id="258" r:id="R5d8950e5b4e24b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12fc0ba698421e" /><Relationship Type="http://schemas.openxmlformats.org/officeDocument/2006/relationships/slideMaster" Target="/ppt/slideMasters/slideMaster1.xml" Id="Rc11812adc5ea4654" /><Relationship Type="http://schemas.openxmlformats.org/officeDocument/2006/relationships/notesMaster" Target="/ppt/notesMasters/notesMaster1.xml" Id="Ra1de770bb27c4224" /><Relationship Type="http://schemas.openxmlformats.org/officeDocument/2006/relationships/presProps" Target="/ppt/presProps.xml" Id="R0af98bc478d943c9" /><Relationship Type="http://schemas.openxmlformats.org/officeDocument/2006/relationships/tableStyles" Target="/ppt/tableStyles.xml" Id="R6e4e884b43794d30" /><Relationship Type="http://schemas.openxmlformats.org/officeDocument/2006/relationships/slide" Target="/ppt/slides/slide1.xml" Id="R2fdbe7e64aef4e90" /><Relationship Type="http://schemas.openxmlformats.org/officeDocument/2006/relationships/slide" Target="/ppt/slides/slide2.xml" Id="R0aa5b7f8b5f842d8" /><Relationship Type="http://schemas.openxmlformats.org/officeDocument/2006/relationships/slide" Target="/ppt/slides/slide3.xml" Id="R5d8950e5b4e24b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1d6ab2dcad4a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ea743a1b184293" /><Relationship Type="http://schemas.openxmlformats.org/officeDocument/2006/relationships/notesMaster" Target="/ppt/notesMasters/notesMaster1.xml" Id="R48795af6ef5741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abd29674f64de8" /><Relationship Type="http://schemas.openxmlformats.org/officeDocument/2006/relationships/notesMaster" Target="/ppt/notesMasters/notesMaster1.xml" Id="R7a5a8efe360047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8e7a84c9aa482c" /><Relationship Type="http://schemas.openxmlformats.org/officeDocument/2006/relationships/notesMaster" Target="/ppt/notesMasters/notesMaster1.xml" Id="R25c5d2198e2d42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RF-HIL-001 Rev B. Module-interface schematic only, not a PCB production release.</a:t>
            </a:r>
          </a:p>
          <a:p xmlns:a="http://schemas.openxmlformats.org/drawingml/2006/main">
            <a:r>
              <a:t>Drawing conventions informed by IEC 61082-1:2014 public scope and IEC 60617. No clause-by-clause conformance certification.</a:t>
            </a:r>
          </a:p>
          <a:p xmlns:a="http://schemas.openxmlformats.org/drawingml/2006/main">
            <a:r>
              <a:t>https://webstore.iec.ch/en/publication/4469</a:t>
            </a:r>
          </a:p>
          <a:p xmlns:a="http://schemas.openxmlformats.org/drawingml/2006/main">
            <a:r>
              <a:t>https://tc3.iec.ch/tc-activity/graphical-symbols-for-diagrams/</a:t>
            </a:r>
          </a:p>
          <a:p xmlns:a="http://schemas.openxmlformats.org/drawingml/2006/main">
            <a:r>
              <a:t>GPIO25 DAC: https://docs.espressif.com/projects/esp-idf/en/latest/esp32/api-reference/peripherals/dac.html</a:t>
            </a:r>
          </a:p>
          <a:p xmlns:a="http://schemas.openxmlformats.org/drawingml/2006/main">
            <a:r>
              <a:t>GPIO1 ADC1_CH0 and 100 nF: https://docs.espressif.com/projects/esp-hardware-design-guidelines/en/latest/esp32s3/schematic-checklist.html</a:t>
            </a:r>
          </a:p>
          <a:p xmlns:a="http://schemas.openxmlformats.org/drawingml/2006/main">
            <a:r>
              <a:t>ADC accuracy guidance states 0..2900 mV at highest attenuation; Arduino measurable range is broader (0..3100 mV). This drawing targets the narrower range.</a:t>
            </a:r>
          </a:p>
          <a:p xmlns:a="http://schemas.openxmlformats.org/drawingml/2006/main">
            <a:r>
              <a:t>I2C: https://www.nxp.com/docs/en/user-guide/UM10204.pdf and https://www.ti.com/lit/an/slva689/slva689.pdf</a:t>
            </a:r>
          </a:p>
          <a:p xmlns:a="http://schemas.openxmlformats.org/drawingml/2006/main">
            <a:r>
              <a:t>A2 intended purchase is TMe ESP32-S3 Dev (https://www.tme.vn/Products.aspx?CateId=457), not Espressif DevKitC-1. TMe individual product/PDF could not be re-fetched. Verify actual board revision and silk labels before assembly.</a:t>
            </a:r>
          </a:p>
          <a:p xmlns:a="http://schemas.openxmlformats.org/drawingml/2006/main">
            <a:r>
              <a:t>OLED pin order and installed pull-ups are not frozen. R3/R4 are optional 4k7 to 3V3_A2. DNP when existing module pull-ups meet the effective resistance and rise-time acceptance conditions. C2 local decoupling is added.</a:t>
            </a:r>
          </a:p>
          <a:p xmlns:a="http://schemas.openxmlformats.org/drawingml/2006/main">
            <a:r>
              <a:t>R2 changed 56k to 39k. For ideal DAC output bounded by 3.3 V +5% and resistor tolerances +/-5%, worst ADC_IN is below 2.85 V. Actual DAC source impedance and S3 ADC transfer curve are not modeled.</a:t>
            </a:r>
          </a:p>
          <a:p xmlns:a="http://schemas.openxmlformats.org/drawingml/2006/main">
            <a:r>
              <a:t>R1/R2 budget and module prices remain previous estimates. New 39k procurement and optional 4k7 require quotation. Hardware fit and production approval are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đã đồng bộ với sơ đồ slide 1: R1=10 kΩ, R2=56 kΩ, C1=100 nF; cầu chia áp đưa tối đa 3,3 V xuống khoảng 2,8 V. N8R8 official board has 8 MB flash + 8 MB PSRAM https://docs.espressif.com/projects/esp-dev-kits/en/latest/esp32s3/esp32-s3-devkitc-1/user_guide_v1.1.html ; GPIO1 is ADC1_CH0 and ADC 12 dB nominal range is about 0–3.1 V https://docs.espressif.com/projects/esp-idf/en/latest/esp32s3/api-reference/peripherals/adc.html . Clone-board pin mapping can vary; verify silkscreen/module before ordering.</a:t>
            </a:r>
          </a:p>
          <a:p xmlns:a="http://schemas.openxmlformats.org/drawingml/2006/main">
            <a:r>
              <a:t/>
            </a:r>
          </a:p>
          <a:p xmlns:a="http://schemas.openxmlformats.org/drawingml/2006/main">
            <a:r>
              <a:t/>
            </a:r>
          </a:p>
          <a:p xmlns:a="http://schemas.openxmlformats.org/drawingml/2006/main">
            <a:r>
              <a:t>KIỂM THỬ MÔ PHỎNG (18/10/2026)</a:t>
            </a:r>
          </a:p>
          <a:p xmlns:a="http://schemas.openxmlformats.org/drawingml/2006/main">
            <a:r>
              <a:t>Chạy python3 analysis/hardware_simulator/simulate_hil_rc.py. Mô hình dùng ECG_RECORD_R01/A02 (2.500 mẫu/ca ở 250 Hz), DAC 0–3,3 V lý tưởng, R1=10 kΩ, R2=56 kΩ, C1=100 nF, 12-bit ADC lý tưởng và lệch pha nguồn/thu 0,1–3,9 ms. Kết quả: gain=0,8485; tau=0,848 ms; fc=187,6 Hz; VADC peak danh định 2,800 V, góc R±5% cao nhất 2,841 V. Ở pha 0,1 ms, tương quan dạng sóng với DAC lý tưởng là 0,876 (r01) và 0,754 (a02); khi pha 3,9 ms gần 1. Suy ra điện áp không vượt 3,0 V mục tiêu trong mô hình, nhưng firmware lấy mẫu tự do 250 Hz không đồng bộ, nên kết quả dạng sóng phụ thuộc pha. ADC mean lý tưởng ca a02 ≈2.094 mã, dưới ngưỡng 2.150 của gate hiện tại; gate demo có thể không từ chối ca a02. Đây là mô phỏng tín hiệu và kiểm tra mã, chưa thay thế đo oscilloscope/ADC thật. Firmware hiện tại cũng chưa nạp/chạy TCN thật.</a:t>
            </a:r>
          </a:p>
          <a:p xmlns:a="http://schemas.openxmlformats.org/drawingml/2006/main">
            <a:r>
              <a:t/>
            </a:r>
          </a:p>
          <a:p xmlns:a="http://schemas.openxmlformats.org/drawingml/2006/main">
            <a:r>
              <a:t>GIÁ TRA CỨU (VNĐ, chưa gồm vận chuyển; giá/biến thể có thể đổi)</a:t>
            </a:r>
          </a:p>
          <a:p xmlns:a="http://schemas.openxmlformats.org/drawingml/2006/main">
            <a:r>
              <a:t>J1 Shopee, ESP32 DevKit V1 ESP-WROOM-32, 109.000: https://shopee.vn/ESP32-DevKit-V1-ESP32-WROOM-32-WiFi-Bluetooth-Development-Board-%E2%80%93-Kit-Ph%C3%A1t-Tri%E1%BB%83n-IoT-Ch%C3%ADnh-H%C3%A3ng-i.65776741.42482058047</a:t>
            </a:r>
          </a:p>
          <a:p xmlns:a="http://schemas.openxmlformats.org/drawingml/2006/main">
            <a:r>
              <a:t>J2 TMe, ESP32-S3 Dev dựa ESP32-S3-WROOM-1 N8R8, mã trang 2504, 250.000: https://tme.vn/Product.aspx?id=2504</a:t>
            </a:r>
          </a:p>
          <a:p xmlns:a="http://schemas.openxmlformats.org/drawingml/2006/main">
            <a:r>
              <a:t>J3 Shopee PCBLab, SSD1306 0.96in 128x64 4-pin, 60.086: https://shopee.vn/M%C3%A0n-h%C3%ACnh-OLED-0.96-inch-I2C-SSD1306-128x64-giao-ti%E1%BA%BFp-I2C-4-ch%C3%A2n-VCC-GND-SCL-SDA-d%C3%B9ng-cho-Arduino-ESP32-STM32-i.1723076079.51514172829</a:t>
            </a:r>
          </a:p>
          <a:p xmlns:a="http://schemas.openxmlformats.org/drawingml/2006/main">
            <a:r>
              <a:t>R1 10 kΩ and R2 56 kΩ, carbon film through-hole 1/4 W 5%, Thegioiic 55 each, MOQ 50 each; R2 seller code IC929: https://www.thegioiic.com/dien-tro-56-kohm-1-4w-5-4-vong-mau ; 10 kΩ listing: https://www.thegioiic.com/dien-tro-10-kohm-1-4w-5-4-vong-mau</a:t>
            </a:r>
          </a:p>
          <a:p xmlns:a="http://schemas.openxmlformats.org/drawingml/2006/main">
            <a:r>
              <a:t>C1 ceramic 104 100 nF 50 V, Shopee 10 pcs 6.000: https://shopee.vn/T%E1%BB%A5-g%E1%BB%91m-104-100nF-50V-Ceramic-%2810pcs%29-i.29186330.43423148258</a:t>
            </a:r>
          </a:p>
          <a:p xmlns:a="http://schemas.openxmlformats.org/drawingml/2006/main">
            <a:r>
              <a:t>Breadboard MB-102 830 tie points, 32.000: https://shopee.vn/Breadboard-MB-102-830-l%E1%BB%97-Nh%E1%BB%B1a-ABS-ch%E1%BA%A5t-l%C6%B0%E1%BB%A3ng-cao-i.120349161.5216095760 ; Dupont 40P, 21 cm, 31.900–39.900: https://shopee.vn/-B%E1%BB%99-S%E1%BB%A3i-D%C3%A2y-N%E1%BB%91i-40P-D%C3%A0i-21Cm-%28-2-%C4%90%E1%BA%A7u-%C4%90%E1%BB%B1c-C%C3%A1i-%29-D%C3%A2y-C%E1%BA%AFm-Test-M%E1%BA%A1ch--i.61435118.25088627856</a:t>
            </a:r>
          </a:p>
          <a:p xmlns:a="http://schemas.openxmlformats.org/drawingml/2006/main">
            <a:r>
              <a:t>USB Micro-B data cable 1 m, Shopee 47.880: https://shopee.vn/C%C3%A1p-d%E1%BB%AF-li%E1%BB%87u-s%E1%BA%A1c-nhanh-USB-Micro-USB-1m-i.376801883.28332691601 ; USB-A to USB-C data cable 1 m, USAMS Shopee 79.420: https://shopee.vn/Usams-D%C3%A2y-C%C3%A1p-S%E1%BA%A1c-Nhanh-Truy%E1%BB%81n-D%E1%BB%AF-Li%E1%BB%87u-%C4%90%E1%BA%A7u-USB-Type-C-D%C3%A0i-1M-D%C3%A0nh-Cho-%C4%90i%E1%BB%87n-Tho%E1%BA%A1i-i.408923716.22343546073</a:t>
            </a:r>
          </a:p>
          <a:p xmlns:a="http://schemas.openxmlformats.org/drawingml/2006/main">
            <a:r>
              <a:t>ESP32 DAC GPIO25 official source: https://docs.espressif.com/projects/esp-idf/en/latest/esp32/api-reference/peripherals/dac.html ; ESP32-S3 GPIO1 ADC1_CH0 and calibration caution: https://docs.espressif.com/projects/esp-hardware-design-guidelines/en/latest/esp32s3/schematic-checklist.html ; N8R8 ordering code and board USB supply options: https://documentation.espressif.com/esp-dev-kits/en/latest/esp32s3/esp32-s3-devkitc-1/user_guide_v1.1.html</a:t>
            </a:r>
          </a:p>
          <a:p xmlns:a="http://schemas.openxmlformats.org/drawingml/2006/main">
            <a:r>
              <a:t>*Total is approximately 622.000 VND including minimum resistor packs; excludes shipping and marketplace promotions.</a:t>
            </a:r>
          </a:p>
          <a:p xmlns:a="http://schemas.openxmlformats.org/drawingml/2006/main">
            <a:r>
              <a:t>REV B UPDATE:</a:t>
            </a:r>
          </a:p>
          <a:p xmlns:a="http://schemas.openxmlformats.org/drawingml/2006/main">
            <a:r>
              <a:t>RF-HIL-001 Rev B. Module-interface schematic only, not a PCB production release.</a:t>
            </a:r>
          </a:p>
          <a:p xmlns:a="http://schemas.openxmlformats.org/drawingml/2006/main">
            <a:r>
              <a:t>Drawing conventions informed by IEC 61082-1:2014 public scope and IEC 60617. No clause-by-clause conformance certification.</a:t>
            </a:r>
          </a:p>
          <a:p xmlns:a="http://schemas.openxmlformats.org/drawingml/2006/main">
            <a:r>
              <a:t>https://webstore.iec.ch/en/publication/4469</a:t>
            </a:r>
          </a:p>
          <a:p xmlns:a="http://schemas.openxmlformats.org/drawingml/2006/main">
            <a:r>
              <a:t>https://tc3.iec.ch/tc-activity/graphical-symbols-for-diagrams/</a:t>
            </a:r>
          </a:p>
          <a:p xmlns:a="http://schemas.openxmlformats.org/drawingml/2006/main">
            <a:r>
              <a:t>GPIO25 DAC: https://docs.espressif.com/projects/esp-idf/en/latest/esp32/api-reference/peripherals/dac.html</a:t>
            </a:r>
          </a:p>
          <a:p xmlns:a="http://schemas.openxmlformats.org/drawingml/2006/main">
            <a:r>
              <a:t>GPIO1 ADC1_CH0 and 100 nF: https://docs.espressif.com/projects/esp-hardware-design-guidelines/en/latest/esp32s3/schematic-checklist.html</a:t>
            </a:r>
          </a:p>
          <a:p xmlns:a="http://schemas.openxmlformats.org/drawingml/2006/main">
            <a:r>
              <a:t>ADC accuracy guidance states 0..2900 mV at highest attenuation; Arduino measurable range is broader (0..3100 mV). This drawing targets the narrower range.</a:t>
            </a:r>
          </a:p>
          <a:p xmlns:a="http://schemas.openxmlformats.org/drawingml/2006/main">
            <a:r>
              <a:t>I2C: https://www.nxp.com/docs/en/user-guide/UM10204.pdf and https://www.ti.com/lit/an/slva689/slva689.pdf</a:t>
            </a:r>
          </a:p>
          <a:p xmlns:a="http://schemas.openxmlformats.org/drawingml/2006/main">
            <a:r>
              <a:t>A2 intended purchase is TMe ESP32-S3 Dev (https://www.tme.vn/Products.aspx?CateId=457), not Espressif DevKitC-1. TMe individual product/PDF could not be re-fetched. Verify actual board revision and silk labels before assembly.</a:t>
            </a:r>
          </a:p>
          <a:p xmlns:a="http://schemas.openxmlformats.org/drawingml/2006/main">
            <a:r>
              <a:t>OLED pin order and installed pull-ups are not frozen. R3/R4 are optional 4k7 to 3V3_A2. DNP when existing module pull-ups meet the effective resistance and rise-time acceptance conditions. C2 local decoupling is added.</a:t>
            </a:r>
          </a:p>
          <a:p xmlns:a="http://schemas.openxmlformats.org/drawingml/2006/main">
            <a:r>
              <a:t>R2 changed 56k to 39k. For ideal DAC output bounded by 3.3 V +5% and resistor tolerances +/-5%, worst ADC_IN is below 2.85 V. Actual DAC source impedance and S3 ADC transfer curve are not modeled.</a:t>
            </a:r>
          </a:p>
          <a:p xmlns:a="http://schemas.openxmlformats.org/drawingml/2006/main">
            <a:r>
              <a:t>R1/R2 budget and module prices remain previous estimates. New 39k procurement and optional 4k7 require quotation. Hardware fit and production approval are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a:p xmlns:a="http://schemas.openxmlformats.org/drawingml/2006/main">
            <a:r>
              <a:t>REV B UPDATE:</a:t>
            </a:r>
          </a:p>
          <a:p xmlns:a="http://schemas.openxmlformats.org/drawingml/2006/main">
            <a:r>
              <a:t>RF-HIL-001 Rev B. Module-interface schematic only, not a PCB production release.</a:t>
            </a:r>
          </a:p>
          <a:p xmlns:a="http://schemas.openxmlformats.org/drawingml/2006/main">
            <a:r>
              <a:t>Drawing conventions informed by IEC 61082-1:2014 public scope and IEC 60617. No clause-by-clause conformance certification.</a:t>
            </a:r>
          </a:p>
          <a:p xmlns:a="http://schemas.openxmlformats.org/drawingml/2006/main">
            <a:r>
              <a:t>https://webstore.iec.ch/en/publication/4469</a:t>
            </a:r>
          </a:p>
          <a:p xmlns:a="http://schemas.openxmlformats.org/drawingml/2006/main">
            <a:r>
              <a:t>https://tc3.iec.ch/tc-activity/graphical-symbols-for-diagrams/</a:t>
            </a:r>
          </a:p>
          <a:p xmlns:a="http://schemas.openxmlformats.org/drawingml/2006/main">
            <a:r>
              <a:t>GPIO25 DAC: https://docs.espressif.com/projects/esp-idf/en/latest/esp32/api-reference/peripherals/dac.html</a:t>
            </a:r>
          </a:p>
          <a:p xmlns:a="http://schemas.openxmlformats.org/drawingml/2006/main">
            <a:r>
              <a:t>GPIO1 ADC1_CH0 and 100 nF: https://docs.espressif.com/projects/esp-hardware-design-guidelines/en/latest/esp32s3/schematic-checklist.html</a:t>
            </a:r>
          </a:p>
          <a:p xmlns:a="http://schemas.openxmlformats.org/drawingml/2006/main">
            <a:r>
              <a:t>ADC accuracy guidance states 0..2900 mV at highest attenuation; Arduino measurable range is broader (0..3100 mV). This drawing targets the narrower range.</a:t>
            </a:r>
          </a:p>
          <a:p xmlns:a="http://schemas.openxmlformats.org/drawingml/2006/main">
            <a:r>
              <a:t>I2C: https://www.nxp.com/docs/en/user-guide/UM10204.pdf and https://www.ti.com/lit/an/slva689/slva689.pdf</a:t>
            </a:r>
          </a:p>
          <a:p xmlns:a="http://schemas.openxmlformats.org/drawingml/2006/main">
            <a:r>
              <a:t>A2 intended purchase is TMe ESP32-S3 Dev (https://www.tme.vn/Products.aspx?CateId=457), not Espressif DevKitC-1. TMe individual product/PDF could not be re-fetched. Verify actual board revision and silk labels before assembly.</a:t>
            </a:r>
          </a:p>
          <a:p xmlns:a="http://schemas.openxmlformats.org/drawingml/2006/main">
            <a:r>
              <a:t>OLED pin order and installed pull-ups are not frozen. R3/R4 are optional 4k7 to 3V3_A2. DNP when existing module pull-ups meet the effective resistance and rise-time acceptance conditions. C2 local decoupling is added.</a:t>
            </a:r>
          </a:p>
          <a:p xmlns:a="http://schemas.openxmlformats.org/drawingml/2006/main">
            <a:r>
              <a:t>R2 changed 56k to 39k. For ideal DAC output bounded by 3.3 V +5% and resistor tolerances +/-5%, worst ADC_IN is below 2.85 V. Actual DAC source impedance and S3 ADC transfer curve are not modeled.</a:t>
            </a:r>
          </a:p>
          <a:p xmlns:a="http://schemas.openxmlformats.org/drawingml/2006/main">
            <a:r>
              <a:t>R1/R2 budget and module prices remain previous estimates. New 39k procurement and optional 4k7 require quotation. Hardware fit and production approval are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7e849e98c84d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42566b50c345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4faee19c8548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a4da2d3fc949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987cbbaa1346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aa4145c53f43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9efb179cb14a00" /><Relationship Type="http://schemas.openxmlformats.org/officeDocument/2006/relationships/slideLayout" Target="/ppt/slideLayouts/slideLayout1.xml" Id="R3e4c6397a05b4aff" /><Relationship Type="http://schemas.openxmlformats.org/officeDocument/2006/relationships/slideLayout" Target="/ppt/slideLayouts/slideLayout2.xml" Id="R33c9a6d150e14eb8" /><Relationship Type="http://schemas.openxmlformats.org/officeDocument/2006/relationships/slideLayout" Target="/ppt/slideLayouts/slideLayout3.xml" Id="R5b3f5852162949b6" /><Relationship Type="http://schemas.openxmlformats.org/officeDocument/2006/relationships/slideLayout" Target="/ppt/slideLayouts/slideLayout4.xml" Id="R838df6415a4d4c5e" /><Relationship Type="http://schemas.openxmlformats.org/officeDocument/2006/relationships/slideLayout" Target="/ppt/slideLayouts/slideLayout5.xml" Id="R8c90f3d2c9614a79" /><Relationship Type="http://schemas.openxmlformats.org/officeDocument/2006/relationships/slideLayout" Target="/ppt/slideLayouts/slideLayout6.xml" Id="Ra6d4276eeb5446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4c6397a05b4aff"/>
    <p:sldLayoutId xmlns:r="http://schemas.openxmlformats.org/officeDocument/2006/relationships" id="2147483650" r:id="R33c9a6d150e14eb8"/>
    <p:sldLayoutId xmlns:r="http://schemas.openxmlformats.org/officeDocument/2006/relationships" id="2147483651" r:id="R5b3f5852162949b6"/>
    <p:sldLayoutId xmlns:r="http://schemas.openxmlformats.org/officeDocument/2006/relationships" id="2147483652" r:id="R838df6415a4d4c5e"/>
    <p:sldLayoutId xmlns:r="http://schemas.openxmlformats.org/officeDocument/2006/relationships" id="2147483653" r:id="R8c90f3d2c9614a79"/>
    <p:sldLayoutId xmlns:r="http://schemas.openxmlformats.org/officeDocument/2006/relationships" id="2147483654" r:id="Ra6d4276eeb5446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52ab90e65444faf" /><Relationship Type="http://schemas.openxmlformats.org/officeDocument/2006/relationships/notesSlide" Target="/ppt/notesSlides/notesSlide1.xml" Id="Reec117c6e3ca4a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b1280736a84e3c" /><Relationship Type="http://schemas.openxmlformats.org/officeDocument/2006/relationships/notesSlide" Target="/ppt/notesSlides/notesSlide2.xml" Id="R3b04e7bf3e3143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ee516a0a03142c9" /><Relationship Type="http://schemas.openxmlformats.org/officeDocument/2006/relationships/notesSlide" Target="/ppt/notesSlides/notesSlide3.xml" Id="Re217d09ef1964af0" /></Relationships>
</file>

<file path=ppt/slides/slide1.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150" b="1">
                <a:solidFill>
                  <a:srgbClr val="122F38"/>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122F38"/>
                </a:solidFill>
                <a:latin typeface="Arial"/>
                <a:ea typeface="Arial"/>
                <a:cs typeface="Arial"/>
              </a:defRPr>
            </a:pPr>
            <a:r>
              <a:rPr sz="3150" b="1">
                <a:solidFill>
                  <a:srgbClr val="122F38"/>
                </a:solidFill>
                <a:latin typeface="Arial"/>
                <a:ea typeface="Arial"/>
                <a:cs typeface="Arial"/>
              </a:rPr>
              <a:t>Sơ đồ nguyên lý liên kết HIL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A7076"/>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425" b="0">
                <a:solidFill>
                  <a:srgbClr val="5A7076"/>
                </a:solidFill>
                <a:latin typeface="Arial"/>
                <a:ea typeface="Arial"/>
                <a:cs typeface="Arial"/>
              </a:defRPr>
            </a:pPr>
            <a:r>
              <a:rPr sz="1275" b="0">
                <a:solidFill>
                  <a:srgbClr val="5A7076"/>
                </a:solidFill>
                <a:latin typeface="Arial"/>
                <a:ea typeface="Arial"/>
                <a:cs typeface="Arial"/>
              </a:rPr>
              <a:t>A1/A2/A3 là mã cụm. Đấu theo tên chân in trên bo, không suy số chân theo vị trí trên hình.</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6E1"/>
            </a:solidFill>
            <a:prstDash val="solid"/>
          </a:ln>
        </p:spPr>
      </p:sp>
      <p:sp>
        <p:nvSpPr>
          <p:cNvPr id="31" name="A1">
            <a:extLst xmlns:a="http://schemas.openxmlformats.org/drawingml/2006/main">
              <a:ext uri="{FF2B5EF4-FFF2-40B4-BE49-F238E27FC236}">
                <a16:creationId xmlns:a16="http://schemas.microsoft.com/office/drawing/2014/main" id="{B995CA41-5B3F-418C-9D5B-4E54954E8FF9}"/>
              </a:ext>
            </a:extLst>
          </p:cNvPr>
          <p:cNvSpPr>
            <a:spLocks xmlns:a="http://schemas.openxmlformats.org/drawingml/2006/main" noGrp="1"/>
          </p:cNvSpPr>
          <p:nvPr/>
        </p:nvSpPr>
        <p:spPr>
          <a:xfrm xmlns:a="http://schemas.openxmlformats.org/drawingml/2006/main">
            <a:off x="571500" y="1809750"/>
            <a:ext cx="1762125" cy="238125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32" name="A1-ref">
            <a:extLst xmlns:a="http://schemas.openxmlformats.org/drawingml/2006/main">
              <a:ext uri="{FF2B5EF4-FFF2-40B4-BE49-F238E27FC236}">
                <a16:creationId xmlns:a16="http://schemas.microsoft.com/office/drawing/2014/main" id="{68006202-7045-4BF9-83F1-723F440EBA26}"/>
              </a:ext>
            </a:extLst>
          </p:cNvPr>
          <p:cNvSpPr>
            <a:spLocks xmlns:a="http://schemas.openxmlformats.org/drawingml/2006/main" noGrp="1"/>
          </p:cNvSpPr>
          <p:nvPr/>
        </p:nvSpPr>
        <p:spPr>
          <a:xfrm xmlns:a="http://schemas.openxmlformats.org/drawingml/2006/main">
            <a:off x="704850" y="19145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6343D"/>
                </a:solidFill>
                <a:latin typeface="Arial"/>
                <a:ea typeface="Arial"/>
                <a:cs typeface="Arial"/>
              </a:defRPr>
            </a:defPPr>
            <a:lvl1pPr algn="l">
              <a:defRPr sz="1275" b="1">
                <a:solidFill>
                  <a:srgbClr val="16343D"/>
                </a:solidFill>
                <a:latin typeface="Arial"/>
                <a:ea typeface="Arial"/>
                <a:cs typeface="Arial"/>
              </a:defRPr>
            </a:lvl1pPr>
            <a:lvl2pPr algn="l">
              <a:defRPr sz="1275" b="1">
                <a:solidFill>
                  <a:srgbClr val="16343D"/>
                </a:solidFill>
                <a:latin typeface="Arial"/>
                <a:ea typeface="Arial"/>
                <a:cs typeface="Arial"/>
              </a:defRPr>
            </a:lvl2pPr>
            <a:lvl3pPr algn="l">
              <a:defRPr sz="1275" b="1">
                <a:solidFill>
                  <a:srgbClr val="16343D"/>
                </a:solidFill>
                <a:latin typeface="Arial"/>
                <a:ea typeface="Arial"/>
                <a:cs typeface="Arial"/>
              </a:defRPr>
            </a:lvl3pPr>
            <a:lvl4pPr algn="l">
              <a:defRPr sz="1275" b="1">
                <a:solidFill>
                  <a:srgbClr val="16343D"/>
                </a:solidFill>
                <a:latin typeface="Arial"/>
                <a:ea typeface="Arial"/>
                <a:cs typeface="Arial"/>
              </a:defRPr>
            </a:lvl4pPr>
            <a:lvl5pPr algn="l">
              <a:defRPr sz="1275" b="1">
                <a:solidFill>
                  <a:srgbClr val="16343D"/>
                </a:solidFill>
                <a:latin typeface="Arial"/>
                <a:ea typeface="Arial"/>
                <a:cs typeface="Arial"/>
              </a:defRPr>
            </a:lvl5pPr>
            <a:lvl6pPr algn="l">
              <a:defRPr sz="1275" b="1">
                <a:solidFill>
                  <a:srgbClr val="16343D"/>
                </a:solidFill>
                <a:latin typeface="Arial"/>
                <a:ea typeface="Arial"/>
                <a:cs typeface="Arial"/>
              </a:defRPr>
            </a:lvl6pPr>
            <a:lvl7pPr algn="l">
              <a:defRPr sz="1275" b="1">
                <a:solidFill>
                  <a:srgbClr val="16343D"/>
                </a:solidFill>
                <a:latin typeface="Arial"/>
                <a:ea typeface="Arial"/>
                <a:cs typeface="Arial"/>
              </a:defRPr>
            </a:lvl7pPr>
            <a:lvl8pPr algn="l">
              <a:defRPr sz="1275" b="1">
                <a:solidFill>
                  <a:srgbClr val="16343D"/>
                </a:solidFill>
                <a:latin typeface="Arial"/>
                <a:ea typeface="Arial"/>
                <a:cs typeface="Arial"/>
              </a:defRPr>
            </a:lvl8pPr>
            <a:lvl9pPr algn="l">
              <a:defRPr sz="1275" b="1">
                <a:solidFill>
                  <a:srgbClr val="16343D"/>
                </a:solidFill>
                <a:latin typeface="Arial"/>
                <a:ea typeface="Arial"/>
                <a:cs typeface="Arial"/>
              </a:defRPr>
            </a:lvl9pPr>
          </a:lstStyle>
          <a:p xmlns:a="http://schemas.openxmlformats.org/drawingml/2006/main">
            <a:pPr algn="l">
              <a:defRPr sz="1275" b="1">
                <a:solidFill>
                  <a:srgbClr val="16343D"/>
                </a:solidFill>
                <a:latin typeface="Arial"/>
                <a:ea typeface="Arial"/>
                <a:cs typeface="Arial"/>
              </a:defRPr>
            </a:pPr>
            <a:r>
              <a:rPr sz="1275" b="1">
                <a:solidFill>
                  <a:srgbClr val="16343D"/>
                </a:solidFill>
                <a:latin typeface="Arial"/>
                <a:ea typeface="Arial"/>
                <a:cs typeface="Arial"/>
              </a:rPr>
              <a:t>A1  BỘ PHÁT</a:t>
            </a:r>
          </a:p>
        </p:txBody>
      </p:sp>
      <p:sp>
        <p:nvSpPr>
          <p:cNvPr id="33" name="A1-model">
            <a:extLst xmlns:a="http://schemas.openxmlformats.org/drawingml/2006/main">
              <a:ext uri="{FF2B5EF4-FFF2-40B4-BE49-F238E27FC236}">
                <a16:creationId xmlns:a16="http://schemas.microsoft.com/office/drawing/2014/main" id="{8514E45D-5D80-408A-8002-CEBFBD444ABD}"/>
              </a:ext>
            </a:extLst>
          </p:cNvPr>
          <p:cNvSpPr>
            <a:spLocks xmlns:a="http://schemas.openxmlformats.org/drawingml/2006/main" noGrp="1"/>
          </p:cNvSpPr>
          <p:nvPr/>
        </p:nvSpPr>
        <p:spPr>
          <a:xfrm xmlns:a="http://schemas.openxmlformats.org/drawingml/2006/main">
            <a:off x="704850" y="220027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16343D"/>
                </a:solidFill>
                <a:latin typeface="Arial"/>
                <a:ea typeface="Arial"/>
                <a:cs typeface="Arial"/>
              </a:defRPr>
            </a:defPPr>
            <a:lvl1pPr algn="l">
              <a:defRPr sz="975" b="0">
                <a:solidFill>
                  <a:srgbClr val="16343D"/>
                </a:solidFill>
                <a:latin typeface="Arial"/>
                <a:ea typeface="Arial"/>
                <a:cs typeface="Arial"/>
              </a:defRPr>
            </a:lvl1pPr>
            <a:lvl2pPr algn="l">
              <a:defRPr sz="975" b="0">
                <a:solidFill>
                  <a:srgbClr val="16343D"/>
                </a:solidFill>
                <a:latin typeface="Arial"/>
                <a:ea typeface="Arial"/>
                <a:cs typeface="Arial"/>
              </a:defRPr>
            </a:lvl2pPr>
            <a:lvl3pPr algn="l">
              <a:defRPr sz="975" b="0">
                <a:solidFill>
                  <a:srgbClr val="16343D"/>
                </a:solidFill>
                <a:latin typeface="Arial"/>
                <a:ea typeface="Arial"/>
                <a:cs typeface="Arial"/>
              </a:defRPr>
            </a:lvl3pPr>
            <a:lvl4pPr algn="l">
              <a:defRPr sz="975" b="0">
                <a:solidFill>
                  <a:srgbClr val="16343D"/>
                </a:solidFill>
                <a:latin typeface="Arial"/>
                <a:ea typeface="Arial"/>
                <a:cs typeface="Arial"/>
              </a:defRPr>
            </a:lvl4pPr>
            <a:lvl5pPr algn="l">
              <a:defRPr sz="975" b="0">
                <a:solidFill>
                  <a:srgbClr val="16343D"/>
                </a:solidFill>
                <a:latin typeface="Arial"/>
                <a:ea typeface="Arial"/>
                <a:cs typeface="Arial"/>
              </a:defRPr>
            </a:lvl5pPr>
            <a:lvl6pPr algn="l">
              <a:defRPr sz="975" b="0">
                <a:solidFill>
                  <a:srgbClr val="16343D"/>
                </a:solidFill>
                <a:latin typeface="Arial"/>
                <a:ea typeface="Arial"/>
                <a:cs typeface="Arial"/>
              </a:defRPr>
            </a:lvl6pPr>
            <a:lvl7pPr algn="l">
              <a:defRPr sz="975" b="0">
                <a:solidFill>
                  <a:srgbClr val="16343D"/>
                </a:solidFill>
                <a:latin typeface="Arial"/>
                <a:ea typeface="Arial"/>
                <a:cs typeface="Arial"/>
              </a:defRPr>
            </a:lvl7pPr>
            <a:lvl8pPr algn="l">
              <a:defRPr sz="975" b="0">
                <a:solidFill>
                  <a:srgbClr val="16343D"/>
                </a:solidFill>
                <a:latin typeface="Arial"/>
                <a:ea typeface="Arial"/>
                <a:cs typeface="Arial"/>
              </a:defRPr>
            </a:lvl8pPr>
            <a:lvl9pPr algn="l">
              <a:defRPr sz="975" b="0">
                <a:solidFill>
                  <a:srgbClr val="16343D"/>
                </a:solidFill>
                <a:latin typeface="Arial"/>
                <a:ea typeface="Arial"/>
                <a:cs typeface="Arial"/>
              </a:defRPr>
            </a:lvl9pPr>
          </a:lstStyle>
          <a:p xmlns:a="http://schemas.openxmlformats.org/drawingml/2006/main">
            <a:pPr algn="l">
              <a:defRPr sz="975" b="0">
                <a:solidFill>
                  <a:srgbClr val="16343D"/>
                </a:solidFill>
                <a:latin typeface="Arial"/>
                <a:ea typeface="Arial"/>
                <a:cs typeface="Arial"/>
              </a:defRPr>
            </a:pPr>
            <a:r>
              <a:rPr sz="975" b="0">
                <a:solidFill>
                  <a:srgbClr val="16343D"/>
                </a:solidFill>
                <a:latin typeface="Arial"/>
                <a:ea typeface="Arial"/>
                <a:cs typeface="Arial"/>
              </a:rPr>
              <a:t>ESP32 DevKit V1</a:t>
            </a:r>
          </a:p>
          <a:p xmlns:a="http://schemas.openxmlformats.org/drawingml/2006/main">
            <a:pPr algn="l">
              <a:defRPr sz="975" b="0">
                <a:solidFill>
                  <a:srgbClr val="16343D"/>
                </a:solidFill>
                <a:latin typeface="Arial"/>
                <a:ea typeface="Arial"/>
                <a:cs typeface="Arial"/>
              </a:defRPr>
            </a:pPr>
            <a:r>
              <a:rPr sz="975" b="0">
                <a:solidFill>
                  <a:srgbClr val="16343D"/>
                </a:solidFill>
                <a:latin typeface="Arial"/>
                <a:ea typeface="Arial"/>
                <a:cs typeface="Arial"/>
              </a:rPr>
              <a:t>ESP-WROOM-32</a:t>
            </a:r>
          </a:p>
        </p:txBody>
      </p:sp>
      <p:sp>
        <p:nvSpPr>
          <p:cNvPr id="34" name="A1-DAC">
            <a:extLst xmlns:a="http://schemas.openxmlformats.org/drawingml/2006/main">
              <a:ext uri="{FF2B5EF4-FFF2-40B4-BE49-F238E27FC236}">
                <a16:creationId xmlns:a16="http://schemas.microsoft.com/office/drawing/2014/main" id="{52578AA6-78E9-492B-9FAC-48AB4D6F29C2}"/>
              </a:ext>
            </a:extLst>
          </p:cNvPr>
          <p:cNvSpPr>
            <a:spLocks xmlns:a="http://schemas.openxmlformats.org/drawingml/2006/main" noGrp="1"/>
          </p:cNvSpPr>
          <p:nvPr/>
        </p:nvSpPr>
        <p:spPr>
          <a:xfrm xmlns:a="http://schemas.openxmlformats.org/drawingml/2006/main">
            <a:off x="704850" y="2581275"/>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88" b="1">
                <a:solidFill>
                  <a:srgbClr val="16343D"/>
                </a:solidFill>
                <a:latin typeface="Arial"/>
                <a:ea typeface="Arial"/>
                <a:cs typeface="Arial"/>
              </a:defRPr>
            </a:defPPr>
            <a:lvl1pPr algn="l">
              <a:defRPr sz="1088" b="1">
                <a:solidFill>
                  <a:srgbClr val="16343D"/>
                </a:solidFill>
                <a:latin typeface="Arial"/>
                <a:ea typeface="Arial"/>
                <a:cs typeface="Arial"/>
              </a:defRPr>
            </a:lvl1pPr>
            <a:lvl2pPr algn="l">
              <a:defRPr sz="1088" b="1">
                <a:solidFill>
                  <a:srgbClr val="16343D"/>
                </a:solidFill>
                <a:latin typeface="Arial"/>
                <a:ea typeface="Arial"/>
                <a:cs typeface="Arial"/>
              </a:defRPr>
            </a:lvl2pPr>
            <a:lvl3pPr algn="l">
              <a:defRPr sz="1088" b="1">
                <a:solidFill>
                  <a:srgbClr val="16343D"/>
                </a:solidFill>
                <a:latin typeface="Arial"/>
                <a:ea typeface="Arial"/>
                <a:cs typeface="Arial"/>
              </a:defRPr>
            </a:lvl3pPr>
            <a:lvl4pPr algn="l">
              <a:defRPr sz="1088" b="1">
                <a:solidFill>
                  <a:srgbClr val="16343D"/>
                </a:solidFill>
                <a:latin typeface="Arial"/>
                <a:ea typeface="Arial"/>
                <a:cs typeface="Arial"/>
              </a:defRPr>
            </a:lvl4pPr>
            <a:lvl5pPr algn="l">
              <a:defRPr sz="1088" b="1">
                <a:solidFill>
                  <a:srgbClr val="16343D"/>
                </a:solidFill>
                <a:latin typeface="Arial"/>
                <a:ea typeface="Arial"/>
                <a:cs typeface="Arial"/>
              </a:defRPr>
            </a:lvl5pPr>
            <a:lvl6pPr algn="l">
              <a:defRPr sz="1088" b="1">
                <a:solidFill>
                  <a:srgbClr val="16343D"/>
                </a:solidFill>
                <a:latin typeface="Arial"/>
                <a:ea typeface="Arial"/>
                <a:cs typeface="Arial"/>
              </a:defRPr>
            </a:lvl6pPr>
            <a:lvl7pPr algn="l">
              <a:defRPr sz="1088" b="1">
                <a:solidFill>
                  <a:srgbClr val="16343D"/>
                </a:solidFill>
                <a:latin typeface="Arial"/>
                <a:ea typeface="Arial"/>
                <a:cs typeface="Arial"/>
              </a:defRPr>
            </a:lvl7pPr>
            <a:lvl8pPr algn="l">
              <a:defRPr sz="1088" b="1">
                <a:solidFill>
                  <a:srgbClr val="16343D"/>
                </a:solidFill>
                <a:latin typeface="Arial"/>
                <a:ea typeface="Arial"/>
                <a:cs typeface="Arial"/>
              </a:defRPr>
            </a:lvl8pPr>
            <a:lvl9pPr algn="l">
              <a:defRPr sz="1088" b="1">
                <a:solidFill>
                  <a:srgbClr val="16343D"/>
                </a:solidFill>
                <a:latin typeface="Arial"/>
                <a:ea typeface="Arial"/>
                <a:cs typeface="Arial"/>
              </a:defRPr>
            </a:lvl9pPr>
          </a:lstStyle>
          <a:p xmlns:a="http://schemas.openxmlformats.org/drawingml/2006/main">
            <a:pPr algn="l">
              <a:defRPr sz="1088" b="1">
                <a:solidFill>
                  <a:srgbClr val="16343D"/>
                </a:solidFill>
                <a:latin typeface="Arial"/>
                <a:ea typeface="Arial"/>
                <a:cs typeface="Arial"/>
              </a:defRPr>
            </a:pPr>
            <a:r>
              <a:rPr sz="1088" b="1">
                <a:solidFill>
                  <a:srgbClr val="16343D"/>
                </a:solidFill>
                <a:latin typeface="Arial"/>
                <a:ea typeface="Arial"/>
                <a:cs typeface="Arial"/>
              </a:rPr>
              <a:t>GPIO25 / DAC</a:t>
            </a:r>
          </a:p>
        </p:txBody>
      </p:sp>
      <p:sp>
        <p:nvSpPr>
          <p:cNvPr id="35" name="A1-DAC-port">
            <a:extLst xmlns:a="http://schemas.openxmlformats.org/drawingml/2006/main">
              <a:ext uri="{FF2B5EF4-FFF2-40B4-BE49-F238E27FC236}">
                <a16:creationId xmlns:a16="http://schemas.microsoft.com/office/drawing/2014/main" id="{5D18C0EF-72E6-40F7-8F46-7AF015FA1F24}"/>
              </a:ext>
            </a:extLst>
          </p:cNvPr>
          <p:cNvSpPr>
            <a:spLocks xmlns:a="http://schemas.openxmlformats.org/drawingml/2006/main" noGrp="1"/>
          </p:cNvSpPr>
          <p:nvPr/>
        </p:nvSpPr>
        <p:spPr>
          <a:xfrm xmlns:a="http://schemas.openxmlformats.org/drawingml/2006/main">
            <a:off x="2295525" y="26479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36" name="A1-GND">
            <a:extLst xmlns:a="http://schemas.openxmlformats.org/drawingml/2006/main">
              <a:ext uri="{FF2B5EF4-FFF2-40B4-BE49-F238E27FC236}">
                <a16:creationId xmlns:a16="http://schemas.microsoft.com/office/drawing/2014/main" id="{11452361-7796-41EE-99CE-3E95F065922A}"/>
              </a:ext>
            </a:extLst>
          </p:cNvPr>
          <p:cNvSpPr>
            <a:spLocks xmlns:a="http://schemas.openxmlformats.org/drawingml/2006/main" noGrp="1"/>
          </p:cNvSpPr>
          <p:nvPr/>
        </p:nvSpPr>
        <p:spPr>
          <a:xfrm xmlns:a="http://schemas.openxmlformats.org/drawingml/2006/main">
            <a:off x="704850" y="38957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88" b="1">
                <a:solidFill>
                  <a:srgbClr val="16343D"/>
                </a:solidFill>
                <a:latin typeface="Arial"/>
                <a:ea typeface="Arial"/>
                <a:cs typeface="Arial"/>
              </a:defRPr>
            </a:defPPr>
            <a:lvl1pPr algn="l">
              <a:defRPr sz="1088" b="1">
                <a:solidFill>
                  <a:srgbClr val="16343D"/>
                </a:solidFill>
                <a:latin typeface="Arial"/>
                <a:ea typeface="Arial"/>
                <a:cs typeface="Arial"/>
              </a:defRPr>
            </a:lvl1pPr>
            <a:lvl2pPr algn="l">
              <a:defRPr sz="1088" b="1">
                <a:solidFill>
                  <a:srgbClr val="16343D"/>
                </a:solidFill>
                <a:latin typeface="Arial"/>
                <a:ea typeface="Arial"/>
                <a:cs typeface="Arial"/>
              </a:defRPr>
            </a:lvl2pPr>
            <a:lvl3pPr algn="l">
              <a:defRPr sz="1088" b="1">
                <a:solidFill>
                  <a:srgbClr val="16343D"/>
                </a:solidFill>
                <a:latin typeface="Arial"/>
                <a:ea typeface="Arial"/>
                <a:cs typeface="Arial"/>
              </a:defRPr>
            </a:lvl3pPr>
            <a:lvl4pPr algn="l">
              <a:defRPr sz="1088" b="1">
                <a:solidFill>
                  <a:srgbClr val="16343D"/>
                </a:solidFill>
                <a:latin typeface="Arial"/>
                <a:ea typeface="Arial"/>
                <a:cs typeface="Arial"/>
              </a:defRPr>
            </a:lvl4pPr>
            <a:lvl5pPr algn="l">
              <a:defRPr sz="1088" b="1">
                <a:solidFill>
                  <a:srgbClr val="16343D"/>
                </a:solidFill>
                <a:latin typeface="Arial"/>
                <a:ea typeface="Arial"/>
                <a:cs typeface="Arial"/>
              </a:defRPr>
            </a:lvl5pPr>
            <a:lvl6pPr algn="l">
              <a:defRPr sz="1088" b="1">
                <a:solidFill>
                  <a:srgbClr val="16343D"/>
                </a:solidFill>
                <a:latin typeface="Arial"/>
                <a:ea typeface="Arial"/>
                <a:cs typeface="Arial"/>
              </a:defRPr>
            </a:lvl6pPr>
            <a:lvl7pPr algn="l">
              <a:defRPr sz="1088" b="1">
                <a:solidFill>
                  <a:srgbClr val="16343D"/>
                </a:solidFill>
                <a:latin typeface="Arial"/>
                <a:ea typeface="Arial"/>
                <a:cs typeface="Arial"/>
              </a:defRPr>
            </a:lvl7pPr>
            <a:lvl8pPr algn="l">
              <a:defRPr sz="1088" b="1">
                <a:solidFill>
                  <a:srgbClr val="16343D"/>
                </a:solidFill>
                <a:latin typeface="Arial"/>
                <a:ea typeface="Arial"/>
                <a:cs typeface="Arial"/>
              </a:defRPr>
            </a:lvl8pPr>
            <a:lvl9pPr algn="l">
              <a:defRPr sz="1088" b="1">
                <a:solidFill>
                  <a:srgbClr val="16343D"/>
                </a:solidFill>
                <a:latin typeface="Arial"/>
                <a:ea typeface="Arial"/>
                <a:cs typeface="Arial"/>
              </a:defRPr>
            </a:lvl9pPr>
          </a:lstStyle>
          <a:p xmlns:a="http://schemas.openxmlformats.org/drawingml/2006/main">
            <a:pPr algn="l">
              <a:defRPr sz="1088" b="1">
                <a:solidFill>
                  <a:srgbClr val="16343D"/>
                </a:solidFill>
                <a:latin typeface="Arial"/>
                <a:ea typeface="Arial"/>
                <a:cs typeface="Arial"/>
              </a:defRPr>
            </a:pPr>
            <a:r>
              <a:rPr sz="1088" b="1">
                <a:solidFill>
                  <a:srgbClr val="16343D"/>
                </a:solidFill>
                <a:latin typeface="Arial"/>
                <a:ea typeface="Arial"/>
                <a:cs typeface="Arial"/>
              </a:rPr>
              <a:t>GND</a:t>
            </a:r>
          </a:p>
        </p:txBody>
      </p:sp>
      <p:sp>
        <p:nvSpPr>
          <p:cNvPr id="37" name="A1-GND-port">
            <a:extLst xmlns:a="http://schemas.openxmlformats.org/drawingml/2006/main">
              <a:ext uri="{FF2B5EF4-FFF2-40B4-BE49-F238E27FC236}">
                <a16:creationId xmlns:a16="http://schemas.microsoft.com/office/drawing/2014/main" id="{8BEFA1D4-6E98-437C-ADC4-E33011AF24E8}"/>
              </a:ext>
            </a:extLst>
          </p:cNvPr>
          <p:cNvSpPr>
            <a:spLocks xmlns:a="http://schemas.openxmlformats.org/drawingml/2006/main" noGrp="1"/>
          </p:cNvSpPr>
          <p:nvPr/>
        </p:nvSpPr>
        <p:spPr>
          <a:xfrm xmlns:a="http://schemas.openxmlformats.org/drawingml/2006/main">
            <a:off x="2295525" y="396240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38" name="A1-usb">
            <a:extLst xmlns:a="http://schemas.openxmlformats.org/drawingml/2006/main">
              <a:ext uri="{FF2B5EF4-FFF2-40B4-BE49-F238E27FC236}">
                <a16:creationId xmlns:a16="http://schemas.microsoft.com/office/drawing/2014/main" id="{9FCF7AB7-98DD-43DC-B210-BBB0BF634BD2}"/>
              </a:ext>
            </a:extLst>
          </p:cNvPr>
          <p:cNvSpPr>
            <a:spLocks xmlns:a="http://schemas.openxmlformats.org/drawingml/2006/main" noGrp="1"/>
          </p:cNvSpPr>
          <p:nvPr/>
        </p:nvSpPr>
        <p:spPr>
          <a:xfrm xmlns:a="http://schemas.openxmlformats.org/drawingml/2006/main">
            <a:off x="704850" y="3648075"/>
            <a:ext cx="1524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4F6870"/>
                </a:solidFill>
                <a:latin typeface="Arial"/>
                <a:ea typeface="Arial"/>
                <a:cs typeface="Arial"/>
              </a:defRPr>
            </a:defPPr>
            <a:lvl1pPr algn="l">
              <a:defRPr sz="975" b="0">
                <a:solidFill>
                  <a:srgbClr val="4F6870"/>
                </a:solidFill>
                <a:latin typeface="Arial"/>
                <a:ea typeface="Arial"/>
                <a:cs typeface="Arial"/>
              </a:defRPr>
            </a:lvl1pPr>
            <a:lvl2pPr algn="l">
              <a:defRPr sz="975" b="0">
                <a:solidFill>
                  <a:srgbClr val="4F6870"/>
                </a:solidFill>
                <a:latin typeface="Arial"/>
                <a:ea typeface="Arial"/>
                <a:cs typeface="Arial"/>
              </a:defRPr>
            </a:lvl2pPr>
            <a:lvl3pPr algn="l">
              <a:defRPr sz="975" b="0">
                <a:solidFill>
                  <a:srgbClr val="4F6870"/>
                </a:solidFill>
                <a:latin typeface="Arial"/>
                <a:ea typeface="Arial"/>
                <a:cs typeface="Arial"/>
              </a:defRPr>
            </a:lvl3pPr>
            <a:lvl4pPr algn="l">
              <a:defRPr sz="975" b="0">
                <a:solidFill>
                  <a:srgbClr val="4F6870"/>
                </a:solidFill>
                <a:latin typeface="Arial"/>
                <a:ea typeface="Arial"/>
                <a:cs typeface="Arial"/>
              </a:defRPr>
            </a:lvl4pPr>
            <a:lvl5pPr algn="l">
              <a:defRPr sz="975" b="0">
                <a:solidFill>
                  <a:srgbClr val="4F6870"/>
                </a:solidFill>
                <a:latin typeface="Arial"/>
                <a:ea typeface="Arial"/>
                <a:cs typeface="Arial"/>
              </a:defRPr>
            </a:lvl5pPr>
            <a:lvl6pPr algn="l">
              <a:defRPr sz="975" b="0">
                <a:solidFill>
                  <a:srgbClr val="4F6870"/>
                </a:solidFill>
                <a:latin typeface="Arial"/>
                <a:ea typeface="Arial"/>
                <a:cs typeface="Arial"/>
              </a:defRPr>
            </a:lvl6pPr>
            <a:lvl7pPr algn="l">
              <a:defRPr sz="975" b="0">
                <a:solidFill>
                  <a:srgbClr val="4F6870"/>
                </a:solidFill>
                <a:latin typeface="Arial"/>
                <a:ea typeface="Arial"/>
                <a:cs typeface="Arial"/>
              </a:defRPr>
            </a:lvl7pPr>
            <a:lvl8pPr algn="l">
              <a:defRPr sz="975" b="0">
                <a:solidFill>
                  <a:srgbClr val="4F6870"/>
                </a:solidFill>
                <a:latin typeface="Arial"/>
                <a:ea typeface="Arial"/>
                <a:cs typeface="Arial"/>
              </a:defRPr>
            </a:lvl8pPr>
            <a:lvl9pPr algn="l">
              <a:defRPr sz="975" b="0">
                <a:solidFill>
                  <a:srgbClr val="4F6870"/>
                </a:solidFill>
                <a:latin typeface="Arial"/>
                <a:ea typeface="Arial"/>
                <a:cs typeface="Arial"/>
              </a:defRPr>
            </a:lvl9pPr>
          </a:lstStyle>
          <a:p xmlns:a="http://schemas.openxmlformats.org/drawingml/2006/main">
            <a:pPr algn="l">
              <a:defRPr sz="975" b="0">
                <a:solidFill>
                  <a:srgbClr val="4F6870"/>
                </a:solidFill>
                <a:latin typeface="Arial"/>
                <a:ea typeface="Arial"/>
                <a:cs typeface="Arial"/>
              </a:defRPr>
            </a:pPr>
            <a:r>
              <a:rPr sz="975" b="0">
                <a:solidFill>
                  <a:srgbClr val="4F6870"/>
                </a:solidFill>
                <a:latin typeface="Arial"/>
                <a:ea typeface="Arial"/>
                <a:cs typeface="Arial"/>
              </a:rPr>
              <a:t>Micro-USB 5 V</a:t>
            </a:r>
          </a:p>
        </p:txBody>
      </p:sp>
      <p:sp>
        <p:nvSpPr>
          <p:cNvPr id="39" name="A2">
            <a:extLst xmlns:a="http://schemas.openxmlformats.org/drawingml/2006/main">
              <a:ext uri="{FF2B5EF4-FFF2-40B4-BE49-F238E27FC236}">
                <a16:creationId xmlns:a16="http://schemas.microsoft.com/office/drawing/2014/main" id="{C27AA672-3DF6-41F0-A41F-C9397FB7A184}"/>
              </a:ext>
            </a:extLst>
          </p:cNvPr>
          <p:cNvSpPr>
            <a:spLocks xmlns:a="http://schemas.openxmlformats.org/drawingml/2006/main" noGrp="1"/>
          </p:cNvSpPr>
          <p:nvPr/>
        </p:nvSpPr>
        <p:spPr>
          <a:xfrm xmlns:a="http://schemas.openxmlformats.org/drawingml/2006/main">
            <a:off x="6096000" y="1809750"/>
            <a:ext cx="2238375" cy="285750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40" name="A2-ref">
            <a:extLst xmlns:a="http://schemas.openxmlformats.org/drawingml/2006/main">
              <a:ext uri="{FF2B5EF4-FFF2-40B4-BE49-F238E27FC236}">
                <a16:creationId xmlns:a16="http://schemas.microsoft.com/office/drawing/2014/main" id="{DC24E2DD-E15B-4F89-9659-50FBA0A8CA97}"/>
              </a:ext>
            </a:extLst>
          </p:cNvPr>
          <p:cNvSpPr>
            <a:spLocks xmlns:a="http://schemas.openxmlformats.org/drawingml/2006/main" noGrp="1"/>
          </p:cNvSpPr>
          <p:nvPr/>
        </p:nvSpPr>
        <p:spPr>
          <a:xfrm xmlns:a="http://schemas.openxmlformats.org/drawingml/2006/main">
            <a:off x="6229350" y="1914525"/>
            <a:ext cx="1990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6343D"/>
                </a:solidFill>
                <a:latin typeface="Arial"/>
                <a:ea typeface="Arial"/>
                <a:cs typeface="Arial"/>
              </a:defRPr>
            </a:defPPr>
            <a:lvl1pPr algn="l">
              <a:defRPr sz="1275" b="1">
                <a:solidFill>
                  <a:srgbClr val="16343D"/>
                </a:solidFill>
                <a:latin typeface="Arial"/>
                <a:ea typeface="Arial"/>
                <a:cs typeface="Arial"/>
              </a:defRPr>
            </a:lvl1pPr>
            <a:lvl2pPr algn="l">
              <a:defRPr sz="1275" b="1">
                <a:solidFill>
                  <a:srgbClr val="16343D"/>
                </a:solidFill>
                <a:latin typeface="Arial"/>
                <a:ea typeface="Arial"/>
                <a:cs typeface="Arial"/>
              </a:defRPr>
            </a:lvl2pPr>
            <a:lvl3pPr algn="l">
              <a:defRPr sz="1275" b="1">
                <a:solidFill>
                  <a:srgbClr val="16343D"/>
                </a:solidFill>
                <a:latin typeface="Arial"/>
                <a:ea typeface="Arial"/>
                <a:cs typeface="Arial"/>
              </a:defRPr>
            </a:lvl3pPr>
            <a:lvl4pPr algn="l">
              <a:defRPr sz="1275" b="1">
                <a:solidFill>
                  <a:srgbClr val="16343D"/>
                </a:solidFill>
                <a:latin typeface="Arial"/>
                <a:ea typeface="Arial"/>
                <a:cs typeface="Arial"/>
              </a:defRPr>
            </a:lvl4pPr>
            <a:lvl5pPr algn="l">
              <a:defRPr sz="1275" b="1">
                <a:solidFill>
                  <a:srgbClr val="16343D"/>
                </a:solidFill>
                <a:latin typeface="Arial"/>
                <a:ea typeface="Arial"/>
                <a:cs typeface="Arial"/>
              </a:defRPr>
            </a:lvl5pPr>
            <a:lvl6pPr algn="l">
              <a:defRPr sz="1275" b="1">
                <a:solidFill>
                  <a:srgbClr val="16343D"/>
                </a:solidFill>
                <a:latin typeface="Arial"/>
                <a:ea typeface="Arial"/>
                <a:cs typeface="Arial"/>
              </a:defRPr>
            </a:lvl6pPr>
            <a:lvl7pPr algn="l">
              <a:defRPr sz="1275" b="1">
                <a:solidFill>
                  <a:srgbClr val="16343D"/>
                </a:solidFill>
                <a:latin typeface="Arial"/>
                <a:ea typeface="Arial"/>
                <a:cs typeface="Arial"/>
              </a:defRPr>
            </a:lvl7pPr>
            <a:lvl8pPr algn="l">
              <a:defRPr sz="1275" b="1">
                <a:solidFill>
                  <a:srgbClr val="16343D"/>
                </a:solidFill>
                <a:latin typeface="Arial"/>
                <a:ea typeface="Arial"/>
                <a:cs typeface="Arial"/>
              </a:defRPr>
            </a:lvl8pPr>
            <a:lvl9pPr algn="l">
              <a:defRPr sz="1275" b="1">
                <a:solidFill>
                  <a:srgbClr val="16343D"/>
                </a:solidFill>
                <a:latin typeface="Arial"/>
                <a:ea typeface="Arial"/>
                <a:cs typeface="Arial"/>
              </a:defRPr>
            </a:lvl9pPr>
          </a:lstStyle>
          <a:p xmlns:a="http://schemas.openxmlformats.org/drawingml/2006/main">
            <a:pPr algn="l">
              <a:defRPr sz="1275" b="1">
                <a:solidFill>
                  <a:srgbClr val="16343D"/>
                </a:solidFill>
                <a:latin typeface="Arial"/>
                <a:ea typeface="Arial"/>
                <a:cs typeface="Arial"/>
              </a:defRPr>
            </a:pPr>
            <a:r>
              <a:rPr sz="1275" b="1">
                <a:solidFill>
                  <a:srgbClr val="16343D"/>
                </a:solidFill>
                <a:latin typeface="Arial"/>
                <a:ea typeface="Arial"/>
                <a:cs typeface="Arial"/>
              </a:rPr>
              <a:t>A2  BỘ THU HIL</a:t>
            </a:r>
          </a:p>
        </p:txBody>
      </p:sp>
      <p:sp>
        <p:nvSpPr>
          <p:cNvPr id="41" name="A2-model">
            <a:extLst xmlns:a="http://schemas.openxmlformats.org/drawingml/2006/main">
              <a:ext uri="{FF2B5EF4-FFF2-40B4-BE49-F238E27FC236}">
                <a16:creationId xmlns:a16="http://schemas.microsoft.com/office/drawing/2014/main" id="{8A1A1F21-A912-4DED-9014-3A9680DA18BC}"/>
              </a:ext>
            </a:extLst>
          </p:cNvPr>
          <p:cNvSpPr>
            <a:spLocks xmlns:a="http://schemas.openxmlformats.org/drawingml/2006/main" noGrp="1"/>
          </p:cNvSpPr>
          <p:nvPr/>
        </p:nvSpPr>
        <p:spPr>
          <a:xfrm xmlns:a="http://schemas.openxmlformats.org/drawingml/2006/main">
            <a:off x="6229350" y="2200275"/>
            <a:ext cx="1990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16343D"/>
                </a:solidFill>
                <a:latin typeface="Arial"/>
                <a:ea typeface="Arial"/>
                <a:cs typeface="Arial"/>
              </a:defRPr>
            </a:defPPr>
            <a:lvl1pPr algn="l">
              <a:defRPr sz="975" b="0">
                <a:solidFill>
                  <a:srgbClr val="16343D"/>
                </a:solidFill>
                <a:latin typeface="Arial"/>
                <a:ea typeface="Arial"/>
                <a:cs typeface="Arial"/>
              </a:defRPr>
            </a:lvl1pPr>
            <a:lvl2pPr algn="l">
              <a:defRPr sz="975" b="0">
                <a:solidFill>
                  <a:srgbClr val="16343D"/>
                </a:solidFill>
                <a:latin typeface="Arial"/>
                <a:ea typeface="Arial"/>
                <a:cs typeface="Arial"/>
              </a:defRPr>
            </a:lvl2pPr>
            <a:lvl3pPr algn="l">
              <a:defRPr sz="975" b="0">
                <a:solidFill>
                  <a:srgbClr val="16343D"/>
                </a:solidFill>
                <a:latin typeface="Arial"/>
                <a:ea typeface="Arial"/>
                <a:cs typeface="Arial"/>
              </a:defRPr>
            </a:lvl3pPr>
            <a:lvl4pPr algn="l">
              <a:defRPr sz="975" b="0">
                <a:solidFill>
                  <a:srgbClr val="16343D"/>
                </a:solidFill>
                <a:latin typeface="Arial"/>
                <a:ea typeface="Arial"/>
                <a:cs typeface="Arial"/>
              </a:defRPr>
            </a:lvl4pPr>
            <a:lvl5pPr algn="l">
              <a:defRPr sz="975" b="0">
                <a:solidFill>
                  <a:srgbClr val="16343D"/>
                </a:solidFill>
                <a:latin typeface="Arial"/>
                <a:ea typeface="Arial"/>
                <a:cs typeface="Arial"/>
              </a:defRPr>
            </a:lvl5pPr>
            <a:lvl6pPr algn="l">
              <a:defRPr sz="975" b="0">
                <a:solidFill>
                  <a:srgbClr val="16343D"/>
                </a:solidFill>
                <a:latin typeface="Arial"/>
                <a:ea typeface="Arial"/>
                <a:cs typeface="Arial"/>
              </a:defRPr>
            </a:lvl6pPr>
            <a:lvl7pPr algn="l">
              <a:defRPr sz="975" b="0">
                <a:solidFill>
                  <a:srgbClr val="16343D"/>
                </a:solidFill>
                <a:latin typeface="Arial"/>
                <a:ea typeface="Arial"/>
                <a:cs typeface="Arial"/>
              </a:defRPr>
            </a:lvl7pPr>
            <a:lvl8pPr algn="l">
              <a:defRPr sz="975" b="0">
                <a:solidFill>
                  <a:srgbClr val="16343D"/>
                </a:solidFill>
                <a:latin typeface="Arial"/>
                <a:ea typeface="Arial"/>
                <a:cs typeface="Arial"/>
              </a:defRPr>
            </a:lvl8pPr>
            <a:lvl9pPr algn="l">
              <a:defRPr sz="975" b="0">
                <a:solidFill>
                  <a:srgbClr val="16343D"/>
                </a:solidFill>
                <a:latin typeface="Arial"/>
                <a:ea typeface="Arial"/>
                <a:cs typeface="Arial"/>
              </a:defRPr>
            </a:lvl9pPr>
          </a:lstStyle>
          <a:p xmlns:a="http://schemas.openxmlformats.org/drawingml/2006/main">
            <a:pPr algn="l">
              <a:defRPr sz="975" b="0">
                <a:solidFill>
                  <a:srgbClr val="16343D"/>
                </a:solidFill>
                <a:latin typeface="Arial"/>
                <a:ea typeface="Arial"/>
                <a:cs typeface="Arial"/>
              </a:defRPr>
            </a:pPr>
            <a:r>
              <a:rPr sz="975" b="0">
                <a:solidFill>
                  <a:srgbClr val="16343D"/>
                </a:solidFill>
                <a:latin typeface="Arial"/>
                <a:ea typeface="Arial"/>
                <a:cs typeface="Arial"/>
              </a:rPr>
              <a:t>TMe ESP32-S3 Dev</a:t>
            </a:r>
          </a:p>
          <a:p xmlns:a="http://schemas.openxmlformats.org/drawingml/2006/main">
            <a:pPr algn="l">
              <a:defRPr sz="975" b="0">
                <a:solidFill>
                  <a:srgbClr val="16343D"/>
                </a:solidFill>
                <a:latin typeface="Arial"/>
                <a:ea typeface="Arial"/>
                <a:cs typeface="Arial"/>
              </a:defRPr>
            </a:pPr>
            <a:r>
              <a:rPr sz="975" b="0">
                <a:solidFill>
                  <a:srgbClr val="16343D"/>
                </a:solidFill>
                <a:latin typeface="Arial"/>
                <a:ea typeface="Arial"/>
                <a:cs typeface="Arial"/>
              </a:rPr>
              <a:t>WROOM-1 N8R8</a:t>
            </a:r>
          </a:p>
        </p:txBody>
      </p:sp>
      <p:sp>
        <p:nvSpPr>
          <p:cNvPr id="42" name="A2-ADC">
            <a:extLst xmlns:a="http://schemas.openxmlformats.org/drawingml/2006/main">
              <a:ext uri="{FF2B5EF4-FFF2-40B4-BE49-F238E27FC236}">
                <a16:creationId xmlns:a16="http://schemas.microsoft.com/office/drawing/2014/main" id="{913C2620-17FC-470E-96AA-A9AB89EA4A2E}"/>
              </a:ext>
            </a:extLst>
          </p:cNvPr>
          <p:cNvSpPr>
            <a:spLocks xmlns:a="http://schemas.openxmlformats.org/drawingml/2006/main" noGrp="1"/>
          </p:cNvSpPr>
          <p:nvPr/>
        </p:nvSpPr>
        <p:spPr>
          <a:xfrm xmlns:a="http://schemas.openxmlformats.org/drawingml/2006/main">
            <a:off x="6229350" y="2581275"/>
            <a:ext cx="1981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GPIO1 / ADC1_CH0</a:t>
            </a:r>
          </a:p>
        </p:txBody>
      </p:sp>
      <p:sp>
        <p:nvSpPr>
          <p:cNvPr id="43" name="A2-ADC-port">
            <a:extLst xmlns:a="http://schemas.openxmlformats.org/drawingml/2006/main">
              <a:ext uri="{FF2B5EF4-FFF2-40B4-BE49-F238E27FC236}">
                <a16:creationId xmlns:a16="http://schemas.microsoft.com/office/drawing/2014/main" id="{58D088D8-1FCA-4165-908D-A70A6D41CFC3}"/>
              </a:ext>
            </a:extLst>
          </p:cNvPr>
          <p:cNvSpPr>
            <a:spLocks xmlns:a="http://schemas.openxmlformats.org/drawingml/2006/main" noGrp="1"/>
          </p:cNvSpPr>
          <p:nvPr/>
        </p:nvSpPr>
        <p:spPr>
          <a:xfrm xmlns:a="http://schemas.openxmlformats.org/drawingml/2006/main">
            <a:off x="6057900" y="26479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44" name="A2-atten">
            <a:extLst xmlns:a="http://schemas.openxmlformats.org/drawingml/2006/main">
              <a:ext uri="{FF2B5EF4-FFF2-40B4-BE49-F238E27FC236}">
                <a16:creationId xmlns:a16="http://schemas.microsoft.com/office/drawing/2014/main" id="{3666ADF5-1E87-4628-9137-F43B1F127579}"/>
              </a:ext>
            </a:extLst>
          </p:cNvPr>
          <p:cNvSpPr>
            <a:spLocks xmlns:a="http://schemas.openxmlformats.org/drawingml/2006/main" noGrp="1"/>
          </p:cNvSpPr>
          <p:nvPr/>
        </p:nvSpPr>
        <p:spPr>
          <a:xfrm xmlns:a="http://schemas.openxmlformats.org/drawingml/2006/main">
            <a:off x="6229350" y="2809875"/>
            <a:ext cx="1952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0">
                <a:solidFill>
                  <a:srgbClr val="4F6870"/>
                </a:solidFill>
                <a:latin typeface="Arial"/>
                <a:ea typeface="Arial"/>
                <a:cs typeface="Arial"/>
              </a:defRPr>
            </a:defPPr>
            <a:lvl1pPr algn="l">
              <a:defRPr sz="938" b="0">
                <a:solidFill>
                  <a:srgbClr val="4F6870"/>
                </a:solidFill>
                <a:latin typeface="Arial"/>
                <a:ea typeface="Arial"/>
                <a:cs typeface="Arial"/>
              </a:defRPr>
            </a:lvl1pPr>
            <a:lvl2pPr algn="l">
              <a:defRPr sz="938" b="0">
                <a:solidFill>
                  <a:srgbClr val="4F6870"/>
                </a:solidFill>
                <a:latin typeface="Arial"/>
                <a:ea typeface="Arial"/>
                <a:cs typeface="Arial"/>
              </a:defRPr>
            </a:lvl2pPr>
            <a:lvl3pPr algn="l">
              <a:defRPr sz="938" b="0">
                <a:solidFill>
                  <a:srgbClr val="4F6870"/>
                </a:solidFill>
                <a:latin typeface="Arial"/>
                <a:ea typeface="Arial"/>
                <a:cs typeface="Arial"/>
              </a:defRPr>
            </a:lvl3pPr>
            <a:lvl4pPr algn="l">
              <a:defRPr sz="938" b="0">
                <a:solidFill>
                  <a:srgbClr val="4F6870"/>
                </a:solidFill>
                <a:latin typeface="Arial"/>
                <a:ea typeface="Arial"/>
                <a:cs typeface="Arial"/>
              </a:defRPr>
            </a:lvl4pPr>
            <a:lvl5pPr algn="l">
              <a:defRPr sz="938" b="0">
                <a:solidFill>
                  <a:srgbClr val="4F6870"/>
                </a:solidFill>
                <a:latin typeface="Arial"/>
                <a:ea typeface="Arial"/>
                <a:cs typeface="Arial"/>
              </a:defRPr>
            </a:lvl5pPr>
            <a:lvl6pPr algn="l">
              <a:defRPr sz="938" b="0">
                <a:solidFill>
                  <a:srgbClr val="4F6870"/>
                </a:solidFill>
                <a:latin typeface="Arial"/>
                <a:ea typeface="Arial"/>
                <a:cs typeface="Arial"/>
              </a:defRPr>
            </a:lvl6pPr>
            <a:lvl7pPr algn="l">
              <a:defRPr sz="938" b="0">
                <a:solidFill>
                  <a:srgbClr val="4F6870"/>
                </a:solidFill>
                <a:latin typeface="Arial"/>
                <a:ea typeface="Arial"/>
                <a:cs typeface="Arial"/>
              </a:defRPr>
            </a:lvl7pPr>
            <a:lvl8pPr algn="l">
              <a:defRPr sz="938" b="0">
                <a:solidFill>
                  <a:srgbClr val="4F6870"/>
                </a:solidFill>
                <a:latin typeface="Arial"/>
                <a:ea typeface="Arial"/>
                <a:cs typeface="Arial"/>
              </a:defRPr>
            </a:lvl8pPr>
            <a:lvl9pPr algn="l">
              <a:defRPr sz="938" b="0">
                <a:solidFill>
                  <a:srgbClr val="4F6870"/>
                </a:solidFill>
                <a:latin typeface="Arial"/>
                <a:ea typeface="Arial"/>
                <a:cs typeface="Arial"/>
              </a:defRPr>
            </a:lvl9pPr>
          </a:lstStyle>
          <a:p xmlns:a="http://schemas.openxmlformats.org/drawingml/2006/main">
            <a:pPr algn="l">
              <a:defRPr sz="938" b="0">
                <a:solidFill>
                  <a:srgbClr val="4F6870"/>
                </a:solidFill>
                <a:latin typeface="Arial"/>
                <a:ea typeface="Arial"/>
                <a:cs typeface="Arial"/>
              </a:defRPr>
            </a:pPr>
            <a:r>
              <a:rPr sz="938" b="0">
                <a:solidFill>
                  <a:srgbClr val="4F6870"/>
                </a:solidFill>
                <a:latin typeface="Arial"/>
                <a:ea typeface="Arial"/>
                <a:cs typeface="Arial"/>
              </a:rPr>
              <a:t>ADC 12-bit, atten cao nhất</a:t>
            </a:r>
          </a:p>
        </p:txBody>
      </p:sp>
      <p:sp>
        <p:nvSpPr>
          <p:cNvPr id="45" name="A2-GND-L">
            <a:extLst xmlns:a="http://schemas.openxmlformats.org/drawingml/2006/main">
              <a:ext uri="{FF2B5EF4-FFF2-40B4-BE49-F238E27FC236}">
                <a16:creationId xmlns:a16="http://schemas.microsoft.com/office/drawing/2014/main" id="{1E2D8889-AFB7-4A30-AF89-8A15F3747EBD}"/>
              </a:ext>
            </a:extLst>
          </p:cNvPr>
          <p:cNvSpPr>
            <a:spLocks xmlns:a="http://schemas.openxmlformats.org/drawingml/2006/main" noGrp="1"/>
          </p:cNvSpPr>
          <p:nvPr/>
        </p:nvSpPr>
        <p:spPr>
          <a:xfrm xmlns:a="http://schemas.openxmlformats.org/drawingml/2006/main">
            <a:off x="6229350" y="3895725"/>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GND</a:t>
            </a:r>
          </a:p>
        </p:txBody>
      </p:sp>
      <p:sp>
        <p:nvSpPr>
          <p:cNvPr id="46" name="A2-GND-left-port">
            <a:extLst xmlns:a="http://schemas.openxmlformats.org/drawingml/2006/main">
              <a:ext uri="{FF2B5EF4-FFF2-40B4-BE49-F238E27FC236}">
                <a16:creationId xmlns:a16="http://schemas.microsoft.com/office/drawing/2014/main" id="{CBDCA014-110F-46CB-A54F-9C809A0C43C8}"/>
              </a:ext>
            </a:extLst>
          </p:cNvPr>
          <p:cNvSpPr>
            <a:spLocks xmlns:a="http://schemas.openxmlformats.org/drawingml/2006/main" noGrp="1"/>
          </p:cNvSpPr>
          <p:nvPr/>
        </p:nvSpPr>
        <p:spPr>
          <a:xfrm xmlns:a="http://schemas.openxmlformats.org/drawingml/2006/main">
            <a:off x="6057900" y="396240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47" name="A2-usb">
            <a:extLst xmlns:a="http://schemas.openxmlformats.org/drawingml/2006/main">
              <a:ext uri="{FF2B5EF4-FFF2-40B4-BE49-F238E27FC236}">
                <a16:creationId xmlns:a16="http://schemas.microsoft.com/office/drawing/2014/main" id="{EB7B8A47-B7DB-4390-8BDC-B73235425266}"/>
              </a:ext>
            </a:extLst>
          </p:cNvPr>
          <p:cNvSpPr>
            <a:spLocks xmlns:a="http://schemas.openxmlformats.org/drawingml/2006/main" noGrp="1"/>
          </p:cNvSpPr>
          <p:nvPr/>
        </p:nvSpPr>
        <p:spPr>
          <a:xfrm xmlns:a="http://schemas.openxmlformats.org/drawingml/2006/main">
            <a:off x="6229350" y="4343400"/>
            <a:ext cx="10382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4F6870"/>
                </a:solidFill>
                <a:latin typeface="Arial"/>
                <a:ea typeface="Arial"/>
                <a:cs typeface="Arial"/>
              </a:defRPr>
            </a:defPPr>
            <a:lvl1pPr algn="l">
              <a:defRPr sz="975" b="0">
                <a:solidFill>
                  <a:srgbClr val="4F6870"/>
                </a:solidFill>
                <a:latin typeface="Arial"/>
                <a:ea typeface="Arial"/>
                <a:cs typeface="Arial"/>
              </a:defRPr>
            </a:lvl1pPr>
            <a:lvl2pPr algn="l">
              <a:defRPr sz="975" b="0">
                <a:solidFill>
                  <a:srgbClr val="4F6870"/>
                </a:solidFill>
                <a:latin typeface="Arial"/>
                <a:ea typeface="Arial"/>
                <a:cs typeface="Arial"/>
              </a:defRPr>
            </a:lvl2pPr>
            <a:lvl3pPr algn="l">
              <a:defRPr sz="975" b="0">
                <a:solidFill>
                  <a:srgbClr val="4F6870"/>
                </a:solidFill>
                <a:latin typeface="Arial"/>
                <a:ea typeface="Arial"/>
                <a:cs typeface="Arial"/>
              </a:defRPr>
            </a:lvl3pPr>
            <a:lvl4pPr algn="l">
              <a:defRPr sz="975" b="0">
                <a:solidFill>
                  <a:srgbClr val="4F6870"/>
                </a:solidFill>
                <a:latin typeface="Arial"/>
                <a:ea typeface="Arial"/>
                <a:cs typeface="Arial"/>
              </a:defRPr>
            </a:lvl4pPr>
            <a:lvl5pPr algn="l">
              <a:defRPr sz="975" b="0">
                <a:solidFill>
                  <a:srgbClr val="4F6870"/>
                </a:solidFill>
                <a:latin typeface="Arial"/>
                <a:ea typeface="Arial"/>
                <a:cs typeface="Arial"/>
              </a:defRPr>
            </a:lvl5pPr>
            <a:lvl6pPr algn="l">
              <a:defRPr sz="975" b="0">
                <a:solidFill>
                  <a:srgbClr val="4F6870"/>
                </a:solidFill>
                <a:latin typeface="Arial"/>
                <a:ea typeface="Arial"/>
                <a:cs typeface="Arial"/>
              </a:defRPr>
            </a:lvl6pPr>
            <a:lvl7pPr algn="l">
              <a:defRPr sz="975" b="0">
                <a:solidFill>
                  <a:srgbClr val="4F6870"/>
                </a:solidFill>
                <a:latin typeface="Arial"/>
                <a:ea typeface="Arial"/>
                <a:cs typeface="Arial"/>
              </a:defRPr>
            </a:lvl7pPr>
            <a:lvl8pPr algn="l">
              <a:defRPr sz="975" b="0">
                <a:solidFill>
                  <a:srgbClr val="4F6870"/>
                </a:solidFill>
                <a:latin typeface="Arial"/>
                <a:ea typeface="Arial"/>
                <a:cs typeface="Arial"/>
              </a:defRPr>
            </a:lvl8pPr>
            <a:lvl9pPr algn="l">
              <a:defRPr sz="975" b="0">
                <a:solidFill>
                  <a:srgbClr val="4F6870"/>
                </a:solidFill>
                <a:latin typeface="Arial"/>
                <a:ea typeface="Arial"/>
                <a:cs typeface="Arial"/>
              </a:defRPr>
            </a:lvl9pPr>
          </a:lstStyle>
          <a:p xmlns:a="http://schemas.openxmlformats.org/drawingml/2006/main">
            <a:pPr algn="l">
              <a:defRPr sz="975" b="0">
                <a:solidFill>
                  <a:srgbClr val="4F6870"/>
                </a:solidFill>
                <a:latin typeface="Arial"/>
                <a:ea typeface="Arial"/>
                <a:cs typeface="Arial"/>
              </a:defRPr>
            </a:pPr>
            <a:r>
              <a:rPr sz="975" b="0">
                <a:solidFill>
                  <a:srgbClr val="4F6870"/>
                </a:solidFill>
                <a:latin typeface="Arial"/>
                <a:ea typeface="Arial"/>
                <a:cs typeface="Arial"/>
              </a:rPr>
              <a:t>USB-C 5 V</a:t>
            </a:r>
          </a:p>
        </p:txBody>
      </p:sp>
      <p:sp>
        <p:nvSpPr>
          <p:cNvPr id="48" name="A2-3V3-right-label">
            <a:extLst xmlns:a="http://schemas.openxmlformats.org/drawingml/2006/main">
              <a:ext uri="{FF2B5EF4-FFF2-40B4-BE49-F238E27FC236}">
                <a16:creationId xmlns:a16="http://schemas.microsoft.com/office/drawing/2014/main" id="{3E60E975-BD65-4902-A06E-879DF7AA8583}"/>
              </a:ext>
            </a:extLst>
          </p:cNvPr>
          <p:cNvSpPr>
            <a:spLocks xmlns:a="http://schemas.openxmlformats.org/drawingml/2006/main" noGrp="1"/>
          </p:cNvSpPr>
          <p:nvPr/>
        </p:nvSpPr>
        <p:spPr>
          <a:xfrm xmlns:a="http://schemas.openxmlformats.org/drawingml/2006/main">
            <a:off x="7248525" y="2895600"/>
            <a:ext cx="981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13" b="1">
                <a:solidFill>
                  <a:srgbClr val="16343D"/>
                </a:solidFill>
                <a:latin typeface="Arial"/>
                <a:ea typeface="Arial"/>
                <a:cs typeface="Arial"/>
              </a:defRPr>
            </a:defPPr>
            <a:lvl1pPr algn="r">
              <a:defRPr sz="1013" b="1">
                <a:solidFill>
                  <a:srgbClr val="16343D"/>
                </a:solidFill>
                <a:latin typeface="Arial"/>
                <a:ea typeface="Arial"/>
                <a:cs typeface="Arial"/>
              </a:defRPr>
            </a:lvl1pPr>
            <a:lvl2pPr algn="r">
              <a:defRPr sz="1013" b="1">
                <a:solidFill>
                  <a:srgbClr val="16343D"/>
                </a:solidFill>
                <a:latin typeface="Arial"/>
                <a:ea typeface="Arial"/>
                <a:cs typeface="Arial"/>
              </a:defRPr>
            </a:lvl2pPr>
            <a:lvl3pPr algn="r">
              <a:defRPr sz="1013" b="1">
                <a:solidFill>
                  <a:srgbClr val="16343D"/>
                </a:solidFill>
                <a:latin typeface="Arial"/>
                <a:ea typeface="Arial"/>
                <a:cs typeface="Arial"/>
              </a:defRPr>
            </a:lvl3pPr>
            <a:lvl4pPr algn="r">
              <a:defRPr sz="1013" b="1">
                <a:solidFill>
                  <a:srgbClr val="16343D"/>
                </a:solidFill>
                <a:latin typeface="Arial"/>
                <a:ea typeface="Arial"/>
                <a:cs typeface="Arial"/>
              </a:defRPr>
            </a:lvl4pPr>
            <a:lvl5pPr algn="r">
              <a:defRPr sz="1013" b="1">
                <a:solidFill>
                  <a:srgbClr val="16343D"/>
                </a:solidFill>
                <a:latin typeface="Arial"/>
                <a:ea typeface="Arial"/>
                <a:cs typeface="Arial"/>
              </a:defRPr>
            </a:lvl5pPr>
            <a:lvl6pPr algn="r">
              <a:defRPr sz="1013" b="1">
                <a:solidFill>
                  <a:srgbClr val="16343D"/>
                </a:solidFill>
                <a:latin typeface="Arial"/>
                <a:ea typeface="Arial"/>
                <a:cs typeface="Arial"/>
              </a:defRPr>
            </a:lvl6pPr>
            <a:lvl7pPr algn="r">
              <a:defRPr sz="1013" b="1">
                <a:solidFill>
                  <a:srgbClr val="16343D"/>
                </a:solidFill>
                <a:latin typeface="Arial"/>
                <a:ea typeface="Arial"/>
                <a:cs typeface="Arial"/>
              </a:defRPr>
            </a:lvl7pPr>
            <a:lvl8pPr algn="r">
              <a:defRPr sz="1013" b="1">
                <a:solidFill>
                  <a:srgbClr val="16343D"/>
                </a:solidFill>
                <a:latin typeface="Arial"/>
                <a:ea typeface="Arial"/>
                <a:cs typeface="Arial"/>
              </a:defRPr>
            </a:lvl8pPr>
            <a:lvl9pPr algn="r">
              <a:defRPr sz="1013" b="1">
                <a:solidFill>
                  <a:srgbClr val="16343D"/>
                </a:solidFill>
                <a:latin typeface="Arial"/>
                <a:ea typeface="Arial"/>
                <a:cs typeface="Arial"/>
              </a:defRPr>
            </a:lvl9pPr>
          </a:lstStyle>
          <a:p xmlns:a="http://schemas.openxmlformats.org/drawingml/2006/main">
            <a:pPr algn="r">
              <a:defRPr sz="1013" b="1">
                <a:solidFill>
                  <a:srgbClr val="16343D"/>
                </a:solidFill>
                <a:latin typeface="Arial"/>
                <a:ea typeface="Arial"/>
                <a:cs typeface="Arial"/>
              </a:defRPr>
            </a:pPr>
            <a:r>
              <a:rPr sz="1013" b="1">
                <a:solidFill>
                  <a:srgbClr val="16343D"/>
                </a:solidFill>
                <a:latin typeface="Arial"/>
                <a:ea typeface="Arial"/>
                <a:cs typeface="Arial"/>
              </a:rPr>
              <a:t>3V3</a:t>
            </a:r>
          </a:p>
        </p:txBody>
      </p:sp>
      <p:sp>
        <p:nvSpPr>
          <p:cNvPr id="49" name="A2-3V3-right-port">
            <a:extLst xmlns:a="http://schemas.openxmlformats.org/drawingml/2006/main">
              <a:ext uri="{FF2B5EF4-FFF2-40B4-BE49-F238E27FC236}">
                <a16:creationId xmlns:a16="http://schemas.microsoft.com/office/drawing/2014/main" id="{0F8D22AD-2107-4E43-B083-C90F065BFC25}"/>
              </a:ext>
            </a:extLst>
          </p:cNvPr>
          <p:cNvSpPr>
            <a:spLocks xmlns:a="http://schemas.openxmlformats.org/drawingml/2006/main" noGrp="1"/>
          </p:cNvSpPr>
          <p:nvPr/>
        </p:nvSpPr>
        <p:spPr>
          <a:xfrm xmlns:a="http://schemas.openxmlformats.org/drawingml/2006/main">
            <a:off x="8296275" y="296227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50" name="A2-SDA-right-label">
            <a:extLst xmlns:a="http://schemas.openxmlformats.org/drawingml/2006/main">
              <a:ext uri="{FF2B5EF4-FFF2-40B4-BE49-F238E27FC236}">
                <a16:creationId xmlns:a16="http://schemas.microsoft.com/office/drawing/2014/main" id="{E3C3A868-406D-412B-9A3E-9C8B600E216A}"/>
              </a:ext>
            </a:extLst>
          </p:cNvPr>
          <p:cNvSpPr>
            <a:spLocks xmlns:a="http://schemas.openxmlformats.org/drawingml/2006/main" noGrp="1"/>
          </p:cNvSpPr>
          <p:nvPr/>
        </p:nvSpPr>
        <p:spPr>
          <a:xfrm xmlns:a="http://schemas.openxmlformats.org/drawingml/2006/main">
            <a:off x="7248525" y="3371850"/>
            <a:ext cx="981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13" b="1">
                <a:solidFill>
                  <a:srgbClr val="16343D"/>
                </a:solidFill>
                <a:latin typeface="Arial"/>
                <a:ea typeface="Arial"/>
                <a:cs typeface="Arial"/>
              </a:defRPr>
            </a:defPPr>
            <a:lvl1pPr algn="r">
              <a:defRPr sz="1013" b="1">
                <a:solidFill>
                  <a:srgbClr val="16343D"/>
                </a:solidFill>
                <a:latin typeface="Arial"/>
                <a:ea typeface="Arial"/>
                <a:cs typeface="Arial"/>
              </a:defRPr>
            </a:lvl1pPr>
            <a:lvl2pPr algn="r">
              <a:defRPr sz="1013" b="1">
                <a:solidFill>
                  <a:srgbClr val="16343D"/>
                </a:solidFill>
                <a:latin typeface="Arial"/>
                <a:ea typeface="Arial"/>
                <a:cs typeface="Arial"/>
              </a:defRPr>
            </a:lvl2pPr>
            <a:lvl3pPr algn="r">
              <a:defRPr sz="1013" b="1">
                <a:solidFill>
                  <a:srgbClr val="16343D"/>
                </a:solidFill>
                <a:latin typeface="Arial"/>
                <a:ea typeface="Arial"/>
                <a:cs typeface="Arial"/>
              </a:defRPr>
            </a:lvl3pPr>
            <a:lvl4pPr algn="r">
              <a:defRPr sz="1013" b="1">
                <a:solidFill>
                  <a:srgbClr val="16343D"/>
                </a:solidFill>
                <a:latin typeface="Arial"/>
                <a:ea typeface="Arial"/>
                <a:cs typeface="Arial"/>
              </a:defRPr>
            </a:lvl4pPr>
            <a:lvl5pPr algn="r">
              <a:defRPr sz="1013" b="1">
                <a:solidFill>
                  <a:srgbClr val="16343D"/>
                </a:solidFill>
                <a:latin typeface="Arial"/>
                <a:ea typeface="Arial"/>
                <a:cs typeface="Arial"/>
              </a:defRPr>
            </a:lvl5pPr>
            <a:lvl6pPr algn="r">
              <a:defRPr sz="1013" b="1">
                <a:solidFill>
                  <a:srgbClr val="16343D"/>
                </a:solidFill>
                <a:latin typeface="Arial"/>
                <a:ea typeface="Arial"/>
                <a:cs typeface="Arial"/>
              </a:defRPr>
            </a:lvl6pPr>
            <a:lvl7pPr algn="r">
              <a:defRPr sz="1013" b="1">
                <a:solidFill>
                  <a:srgbClr val="16343D"/>
                </a:solidFill>
                <a:latin typeface="Arial"/>
                <a:ea typeface="Arial"/>
                <a:cs typeface="Arial"/>
              </a:defRPr>
            </a:lvl7pPr>
            <a:lvl8pPr algn="r">
              <a:defRPr sz="1013" b="1">
                <a:solidFill>
                  <a:srgbClr val="16343D"/>
                </a:solidFill>
                <a:latin typeface="Arial"/>
                <a:ea typeface="Arial"/>
                <a:cs typeface="Arial"/>
              </a:defRPr>
            </a:lvl8pPr>
            <a:lvl9pPr algn="r">
              <a:defRPr sz="1013" b="1">
                <a:solidFill>
                  <a:srgbClr val="16343D"/>
                </a:solidFill>
                <a:latin typeface="Arial"/>
                <a:ea typeface="Arial"/>
                <a:cs typeface="Arial"/>
              </a:defRPr>
            </a:lvl9pPr>
          </a:lstStyle>
          <a:p xmlns:a="http://schemas.openxmlformats.org/drawingml/2006/main">
            <a:pPr algn="r">
              <a:defRPr sz="1013" b="1">
                <a:solidFill>
                  <a:srgbClr val="16343D"/>
                </a:solidFill>
                <a:latin typeface="Arial"/>
                <a:ea typeface="Arial"/>
                <a:cs typeface="Arial"/>
              </a:defRPr>
            </a:pPr>
            <a:r>
              <a:rPr sz="1013" b="1">
                <a:solidFill>
                  <a:srgbClr val="16343D"/>
                </a:solidFill>
                <a:latin typeface="Arial"/>
                <a:ea typeface="Arial"/>
                <a:cs typeface="Arial"/>
              </a:rPr>
              <a:t>GPIO8 / SDA</a:t>
            </a:r>
          </a:p>
        </p:txBody>
      </p:sp>
      <p:sp>
        <p:nvSpPr>
          <p:cNvPr id="51" name="A2-SDA-right-port">
            <a:extLst xmlns:a="http://schemas.openxmlformats.org/drawingml/2006/main">
              <a:ext uri="{FF2B5EF4-FFF2-40B4-BE49-F238E27FC236}">
                <a16:creationId xmlns:a16="http://schemas.microsoft.com/office/drawing/2014/main" id="{D467309E-4C7C-46A5-ABFD-2DC37DAC049B}"/>
              </a:ext>
            </a:extLst>
          </p:cNvPr>
          <p:cNvSpPr>
            <a:spLocks xmlns:a="http://schemas.openxmlformats.org/drawingml/2006/main" noGrp="1"/>
          </p:cNvSpPr>
          <p:nvPr/>
        </p:nvSpPr>
        <p:spPr>
          <a:xfrm xmlns:a="http://schemas.openxmlformats.org/drawingml/2006/main">
            <a:off x="8296275" y="343852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52" name="A2-SCL-right-label">
            <a:extLst xmlns:a="http://schemas.openxmlformats.org/drawingml/2006/main">
              <a:ext uri="{FF2B5EF4-FFF2-40B4-BE49-F238E27FC236}">
                <a16:creationId xmlns:a16="http://schemas.microsoft.com/office/drawing/2014/main" id="{5E0EAB96-5C87-4705-BF96-70ADF47F4D4E}"/>
              </a:ext>
            </a:extLst>
          </p:cNvPr>
          <p:cNvSpPr>
            <a:spLocks xmlns:a="http://schemas.openxmlformats.org/drawingml/2006/main" noGrp="1"/>
          </p:cNvSpPr>
          <p:nvPr/>
        </p:nvSpPr>
        <p:spPr>
          <a:xfrm xmlns:a="http://schemas.openxmlformats.org/drawingml/2006/main">
            <a:off x="7248525" y="3848100"/>
            <a:ext cx="981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13" b="1">
                <a:solidFill>
                  <a:srgbClr val="16343D"/>
                </a:solidFill>
                <a:latin typeface="Arial"/>
                <a:ea typeface="Arial"/>
                <a:cs typeface="Arial"/>
              </a:defRPr>
            </a:defPPr>
            <a:lvl1pPr algn="r">
              <a:defRPr sz="1013" b="1">
                <a:solidFill>
                  <a:srgbClr val="16343D"/>
                </a:solidFill>
                <a:latin typeface="Arial"/>
                <a:ea typeface="Arial"/>
                <a:cs typeface="Arial"/>
              </a:defRPr>
            </a:lvl1pPr>
            <a:lvl2pPr algn="r">
              <a:defRPr sz="1013" b="1">
                <a:solidFill>
                  <a:srgbClr val="16343D"/>
                </a:solidFill>
                <a:latin typeface="Arial"/>
                <a:ea typeface="Arial"/>
                <a:cs typeface="Arial"/>
              </a:defRPr>
            </a:lvl2pPr>
            <a:lvl3pPr algn="r">
              <a:defRPr sz="1013" b="1">
                <a:solidFill>
                  <a:srgbClr val="16343D"/>
                </a:solidFill>
                <a:latin typeface="Arial"/>
                <a:ea typeface="Arial"/>
                <a:cs typeface="Arial"/>
              </a:defRPr>
            </a:lvl3pPr>
            <a:lvl4pPr algn="r">
              <a:defRPr sz="1013" b="1">
                <a:solidFill>
                  <a:srgbClr val="16343D"/>
                </a:solidFill>
                <a:latin typeface="Arial"/>
                <a:ea typeface="Arial"/>
                <a:cs typeface="Arial"/>
              </a:defRPr>
            </a:lvl4pPr>
            <a:lvl5pPr algn="r">
              <a:defRPr sz="1013" b="1">
                <a:solidFill>
                  <a:srgbClr val="16343D"/>
                </a:solidFill>
                <a:latin typeface="Arial"/>
                <a:ea typeface="Arial"/>
                <a:cs typeface="Arial"/>
              </a:defRPr>
            </a:lvl5pPr>
            <a:lvl6pPr algn="r">
              <a:defRPr sz="1013" b="1">
                <a:solidFill>
                  <a:srgbClr val="16343D"/>
                </a:solidFill>
                <a:latin typeface="Arial"/>
                <a:ea typeface="Arial"/>
                <a:cs typeface="Arial"/>
              </a:defRPr>
            </a:lvl6pPr>
            <a:lvl7pPr algn="r">
              <a:defRPr sz="1013" b="1">
                <a:solidFill>
                  <a:srgbClr val="16343D"/>
                </a:solidFill>
                <a:latin typeface="Arial"/>
                <a:ea typeface="Arial"/>
                <a:cs typeface="Arial"/>
              </a:defRPr>
            </a:lvl7pPr>
            <a:lvl8pPr algn="r">
              <a:defRPr sz="1013" b="1">
                <a:solidFill>
                  <a:srgbClr val="16343D"/>
                </a:solidFill>
                <a:latin typeface="Arial"/>
                <a:ea typeface="Arial"/>
                <a:cs typeface="Arial"/>
              </a:defRPr>
            </a:lvl8pPr>
            <a:lvl9pPr algn="r">
              <a:defRPr sz="1013" b="1">
                <a:solidFill>
                  <a:srgbClr val="16343D"/>
                </a:solidFill>
                <a:latin typeface="Arial"/>
                <a:ea typeface="Arial"/>
                <a:cs typeface="Arial"/>
              </a:defRPr>
            </a:lvl9pPr>
          </a:lstStyle>
          <a:p xmlns:a="http://schemas.openxmlformats.org/drawingml/2006/main">
            <a:pPr algn="r">
              <a:defRPr sz="1013" b="1">
                <a:solidFill>
                  <a:srgbClr val="16343D"/>
                </a:solidFill>
                <a:latin typeface="Arial"/>
                <a:ea typeface="Arial"/>
                <a:cs typeface="Arial"/>
              </a:defRPr>
            </a:pPr>
            <a:r>
              <a:rPr sz="1013" b="1">
                <a:solidFill>
                  <a:srgbClr val="16343D"/>
                </a:solidFill>
                <a:latin typeface="Arial"/>
                <a:ea typeface="Arial"/>
                <a:cs typeface="Arial"/>
              </a:rPr>
              <a:t>GPIO9 / SCL</a:t>
            </a:r>
          </a:p>
        </p:txBody>
      </p:sp>
      <p:sp>
        <p:nvSpPr>
          <p:cNvPr id="53" name="A2-SCL-right-port">
            <a:extLst xmlns:a="http://schemas.openxmlformats.org/drawingml/2006/main">
              <a:ext uri="{FF2B5EF4-FFF2-40B4-BE49-F238E27FC236}">
                <a16:creationId xmlns:a16="http://schemas.microsoft.com/office/drawing/2014/main" id="{44E712A4-3C8B-4A6E-8EE4-53D88B26FB29}"/>
              </a:ext>
            </a:extLst>
          </p:cNvPr>
          <p:cNvSpPr>
            <a:spLocks xmlns:a="http://schemas.openxmlformats.org/drawingml/2006/main" noGrp="1"/>
          </p:cNvSpPr>
          <p:nvPr/>
        </p:nvSpPr>
        <p:spPr>
          <a:xfrm xmlns:a="http://schemas.openxmlformats.org/drawingml/2006/main">
            <a:off x="8296275" y="391477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54" name="A2-GND-right-label">
            <a:extLst xmlns:a="http://schemas.openxmlformats.org/drawingml/2006/main">
              <a:ext uri="{FF2B5EF4-FFF2-40B4-BE49-F238E27FC236}">
                <a16:creationId xmlns:a16="http://schemas.microsoft.com/office/drawing/2014/main" id="{918FA54B-C813-43AF-BCBD-79B85C698920}"/>
              </a:ext>
            </a:extLst>
          </p:cNvPr>
          <p:cNvSpPr>
            <a:spLocks xmlns:a="http://schemas.openxmlformats.org/drawingml/2006/main" noGrp="1"/>
          </p:cNvSpPr>
          <p:nvPr/>
        </p:nvSpPr>
        <p:spPr>
          <a:xfrm xmlns:a="http://schemas.openxmlformats.org/drawingml/2006/main">
            <a:off x="7248525" y="4324350"/>
            <a:ext cx="981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13" b="1">
                <a:solidFill>
                  <a:srgbClr val="16343D"/>
                </a:solidFill>
                <a:latin typeface="Arial"/>
                <a:ea typeface="Arial"/>
                <a:cs typeface="Arial"/>
              </a:defRPr>
            </a:defPPr>
            <a:lvl1pPr algn="r">
              <a:defRPr sz="1013" b="1">
                <a:solidFill>
                  <a:srgbClr val="16343D"/>
                </a:solidFill>
                <a:latin typeface="Arial"/>
                <a:ea typeface="Arial"/>
                <a:cs typeface="Arial"/>
              </a:defRPr>
            </a:lvl1pPr>
            <a:lvl2pPr algn="r">
              <a:defRPr sz="1013" b="1">
                <a:solidFill>
                  <a:srgbClr val="16343D"/>
                </a:solidFill>
                <a:latin typeface="Arial"/>
                <a:ea typeface="Arial"/>
                <a:cs typeface="Arial"/>
              </a:defRPr>
            </a:lvl2pPr>
            <a:lvl3pPr algn="r">
              <a:defRPr sz="1013" b="1">
                <a:solidFill>
                  <a:srgbClr val="16343D"/>
                </a:solidFill>
                <a:latin typeface="Arial"/>
                <a:ea typeface="Arial"/>
                <a:cs typeface="Arial"/>
              </a:defRPr>
            </a:lvl3pPr>
            <a:lvl4pPr algn="r">
              <a:defRPr sz="1013" b="1">
                <a:solidFill>
                  <a:srgbClr val="16343D"/>
                </a:solidFill>
                <a:latin typeface="Arial"/>
                <a:ea typeface="Arial"/>
                <a:cs typeface="Arial"/>
              </a:defRPr>
            </a:lvl4pPr>
            <a:lvl5pPr algn="r">
              <a:defRPr sz="1013" b="1">
                <a:solidFill>
                  <a:srgbClr val="16343D"/>
                </a:solidFill>
                <a:latin typeface="Arial"/>
                <a:ea typeface="Arial"/>
                <a:cs typeface="Arial"/>
              </a:defRPr>
            </a:lvl5pPr>
            <a:lvl6pPr algn="r">
              <a:defRPr sz="1013" b="1">
                <a:solidFill>
                  <a:srgbClr val="16343D"/>
                </a:solidFill>
                <a:latin typeface="Arial"/>
                <a:ea typeface="Arial"/>
                <a:cs typeface="Arial"/>
              </a:defRPr>
            </a:lvl6pPr>
            <a:lvl7pPr algn="r">
              <a:defRPr sz="1013" b="1">
                <a:solidFill>
                  <a:srgbClr val="16343D"/>
                </a:solidFill>
                <a:latin typeface="Arial"/>
                <a:ea typeface="Arial"/>
                <a:cs typeface="Arial"/>
              </a:defRPr>
            </a:lvl7pPr>
            <a:lvl8pPr algn="r">
              <a:defRPr sz="1013" b="1">
                <a:solidFill>
                  <a:srgbClr val="16343D"/>
                </a:solidFill>
                <a:latin typeface="Arial"/>
                <a:ea typeface="Arial"/>
                <a:cs typeface="Arial"/>
              </a:defRPr>
            </a:lvl8pPr>
            <a:lvl9pPr algn="r">
              <a:defRPr sz="1013" b="1">
                <a:solidFill>
                  <a:srgbClr val="16343D"/>
                </a:solidFill>
                <a:latin typeface="Arial"/>
                <a:ea typeface="Arial"/>
                <a:cs typeface="Arial"/>
              </a:defRPr>
            </a:lvl9pPr>
          </a:lstStyle>
          <a:p xmlns:a="http://schemas.openxmlformats.org/drawingml/2006/main">
            <a:pPr algn="r">
              <a:defRPr sz="1013" b="1">
                <a:solidFill>
                  <a:srgbClr val="16343D"/>
                </a:solidFill>
                <a:latin typeface="Arial"/>
                <a:ea typeface="Arial"/>
                <a:cs typeface="Arial"/>
              </a:defRPr>
            </a:pPr>
            <a:r>
              <a:rPr sz="1013" b="1">
                <a:solidFill>
                  <a:srgbClr val="16343D"/>
                </a:solidFill>
                <a:latin typeface="Arial"/>
                <a:ea typeface="Arial"/>
                <a:cs typeface="Arial"/>
              </a:rPr>
              <a:t>GND</a:t>
            </a:r>
          </a:p>
        </p:txBody>
      </p:sp>
      <p:sp>
        <p:nvSpPr>
          <p:cNvPr id="55" name="A2-GND-right-port">
            <a:extLst xmlns:a="http://schemas.openxmlformats.org/drawingml/2006/main">
              <a:ext uri="{FF2B5EF4-FFF2-40B4-BE49-F238E27FC236}">
                <a16:creationId xmlns:a16="http://schemas.microsoft.com/office/drawing/2014/main" id="{CC5E5822-7C93-4D33-81CD-6306E689CDCE}"/>
              </a:ext>
            </a:extLst>
          </p:cNvPr>
          <p:cNvSpPr>
            <a:spLocks xmlns:a="http://schemas.openxmlformats.org/drawingml/2006/main" noGrp="1"/>
          </p:cNvSpPr>
          <p:nvPr/>
        </p:nvSpPr>
        <p:spPr>
          <a:xfrm xmlns:a="http://schemas.openxmlformats.org/drawingml/2006/main">
            <a:off x="8296275" y="439102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56" name="A3">
            <a:extLst xmlns:a="http://schemas.openxmlformats.org/drawingml/2006/main">
              <a:ext uri="{FF2B5EF4-FFF2-40B4-BE49-F238E27FC236}">
                <a16:creationId xmlns:a16="http://schemas.microsoft.com/office/drawing/2014/main" id="{0D0D9951-FA82-4709-8263-AFE572D422DC}"/>
              </a:ext>
            </a:extLst>
          </p:cNvPr>
          <p:cNvSpPr>
            <a:spLocks xmlns:a="http://schemas.openxmlformats.org/drawingml/2006/main" noGrp="1"/>
          </p:cNvSpPr>
          <p:nvPr/>
        </p:nvSpPr>
        <p:spPr>
          <a:xfrm xmlns:a="http://schemas.openxmlformats.org/drawingml/2006/main">
            <a:off x="10382250" y="2381250"/>
            <a:ext cx="1352550" cy="228600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57" name="A3-ref">
            <a:extLst xmlns:a="http://schemas.openxmlformats.org/drawingml/2006/main">
              <a:ext uri="{FF2B5EF4-FFF2-40B4-BE49-F238E27FC236}">
                <a16:creationId xmlns:a16="http://schemas.microsoft.com/office/drawing/2014/main" id="{1D9848CB-6066-4E0C-A88B-F56DC6335BCE}"/>
              </a:ext>
            </a:extLst>
          </p:cNvPr>
          <p:cNvSpPr>
            <a:spLocks xmlns:a="http://schemas.openxmlformats.org/drawingml/2006/main" noGrp="1"/>
          </p:cNvSpPr>
          <p:nvPr/>
        </p:nvSpPr>
        <p:spPr>
          <a:xfrm xmlns:a="http://schemas.openxmlformats.org/drawingml/2006/main">
            <a:off x="10496550" y="24669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6343D"/>
                </a:solidFill>
                <a:latin typeface="Arial"/>
                <a:ea typeface="Arial"/>
                <a:cs typeface="Arial"/>
              </a:defRPr>
            </a:defPPr>
            <a:lvl1pPr algn="l">
              <a:defRPr sz="1275" b="1">
                <a:solidFill>
                  <a:srgbClr val="16343D"/>
                </a:solidFill>
                <a:latin typeface="Arial"/>
                <a:ea typeface="Arial"/>
                <a:cs typeface="Arial"/>
              </a:defRPr>
            </a:lvl1pPr>
            <a:lvl2pPr algn="l">
              <a:defRPr sz="1275" b="1">
                <a:solidFill>
                  <a:srgbClr val="16343D"/>
                </a:solidFill>
                <a:latin typeface="Arial"/>
                <a:ea typeface="Arial"/>
                <a:cs typeface="Arial"/>
              </a:defRPr>
            </a:lvl2pPr>
            <a:lvl3pPr algn="l">
              <a:defRPr sz="1275" b="1">
                <a:solidFill>
                  <a:srgbClr val="16343D"/>
                </a:solidFill>
                <a:latin typeface="Arial"/>
                <a:ea typeface="Arial"/>
                <a:cs typeface="Arial"/>
              </a:defRPr>
            </a:lvl3pPr>
            <a:lvl4pPr algn="l">
              <a:defRPr sz="1275" b="1">
                <a:solidFill>
                  <a:srgbClr val="16343D"/>
                </a:solidFill>
                <a:latin typeface="Arial"/>
                <a:ea typeface="Arial"/>
                <a:cs typeface="Arial"/>
              </a:defRPr>
            </a:lvl4pPr>
            <a:lvl5pPr algn="l">
              <a:defRPr sz="1275" b="1">
                <a:solidFill>
                  <a:srgbClr val="16343D"/>
                </a:solidFill>
                <a:latin typeface="Arial"/>
                <a:ea typeface="Arial"/>
                <a:cs typeface="Arial"/>
              </a:defRPr>
            </a:lvl5pPr>
            <a:lvl6pPr algn="l">
              <a:defRPr sz="1275" b="1">
                <a:solidFill>
                  <a:srgbClr val="16343D"/>
                </a:solidFill>
                <a:latin typeface="Arial"/>
                <a:ea typeface="Arial"/>
                <a:cs typeface="Arial"/>
              </a:defRPr>
            </a:lvl6pPr>
            <a:lvl7pPr algn="l">
              <a:defRPr sz="1275" b="1">
                <a:solidFill>
                  <a:srgbClr val="16343D"/>
                </a:solidFill>
                <a:latin typeface="Arial"/>
                <a:ea typeface="Arial"/>
                <a:cs typeface="Arial"/>
              </a:defRPr>
            </a:lvl7pPr>
            <a:lvl8pPr algn="l">
              <a:defRPr sz="1275" b="1">
                <a:solidFill>
                  <a:srgbClr val="16343D"/>
                </a:solidFill>
                <a:latin typeface="Arial"/>
                <a:ea typeface="Arial"/>
                <a:cs typeface="Arial"/>
              </a:defRPr>
            </a:lvl8pPr>
            <a:lvl9pPr algn="l">
              <a:defRPr sz="1275" b="1">
                <a:solidFill>
                  <a:srgbClr val="16343D"/>
                </a:solidFill>
                <a:latin typeface="Arial"/>
                <a:ea typeface="Arial"/>
                <a:cs typeface="Arial"/>
              </a:defRPr>
            </a:lvl9pPr>
          </a:lstStyle>
          <a:p xmlns:a="http://schemas.openxmlformats.org/drawingml/2006/main">
            <a:pPr algn="l">
              <a:defRPr sz="1275" b="1">
                <a:solidFill>
                  <a:srgbClr val="16343D"/>
                </a:solidFill>
                <a:latin typeface="Arial"/>
                <a:ea typeface="Arial"/>
                <a:cs typeface="Arial"/>
              </a:defRPr>
            </a:pPr>
            <a:r>
              <a:rPr sz="1275" b="1">
                <a:solidFill>
                  <a:srgbClr val="16343D"/>
                </a:solidFill>
                <a:latin typeface="Arial"/>
                <a:ea typeface="Arial"/>
                <a:cs typeface="Arial"/>
              </a:rPr>
              <a:t>A3  OLED</a:t>
            </a:r>
          </a:p>
        </p:txBody>
      </p:sp>
      <p:sp>
        <p:nvSpPr>
          <p:cNvPr id="58" name="A3-model">
            <a:extLst xmlns:a="http://schemas.openxmlformats.org/drawingml/2006/main">
              <a:ext uri="{FF2B5EF4-FFF2-40B4-BE49-F238E27FC236}">
                <a16:creationId xmlns:a16="http://schemas.microsoft.com/office/drawing/2014/main" id="{06716760-4939-4158-91F2-00D17E5F204B}"/>
              </a:ext>
            </a:extLst>
          </p:cNvPr>
          <p:cNvSpPr>
            <a:spLocks xmlns:a="http://schemas.openxmlformats.org/drawingml/2006/main" noGrp="1"/>
          </p:cNvSpPr>
          <p:nvPr/>
        </p:nvSpPr>
        <p:spPr>
          <a:xfrm xmlns:a="http://schemas.openxmlformats.org/drawingml/2006/main">
            <a:off x="10496550" y="27241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16343D"/>
                </a:solidFill>
                <a:latin typeface="Arial"/>
                <a:ea typeface="Arial"/>
                <a:cs typeface="Arial"/>
              </a:defRPr>
            </a:defPPr>
            <a:lvl1pPr algn="l">
              <a:defRPr sz="975" b="0">
                <a:solidFill>
                  <a:srgbClr val="16343D"/>
                </a:solidFill>
                <a:latin typeface="Arial"/>
                <a:ea typeface="Arial"/>
                <a:cs typeface="Arial"/>
              </a:defRPr>
            </a:lvl1pPr>
            <a:lvl2pPr algn="l">
              <a:defRPr sz="975" b="0">
                <a:solidFill>
                  <a:srgbClr val="16343D"/>
                </a:solidFill>
                <a:latin typeface="Arial"/>
                <a:ea typeface="Arial"/>
                <a:cs typeface="Arial"/>
              </a:defRPr>
            </a:lvl2pPr>
            <a:lvl3pPr algn="l">
              <a:defRPr sz="975" b="0">
                <a:solidFill>
                  <a:srgbClr val="16343D"/>
                </a:solidFill>
                <a:latin typeface="Arial"/>
                <a:ea typeface="Arial"/>
                <a:cs typeface="Arial"/>
              </a:defRPr>
            </a:lvl3pPr>
            <a:lvl4pPr algn="l">
              <a:defRPr sz="975" b="0">
                <a:solidFill>
                  <a:srgbClr val="16343D"/>
                </a:solidFill>
                <a:latin typeface="Arial"/>
                <a:ea typeface="Arial"/>
                <a:cs typeface="Arial"/>
              </a:defRPr>
            </a:lvl4pPr>
            <a:lvl5pPr algn="l">
              <a:defRPr sz="975" b="0">
                <a:solidFill>
                  <a:srgbClr val="16343D"/>
                </a:solidFill>
                <a:latin typeface="Arial"/>
                <a:ea typeface="Arial"/>
                <a:cs typeface="Arial"/>
              </a:defRPr>
            </a:lvl5pPr>
            <a:lvl6pPr algn="l">
              <a:defRPr sz="975" b="0">
                <a:solidFill>
                  <a:srgbClr val="16343D"/>
                </a:solidFill>
                <a:latin typeface="Arial"/>
                <a:ea typeface="Arial"/>
                <a:cs typeface="Arial"/>
              </a:defRPr>
            </a:lvl6pPr>
            <a:lvl7pPr algn="l">
              <a:defRPr sz="975" b="0">
                <a:solidFill>
                  <a:srgbClr val="16343D"/>
                </a:solidFill>
                <a:latin typeface="Arial"/>
                <a:ea typeface="Arial"/>
                <a:cs typeface="Arial"/>
              </a:defRPr>
            </a:lvl7pPr>
            <a:lvl8pPr algn="l">
              <a:defRPr sz="975" b="0">
                <a:solidFill>
                  <a:srgbClr val="16343D"/>
                </a:solidFill>
                <a:latin typeface="Arial"/>
                <a:ea typeface="Arial"/>
                <a:cs typeface="Arial"/>
              </a:defRPr>
            </a:lvl8pPr>
            <a:lvl9pPr algn="l">
              <a:defRPr sz="975" b="0">
                <a:solidFill>
                  <a:srgbClr val="16343D"/>
                </a:solidFill>
                <a:latin typeface="Arial"/>
                <a:ea typeface="Arial"/>
                <a:cs typeface="Arial"/>
              </a:defRPr>
            </a:lvl9pPr>
          </a:lstStyle>
          <a:p xmlns:a="http://schemas.openxmlformats.org/drawingml/2006/main">
            <a:pPr algn="l">
              <a:defRPr sz="975" b="0">
                <a:solidFill>
                  <a:srgbClr val="16343D"/>
                </a:solidFill>
                <a:latin typeface="Arial"/>
                <a:ea typeface="Arial"/>
                <a:cs typeface="Arial"/>
              </a:defRPr>
            </a:pPr>
            <a:r>
              <a:rPr sz="975" b="0">
                <a:solidFill>
                  <a:srgbClr val="16343D"/>
                </a:solidFill>
                <a:latin typeface="Arial"/>
                <a:ea typeface="Arial"/>
                <a:cs typeface="Arial"/>
              </a:rPr>
              <a:t>SSD1306, I²C</a:t>
            </a:r>
          </a:p>
        </p:txBody>
      </p:sp>
      <p:sp>
        <p:nvSpPr>
          <p:cNvPr id="59" name="A3-VCC-port">
            <a:extLst xmlns:a="http://schemas.openxmlformats.org/drawingml/2006/main">
              <a:ext uri="{FF2B5EF4-FFF2-40B4-BE49-F238E27FC236}">
                <a16:creationId xmlns:a16="http://schemas.microsoft.com/office/drawing/2014/main" id="{7DC0A4B3-4231-4EDE-9731-4D386550DA84}"/>
              </a:ext>
            </a:extLst>
          </p:cNvPr>
          <p:cNvSpPr>
            <a:spLocks xmlns:a="http://schemas.openxmlformats.org/drawingml/2006/main" noGrp="1"/>
          </p:cNvSpPr>
          <p:nvPr/>
        </p:nvSpPr>
        <p:spPr>
          <a:xfrm xmlns:a="http://schemas.openxmlformats.org/drawingml/2006/main">
            <a:off x="10344150" y="296227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60" name="A3-VCC">
            <a:extLst xmlns:a="http://schemas.openxmlformats.org/drawingml/2006/main">
              <a:ext uri="{FF2B5EF4-FFF2-40B4-BE49-F238E27FC236}">
                <a16:creationId xmlns:a16="http://schemas.microsoft.com/office/drawing/2014/main" id="{9137846C-AB6A-462D-A207-AB09219429F2}"/>
              </a:ext>
            </a:extLst>
          </p:cNvPr>
          <p:cNvSpPr>
            <a:spLocks xmlns:a="http://schemas.openxmlformats.org/drawingml/2006/main" noGrp="1"/>
          </p:cNvSpPr>
          <p:nvPr/>
        </p:nvSpPr>
        <p:spPr>
          <a:xfrm xmlns:a="http://schemas.openxmlformats.org/drawingml/2006/main">
            <a:off x="10506075" y="28956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VCC / 3V3</a:t>
            </a:r>
          </a:p>
        </p:txBody>
      </p:sp>
      <p:sp>
        <p:nvSpPr>
          <p:cNvPr id="61" name="A3-SDA-port">
            <a:extLst xmlns:a="http://schemas.openxmlformats.org/drawingml/2006/main">
              <a:ext uri="{FF2B5EF4-FFF2-40B4-BE49-F238E27FC236}">
                <a16:creationId xmlns:a16="http://schemas.microsoft.com/office/drawing/2014/main" id="{EF09B0CA-CB30-4945-BBCF-09CB6060D80C}"/>
              </a:ext>
            </a:extLst>
          </p:cNvPr>
          <p:cNvSpPr>
            <a:spLocks xmlns:a="http://schemas.openxmlformats.org/drawingml/2006/main" noGrp="1"/>
          </p:cNvSpPr>
          <p:nvPr/>
        </p:nvSpPr>
        <p:spPr>
          <a:xfrm xmlns:a="http://schemas.openxmlformats.org/drawingml/2006/main">
            <a:off x="10344150" y="343852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62" name="A3-SDA">
            <a:extLst xmlns:a="http://schemas.openxmlformats.org/drawingml/2006/main">
              <a:ext uri="{FF2B5EF4-FFF2-40B4-BE49-F238E27FC236}">
                <a16:creationId xmlns:a16="http://schemas.microsoft.com/office/drawing/2014/main" id="{F91FA0A0-E28D-4654-A780-872CC59080FA}"/>
              </a:ext>
            </a:extLst>
          </p:cNvPr>
          <p:cNvSpPr>
            <a:spLocks xmlns:a="http://schemas.openxmlformats.org/drawingml/2006/main" noGrp="1"/>
          </p:cNvSpPr>
          <p:nvPr/>
        </p:nvSpPr>
        <p:spPr>
          <a:xfrm xmlns:a="http://schemas.openxmlformats.org/drawingml/2006/main">
            <a:off x="10506075" y="33718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SDA</a:t>
            </a:r>
          </a:p>
        </p:txBody>
      </p:sp>
      <p:sp>
        <p:nvSpPr>
          <p:cNvPr id="63" name="A3-SCL-port">
            <a:extLst xmlns:a="http://schemas.openxmlformats.org/drawingml/2006/main">
              <a:ext uri="{FF2B5EF4-FFF2-40B4-BE49-F238E27FC236}">
                <a16:creationId xmlns:a16="http://schemas.microsoft.com/office/drawing/2014/main" id="{B01B64DC-599C-4589-BE9A-CE5F395E1957}"/>
              </a:ext>
            </a:extLst>
          </p:cNvPr>
          <p:cNvSpPr>
            <a:spLocks xmlns:a="http://schemas.openxmlformats.org/drawingml/2006/main" noGrp="1"/>
          </p:cNvSpPr>
          <p:nvPr/>
        </p:nvSpPr>
        <p:spPr>
          <a:xfrm xmlns:a="http://schemas.openxmlformats.org/drawingml/2006/main">
            <a:off x="10344150" y="391477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64" name="A3-SCL">
            <a:extLst xmlns:a="http://schemas.openxmlformats.org/drawingml/2006/main">
              <a:ext uri="{FF2B5EF4-FFF2-40B4-BE49-F238E27FC236}">
                <a16:creationId xmlns:a16="http://schemas.microsoft.com/office/drawing/2014/main" id="{63B0481B-D0D7-447F-A499-B449CD538279}"/>
              </a:ext>
            </a:extLst>
          </p:cNvPr>
          <p:cNvSpPr>
            <a:spLocks xmlns:a="http://schemas.openxmlformats.org/drawingml/2006/main" noGrp="1"/>
          </p:cNvSpPr>
          <p:nvPr/>
        </p:nvSpPr>
        <p:spPr>
          <a:xfrm xmlns:a="http://schemas.openxmlformats.org/drawingml/2006/main">
            <a:off x="10506075" y="38481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SCL</a:t>
            </a:r>
          </a:p>
        </p:txBody>
      </p:sp>
      <p:sp>
        <p:nvSpPr>
          <p:cNvPr id="65" name="A3-GND-port">
            <a:extLst xmlns:a="http://schemas.openxmlformats.org/drawingml/2006/main">
              <a:ext uri="{FF2B5EF4-FFF2-40B4-BE49-F238E27FC236}">
                <a16:creationId xmlns:a16="http://schemas.microsoft.com/office/drawing/2014/main" id="{0EC29FF7-9F1D-474B-83AA-54D26CA255AE}"/>
              </a:ext>
            </a:extLst>
          </p:cNvPr>
          <p:cNvSpPr>
            <a:spLocks xmlns:a="http://schemas.openxmlformats.org/drawingml/2006/main" noGrp="1"/>
          </p:cNvSpPr>
          <p:nvPr/>
        </p:nvSpPr>
        <p:spPr>
          <a:xfrm xmlns:a="http://schemas.openxmlformats.org/drawingml/2006/main">
            <a:off x="10344150" y="439102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66" name="A3-GND">
            <a:extLst xmlns:a="http://schemas.openxmlformats.org/drawingml/2006/main">
              <a:ext uri="{FF2B5EF4-FFF2-40B4-BE49-F238E27FC236}">
                <a16:creationId xmlns:a16="http://schemas.microsoft.com/office/drawing/2014/main" id="{208FBE11-C3B7-4D53-9F4B-75BB8C941888}"/>
              </a:ext>
            </a:extLst>
          </p:cNvPr>
          <p:cNvSpPr>
            <a:spLocks xmlns:a="http://schemas.openxmlformats.org/drawingml/2006/main" noGrp="1"/>
          </p:cNvSpPr>
          <p:nvPr/>
        </p:nvSpPr>
        <p:spPr>
          <a:xfrm xmlns:a="http://schemas.openxmlformats.org/drawingml/2006/main">
            <a:off x="10506075" y="43243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GND</a:t>
            </a:r>
          </a:p>
        </p:txBody>
      </p:sp>
      <p:sp>
        <p:nvSpPr>
          <p:cNvPr id="67" name="DAC-to-R1">
            <a:extLst xmlns:a="http://schemas.openxmlformats.org/drawingml/2006/main">
              <a:ext uri="{FF2B5EF4-FFF2-40B4-BE49-F238E27FC236}">
                <a16:creationId xmlns:a16="http://schemas.microsoft.com/office/drawing/2014/main" id="{04019444-6097-45CB-959C-62456685FB3C}"/>
              </a:ext>
            </a:extLst>
          </p:cNvPr>
          <p:cNvSpPr>
            <a:spLocks xmlns:a="http://schemas.openxmlformats.org/drawingml/2006/main" noGrp="1"/>
          </p:cNvSpPr>
          <p:nvPr/>
        </p:nvSpPr>
        <p:spPr>
          <a:xfrm xmlns:a="http://schemas.openxmlformats.org/drawingml/2006/main">
            <a:off x="2333625" y="2686050"/>
            <a:ext cx="790575" cy="0"/>
          </a:xfrm>
          <a:prstGeom xmlns:a="http://schemas.openxmlformats.org/drawingml/2006/main" prst="line">
            <a:avLst/>
          </a:prstGeom>
          <a:ln xmlns:a="http://schemas.openxmlformats.org/drawingml/2006/main" w="17145">
            <a:solidFill>
              <a:srgbClr val="16343D"/>
            </a:solidFill>
            <a:prstDash val="solid"/>
          </a:ln>
        </p:spPr>
      </p:sp>
      <p:sp>
        <p:nvSpPr>
          <p:cNvPr id="68" name="R1-symbol">
            <a:extLst xmlns:a="http://schemas.openxmlformats.org/drawingml/2006/main">
              <a:ext uri="{FF2B5EF4-FFF2-40B4-BE49-F238E27FC236}">
                <a16:creationId xmlns:a16="http://schemas.microsoft.com/office/drawing/2014/main" id="{393E3706-C811-4E8C-846C-8FFB977C1701}"/>
              </a:ext>
            </a:extLst>
          </p:cNvPr>
          <p:cNvSpPr>
            <a:spLocks xmlns:a="http://schemas.openxmlformats.org/drawingml/2006/main" noGrp="1"/>
          </p:cNvSpPr>
          <p:nvPr/>
        </p:nvSpPr>
        <p:spPr>
          <a:xfrm xmlns:a="http://schemas.openxmlformats.org/drawingml/2006/main">
            <a:off x="3124200" y="2590800"/>
            <a:ext cx="571500" cy="19050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69" name="R1-to-ADC">
            <a:extLst xmlns:a="http://schemas.openxmlformats.org/drawingml/2006/main">
              <a:ext uri="{FF2B5EF4-FFF2-40B4-BE49-F238E27FC236}">
                <a16:creationId xmlns:a16="http://schemas.microsoft.com/office/drawing/2014/main" id="{10E03773-3272-4105-ADE4-6DE6044C27F8}"/>
              </a:ext>
            </a:extLst>
          </p:cNvPr>
          <p:cNvSpPr>
            <a:spLocks xmlns:a="http://schemas.openxmlformats.org/drawingml/2006/main" noGrp="1"/>
          </p:cNvSpPr>
          <p:nvPr/>
        </p:nvSpPr>
        <p:spPr>
          <a:xfrm xmlns:a="http://schemas.openxmlformats.org/drawingml/2006/main">
            <a:off x="3695700" y="2686050"/>
            <a:ext cx="2400300" cy="0"/>
          </a:xfrm>
          <a:prstGeom xmlns:a="http://schemas.openxmlformats.org/drawingml/2006/main" prst="line">
            <a:avLst/>
          </a:prstGeom>
          <a:ln xmlns:a="http://schemas.openxmlformats.org/drawingml/2006/main" w="17145">
            <a:solidFill>
              <a:srgbClr val="16343D"/>
            </a:solidFill>
            <a:prstDash val="solid"/>
          </a:ln>
        </p:spPr>
      </p:sp>
      <p:sp>
        <p:nvSpPr>
          <p:cNvPr id="70" name="R1-value">
            <a:extLst xmlns:a="http://schemas.openxmlformats.org/drawingml/2006/main">
              <a:ext uri="{FF2B5EF4-FFF2-40B4-BE49-F238E27FC236}">
                <a16:creationId xmlns:a16="http://schemas.microsoft.com/office/drawing/2014/main" id="{73F28556-E790-4D9E-8C93-F3789FD722F4}"/>
              </a:ext>
            </a:extLst>
          </p:cNvPr>
          <p:cNvSpPr>
            <a:spLocks xmlns:a="http://schemas.openxmlformats.org/drawingml/2006/main" noGrp="1"/>
          </p:cNvSpPr>
          <p:nvPr/>
        </p:nvSpPr>
        <p:spPr>
          <a:xfrm xmlns:a="http://schemas.openxmlformats.org/drawingml/2006/main">
            <a:off x="2857500" y="22479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R1  10 kΩ ±5%</a:t>
            </a:r>
          </a:p>
        </p:txBody>
      </p:sp>
      <p:sp>
        <p:nvSpPr>
          <p:cNvPr id="71" name="DAC-net">
            <a:extLst xmlns:a="http://schemas.openxmlformats.org/drawingml/2006/main">
              <a:ext uri="{FF2B5EF4-FFF2-40B4-BE49-F238E27FC236}">
                <a16:creationId xmlns:a16="http://schemas.microsoft.com/office/drawing/2014/main" id="{231DA6C1-10D2-416A-831A-8535A159BC7C}"/>
              </a:ext>
            </a:extLst>
          </p:cNvPr>
          <p:cNvSpPr>
            <a:spLocks xmlns:a="http://schemas.openxmlformats.org/drawingml/2006/main" noGrp="1"/>
          </p:cNvSpPr>
          <p:nvPr/>
        </p:nvSpPr>
        <p:spPr>
          <a:xfrm xmlns:a="http://schemas.openxmlformats.org/drawingml/2006/main">
            <a:off x="2419350" y="2905125"/>
            <a:ext cx="1047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1">
                <a:solidFill>
                  <a:srgbClr val="087C71"/>
                </a:solidFill>
                <a:latin typeface="Arial"/>
                <a:ea typeface="Arial"/>
                <a:cs typeface="Arial"/>
              </a:defRPr>
            </a:defPPr>
            <a:lvl1pPr algn="l">
              <a:defRPr sz="975" b="1">
                <a:solidFill>
                  <a:srgbClr val="087C71"/>
                </a:solidFill>
                <a:latin typeface="Arial"/>
                <a:ea typeface="Arial"/>
                <a:cs typeface="Arial"/>
              </a:defRPr>
            </a:lvl1pPr>
            <a:lvl2pPr algn="l">
              <a:defRPr sz="975" b="1">
                <a:solidFill>
                  <a:srgbClr val="087C71"/>
                </a:solidFill>
                <a:latin typeface="Arial"/>
                <a:ea typeface="Arial"/>
                <a:cs typeface="Arial"/>
              </a:defRPr>
            </a:lvl2pPr>
            <a:lvl3pPr algn="l">
              <a:defRPr sz="975" b="1">
                <a:solidFill>
                  <a:srgbClr val="087C71"/>
                </a:solidFill>
                <a:latin typeface="Arial"/>
                <a:ea typeface="Arial"/>
                <a:cs typeface="Arial"/>
              </a:defRPr>
            </a:lvl3pPr>
            <a:lvl4pPr algn="l">
              <a:defRPr sz="975" b="1">
                <a:solidFill>
                  <a:srgbClr val="087C71"/>
                </a:solidFill>
                <a:latin typeface="Arial"/>
                <a:ea typeface="Arial"/>
                <a:cs typeface="Arial"/>
              </a:defRPr>
            </a:lvl4pPr>
            <a:lvl5pPr algn="l">
              <a:defRPr sz="975" b="1">
                <a:solidFill>
                  <a:srgbClr val="087C71"/>
                </a:solidFill>
                <a:latin typeface="Arial"/>
                <a:ea typeface="Arial"/>
                <a:cs typeface="Arial"/>
              </a:defRPr>
            </a:lvl5pPr>
            <a:lvl6pPr algn="l">
              <a:defRPr sz="975" b="1">
                <a:solidFill>
                  <a:srgbClr val="087C71"/>
                </a:solidFill>
                <a:latin typeface="Arial"/>
                <a:ea typeface="Arial"/>
                <a:cs typeface="Arial"/>
              </a:defRPr>
            </a:lvl6pPr>
            <a:lvl7pPr algn="l">
              <a:defRPr sz="975" b="1">
                <a:solidFill>
                  <a:srgbClr val="087C71"/>
                </a:solidFill>
                <a:latin typeface="Arial"/>
                <a:ea typeface="Arial"/>
                <a:cs typeface="Arial"/>
              </a:defRPr>
            </a:lvl7pPr>
            <a:lvl8pPr algn="l">
              <a:defRPr sz="975" b="1">
                <a:solidFill>
                  <a:srgbClr val="087C71"/>
                </a:solidFill>
                <a:latin typeface="Arial"/>
                <a:ea typeface="Arial"/>
                <a:cs typeface="Arial"/>
              </a:defRPr>
            </a:lvl8pPr>
            <a:lvl9pPr algn="l">
              <a:defRPr sz="975" b="1">
                <a:solidFill>
                  <a:srgbClr val="087C71"/>
                </a:solidFill>
                <a:latin typeface="Arial"/>
                <a:ea typeface="Arial"/>
                <a:cs typeface="Arial"/>
              </a:defRPr>
            </a:lvl9pPr>
          </a:lstStyle>
          <a:p xmlns:a="http://schemas.openxmlformats.org/drawingml/2006/main">
            <a:pPr algn="l">
              <a:defRPr sz="975" b="1">
                <a:solidFill>
                  <a:srgbClr val="087C71"/>
                </a:solidFill>
                <a:latin typeface="Arial"/>
                <a:ea typeface="Arial"/>
                <a:cs typeface="Arial"/>
              </a:defRPr>
            </a:pPr>
            <a:r>
              <a:rPr sz="975" b="1">
                <a:solidFill>
                  <a:srgbClr val="087C71"/>
                </a:solidFill>
                <a:latin typeface="Arial"/>
                <a:ea typeface="Arial"/>
                <a:cs typeface="Arial"/>
              </a:rPr>
              <a:t>DAC_OUT</a:t>
            </a:r>
          </a:p>
        </p:txBody>
      </p:sp>
      <p:sp>
        <p:nvSpPr>
          <p:cNvPr id="72" name="ADC-net">
            <a:extLst xmlns:a="http://schemas.openxmlformats.org/drawingml/2006/main">
              <a:ext uri="{FF2B5EF4-FFF2-40B4-BE49-F238E27FC236}">
                <a16:creationId xmlns:a16="http://schemas.microsoft.com/office/drawing/2014/main" id="{E045F98B-AC38-432A-A628-C9716F029A6A}"/>
              </a:ext>
            </a:extLst>
          </p:cNvPr>
          <p:cNvSpPr>
            <a:spLocks xmlns:a="http://schemas.openxmlformats.org/drawingml/2006/main" noGrp="1"/>
          </p:cNvSpPr>
          <p:nvPr/>
        </p:nvSpPr>
        <p:spPr>
          <a:xfrm xmlns:a="http://schemas.openxmlformats.org/drawingml/2006/main">
            <a:off x="4857750" y="2409825"/>
            <a:ext cx="1047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1">
                <a:solidFill>
                  <a:srgbClr val="087C71"/>
                </a:solidFill>
                <a:latin typeface="Arial"/>
                <a:ea typeface="Arial"/>
                <a:cs typeface="Arial"/>
              </a:defRPr>
            </a:defPPr>
            <a:lvl1pPr algn="l">
              <a:defRPr sz="975" b="1">
                <a:solidFill>
                  <a:srgbClr val="087C71"/>
                </a:solidFill>
                <a:latin typeface="Arial"/>
                <a:ea typeface="Arial"/>
                <a:cs typeface="Arial"/>
              </a:defRPr>
            </a:lvl1pPr>
            <a:lvl2pPr algn="l">
              <a:defRPr sz="975" b="1">
                <a:solidFill>
                  <a:srgbClr val="087C71"/>
                </a:solidFill>
                <a:latin typeface="Arial"/>
                <a:ea typeface="Arial"/>
                <a:cs typeface="Arial"/>
              </a:defRPr>
            </a:lvl2pPr>
            <a:lvl3pPr algn="l">
              <a:defRPr sz="975" b="1">
                <a:solidFill>
                  <a:srgbClr val="087C71"/>
                </a:solidFill>
                <a:latin typeface="Arial"/>
                <a:ea typeface="Arial"/>
                <a:cs typeface="Arial"/>
              </a:defRPr>
            </a:lvl3pPr>
            <a:lvl4pPr algn="l">
              <a:defRPr sz="975" b="1">
                <a:solidFill>
                  <a:srgbClr val="087C71"/>
                </a:solidFill>
                <a:latin typeface="Arial"/>
                <a:ea typeface="Arial"/>
                <a:cs typeface="Arial"/>
              </a:defRPr>
            </a:lvl4pPr>
            <a:lvl5pPr algn="l">
              <a:defRPr sz="975" b="1">
                <a:solidFill>
                  <a:srgbClr val="087C71"/>
                </a:solidFill>
                <a:latin typeface="Arial"/>
                <a:ea typeface="Arial"/>
                <a:cs typeface="Arial"/>
              </a:defRPr>
            </a:lvl5pPr>
            <a:lvl6pPr algn="l">
              <a:defRPr sz="975" b="1">
                <a:solidFill>
                  <a:srgbClr val="087C71"/>
                </a:solidFill>
                <a:latin typeface="Arial"/>
                <a:ea typeface="Arial"/>
                <a:cs typeface="Arial"/>
              </a:defRPr>
            </a:lvl6pPr>
            <a:lvl7pPr algn="l">
              <a:defRPr sz="975" b="1">
                <a:solidFill>
                  <a:srgbClr val="087C71"/>
                </a:solidFill>
                <a:latin typeface="Arial"/>
                <a:ea typeface="Arial"/>
                <a:cs typeface="Arial"/>
              </a:defRPr>
            </a:lvl7pPr>
            <a:lvl8pPr algn="l">
              <a:defRPr sz="975" b="1">
                <a:solidFill>
                  <a:srgbClr val="087C71"/>
                </a:solidFill>
                <a:latin typeface="Arial"/>
                <a:ea typeface="Arial"/>
                <a:cs typeface="Arial"/>
              </a:defRPr>
            </a:lvl8pPr>
            <a:lvl9pPr algn="l">
              <a:defRPr sz="975" b="1">
                <a:solidFill>
                  <a:srgbClr val="087C71"/>
                </a:solidFill>
                <a:latin typeface="Arial"/>
                <a:ea typeface="Arial"/>
                <a:cs typeface="Arial"/>
              </a:defRPr>
            </a:lvl9pPr>
          </a:lstStyle>
          <a:p xmlns:a="http://schemas.openxmlformats.org/drawingml/2006/main">
            <a:pPr algn="l">
              <a:defRPr sz="975" b="1">
                <a:solidFill>
                  <a:srgbClr val="087C71"/>
                </a:solidFill>
                <a:latin typeface="Arial"/>
                <a:ea typeface="Arial"/>
                <a:cs typeface="Arial"/>
              </a:defRPr>
            </a:pPr>
            <a:r>
              <a:rPr sz="975" b="1">
                <a:solidFill>
                  <a:srgbClr val="087C71"/>
                </a:solidFill>
                <a:latin typeface="Arial"/>
                <a:ea typeface="Arial"/>
                <a:cs typeface="Arial"/>
              </a:rPr>
              <a:t>ADC_IN</a:t>
            </a:r>
          </a:p>
        </p:txBody>
      </p:sp>
      <p:sp>
        <p:nvSpPr>
          <p:cNvPr id="73" name="R2-top">
            <a:extLst xmlns:a="http://schemas.openxmlformats.org/drawingml/2006/main">
              <a:ext uri="{FF2B5EF4-FFF2-40B4-BE49-F238E27FC236}">
                <a16:creationId xmlns:a16="http://schemas.microsoft.com/office/drawing/2014/main" id="{AF7BECE1-5355-40C7-9662-D476C92FA444}"/>
              </a:ext>
            </a:extLst>
          </p:cNvPr>
          <p:cNvSpPr>
            <a:spLocks xmlns:a="http://schemas.openxmlformats.org/drawingml/2006/main" noGrp="1"/>
          </p:cNvSpPr>
          <p:nvPr/>
        </p:nvSpPr>
        <p:spPr>
          <a:xfrm xmlns:a="http://schemas.openxmlformats.org/drawingml/2006/main">
            <a:off x="4429125" y="2686050"/>
            <a:ext cx="0" cy="647700"/>
          </a:xfrm>
          <a:prstGeom xmlns:a="http://schemas.openxmlformats.org/drawingml/2006/main" prst="line">
            <a:avLst/>
          </a:prstGeom>
          <a:ln xmlns:a="http://schemas.openxmlformats.org/drawingml/2006/main" w="17145">
            <a:solidFill>
              <a:srgbClr val="16343D"/>
            </a:solidFill>
            <a:prstDash val="solid"/>
          </a:ln>
        </p:spPr>
      </p:sp>
      <p:sp>
        <p:nvSpPr>
          <p:cNvPr id="74" name="R2-symbol">
            <a:extLst xmlns:a="http://schemas.openxmlformats.org/drawingml/2006/main">
              <a:ext uri="{FF2B5EF4-FFF2-40B4-BE49-F238E27FC236}">
                <a16:creationId xmlns:a16="http://schemas.microsoft.com/office/drawing/2014/main" id="{6FF1AF90-D250-4220-BE1D-A9263F1CF85C}"/>
              </a:ext>
            </a:extLst>
          </p:cNvPr>
          <p:cNvSpPr>
            <a:spLocks xmlns:a="http://schemas.openxmlformats.org/drawingml/2006/main" noGrp="1"/>
          </p:cNvSpPr>
          <p:nvPr/>
        </p:nvSpPr>
        <p:spPr>
          <a:xfrm xmlns:a="http://schemas.openxmlformats.org/drawingml/2006/main">
            <a:off x="4333875" y="3333750"/>
            <a:ext cx="190500" cy="523875"/>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75" name="R2-bottom">
            <a:extLst xmlns:a="http://schemas.openxmlformats.org/drawingml/2006/main">
              <a:ext uri="{FF2B5EF4-FFF2-40B4-BE49-F238E27FC236}">
                <a16:creationId xmlns:a16="http://schemas.microsoft.com/office/drawing/2014/main" id="{69A97CBC-BC12-4B45-9AC2-24C91BA68DF4}"/>
              </a:ext>
            </a:extLst>
          </p:cNvPr>
          <p:cNvSpPr>
            <a:spLocks xmlns:a="http://schemas.openxmlformats.org/drawingml/2006/main" noGrp="1"/>
          </p:cNvSpPr>
          <p:nvPr/>
        </p:nvSpPr>
        <p:spPr>
          <a:xfrm xmlns:a="http://schemas.openxmlformats.org/drawingml/2006/main">
            <a:off x="4429125" y="3857625"/>
            <a:ext cx="0" cy="523875"/>
          </a:xfrm>
          <a:prstGeom xmlns:a="http://schemas.openxmlformats.org/drawingml/2006/main" prst="line">
            <a:avLst/>
          </a:prstGeom>
          <a:ln xmlns:a="http://schemas.openxmlformats.org/drawingml/2006/main" w="17145">
            <a:solidFill>
              <a:srgbClr val="16343D"/>
            </a:solidFill>
            <a:prstDash val="solid"/>
          </a:ln>
        </p:spPr>
      </p:sp>
      <p:sp>
        <p:nvSpPr>
          <p:cNvPr id="76" name="R2-value">
            <a:extLst xmlns:a="http://schemas.openxmlformats.org/drawingml/2006/main">
              <a:ext uri="{FF2B5EF4-FFF2-40B4-BE49-F238E27FC236}">
                <a16:creationId xmlns:a16="http://schemas.microsoft.com/office/drawing/2014/main" id="{F700DED5-1038-4A8B-B48E-7E14CA0F8313}"/>
              </a:ext>
            </a:extLst>
          </p:cNvPr>
          <p:cNvSpPr>
            <a:spLocks xmlns:a="http://schemas.openxmlformats.org/drawingml/2006/main" noGrp="1"/>
          </p:cNvSpPr>
          <p:nvPr/>
        </p:nvSpPr>
        <p:spPr>
          <a:xfrm xmlns:a="http://schemas.openxmlformats.org/drawingml/2006/main">
            <a:off x="3600450" y="3057525"/>
            <a:ext cx="1181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R2  39 kΩ ±5%</a:t>
            </a:r>
          </a:p>
        </p:txBody>
      </p:sp>
      <p:sp>
        <p:nvSpPr>
          <p:cNvPr id="77" name="C1-top">
            <a:extLst xmlns:a="http://schemas.openxmlformats.org/drawingml/2006/main">
              <a:ext uri="{FF2B5EF4-FFF2-40B4-BE49-F238E27FC236}">
                <a16:creationId xmlns:a16="http://schemas.microsoft.com/office/drawing/2014/main" id="{576BCA35-BF9F-4CAA-A170-788BDA46B17D}"/>
              </a:ext>
            </a:extLst>
          </p:cNvPr>
          <p:cNvSpPr>
            <a:spLocks xmlns:a="http://schemas.openxmlformats.org/drawingml/2006/main" noGrp="1"/>
          </p:cNvSpPr>
          <p:nvPr/>
        </p:nvSpPr>
        <p:spPr>
          <a:xfrm xmlns:a="http://schemas.openxmlformats.org/drawingml/2006/main">
            <a:off x="5286375" y="2686050"/>
            <a:ext cx="0" cy="695325"/>
          </a:xfrm>
          <a:prstGeom xmlns:a="http://schemas.openxmlformats.org/drawingml/2006/main" prst="line">
            <a:avLst/>
          </a:prstGeom>
          <a:ln xmlns:a="http://schemas.openxmlformats.org/drawingml/2006/main" w="17145">
            <a:solidFill>
              <a:srgbClr val="16343D"/>
            </a:solidFill>
            <a:prstDash val="solid"/>
          </a:ln>
        </p:spPr>
      </p:sp>
      <p:sp>
        <p:nvSpPr>
          <p:cNvPr id="78" name="C1-plate-top">
            <a:extLst xmlns:a="http://schemas.openxmlformats.org/drawingml/2006/main">
              <a:ext uri="{FF2B5EF4-FFF2-40B4-BE49-F238E27FC236}">
                <a16:creationId xmlns:a16="http://schemas.microsoft.com/office/drawing/2014/main" id="{08AD7A6D-B3D5-4723-8E3F-C7C2711CD32C}"/>
              </a:ext>
            </a:extLst>
          </p:cNvPr>
          <p:cNvSpPr>
            <a:spLocks xmlns:a="http://schemas.openxmlformats.org/drawingml/2006/main" noGrp="1"/>
          </p:cNvSpPr>
          <p:nvPr/>
        </p:nvSpPr>
        <p:spPr>
          <a:xfrm xmlns:a="http://schemas.openxmlformats.org/drawingml/2006/main">
            <a:off x="5114925" y="3381375"/>
            <a:ext cx="342900" cy="0"/>
          </a:xfrm>
          <a:prstGeom xmlns:a="http://schemas.openxmlformats.org/drawingml/2006/main" prst="line">
            <a:avLst/>
          </a:prstGeom>
          <a:ln xmlns:a="http://schemas.openxmlformats.org/drawingml/2006/main" w="17145">
            <a:solidFill>
              <a:srgbClr val="16343D"/>
            </a:solidFill>
            <a:prstDash val="solid"/>
          </a:ln>
        </p:spPr>
      </p:sp>
      <p:sp>
        <p:nvSpPr>
          <p:cNvPr id="79" name="C1-plate-bottom">
            <a:extLst xmlns:a="http://schemas.openxmlformats.org/drawingml/2006/main">
              <a:ext uri="{FF2B5EF4-FFF2-40B4-BE49-F238E27FC236}">
                <a16:creationId xmlns:a16="http://schemas.microsoft.com/office/drawing/2014/main" id="{F1860231-966F-47CC-AF61-4BE50320ED90}"/>
              </a:ext>
            </a:extLst>
          </p:cNvPr>
          <p:cNvSpPr>
            <a:spLocks xmlns:a="http://schemas.openxmlformats.org/drawingml/2006/main" noGrp="1"/>
          </p:cNvSpPr>
          <p:nvPr/>
        </p:nvSpPr>
        <p:spPr>
          <a:xfrm xmlns:a="http://schemas.openxmlformats.org/drawingml/2006/main">
            <a:off x="5114925" y="3486150"/>
            <a:ext cx="342900" cy="0"/>
          </a:xfrm>
          <a:prstGeom xmlns:a="http://schemas.openxmlformats.org/drawingml/2006/main" prst="line">
            <a:avLst/>
          </a:prstGeom>
          <a:ln xmlns:a="http://schemas.openxmlformats.org/drawingml/2006/main" w="17145">
            <a:solidFill>
              <a:srgbClr val="16343D"/>
            </a:solidFill>
            <a:prstDash val="solid"/>
          </a:ln>
        </p:spPr>
      </p:sp>
      <p:sp>
        <p:nvSpPr>
          <p:cNvPr id="80" name="C1-bottom">
            <a:extLst xmlns:a="http://schemas.openxmlformats.org/drawingml/2006/main">
              <a:ext uri="{FF2B5EF4-FFF2-40B4-BE49-F238E27FC236}">
                <a16:creationId xmlns:a16="http://schemas.microsoft.com/office/drawing/2014/main" id="{CF8F9D7A-6726-43C8-9D43-EA9B7527D052}"/>
              </a:ext>
            </a:extLst>
          </p:cNvPr>
          <p:cNvSpPr>
            <a:spLocks xmlns:a="http://schemas.openxmlformats.org/drawingml/2006/main" noGrp="1"/>
          </p:cNvSpPr>
          <p:nvPr/>
        </p:nvSpPr>
        <p:spPr>
          <a:xfrm xmlns:a="http://schemas.openxmlformats.org/drawingml/2006/main">
            <a:off x="5286375" y="3486150"/>
            <a:ext cx="0" cy="895350"/>
          </a:xfrm>
          <a:prstGeom xmlns:a="http://schemas.openxmlformats.org/drawingml/2006/main" prst="line">
            <a:avLst/>
          </a:prstGeom>
          <a:ln xmlns:a="http://schemas.openxmlformats.org/drawingml/2006/main" w="17145">
            <a:solidFill>
              <a:srgbClr val="16343D"/>
            </a:solidFill>
            <a:prstDash val="solid"/>
          </a:ln>
        </p:spPr>
      </p:sp>
      <p:sp>
        <p:nvSpPr>
          <p:cNvPr id="81" name="C1-value">
            <a:extLst xmlns:a="http://schemas.openxmlformats.org/drawingml/2006/main">
              <a:ext uri="{FF2B5EF4-FFF2-40B4-BE49-F238E27FC236}">
                <a16:creationId xmlns:a16="http://schemas.microsoft.com/office/drawing/2014/main" id="{73420A16-58D5-4D4A-A484-55950244EBF1}"/>
              </a:ext>
            </a:extLst>
          </p:cNvPr>
          <p:cNvSpPr>
            <a:spLocks xmlns:a="http://schemas.openxmlformats.org/drawingml/2006/main" noGrp="1"/>
          </p:cNvSpPr>
          <p:nvPr/>
        </p:nvSpPr>
        <p:spPr>
          <a:xfrm xmlns:a="http://schemas.openxmlformats.org/drawingml/2006/main">
            <a:off x="4829175" y="3057525"/>
            <a:ext cx="1200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C1 100 nF ±20%</a:t>
            </a:r>
          </a:p>
        </p:txBody>
      </p:sp>
      <p:sp>
        <p:nvSpPr>
          <p:cNvPr id="82" name="C1-near-ADC">
            <a:extLst xmlns:a="http://schemas.openxmlformats.org/drawingml/2006/main">
              <a:ext uri="{FF2B5EF4-FFF2-40B4-BE49-F238E27FC236}">
                <a16:creationId xmlns:a16="http://schemas.microsoft.com/office/drawing/2014/main" id="{EF80AB55-1629-4CDE-9F48-C321C60D7058}"/>
              </a:ext>
            </a:extLst>
          </p:cNvPr>
          <p:cNvSpPr>
            <a:spLocks xmlns:a="http://schemas.openxmlformats.org/drawingml/2006/main" noGrp="1"/>
          </p:cNvSpPr>
          <p:nvPr/>
        </p:nvSpPr>
        <p:spPr>
          <a:xfrm xmlns:a="http://schemas.openxmlformats.org/drawingml/2006/main">
            <a:off x="5400675" y="3657600"/>
            <a:ext cx="638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0">
                <a:solidFill>
                  <a:srgbClr val="4F6870"/>
                </a:solidFill>
                <a:latin typeface="Arial"/>
                <a:ea typeface="Arial"/>
                <a:cs typeface="Arial"/>
              </a:defRPr>
            </a:defPPr>
            <a:lvl1pPr algn="l">
              <a:defRPr sz="938" b="0">
                <a:solidFill>
                  <a:srgbClr val="4F6870"/>
                </a:solidFill>
                <a:latin typeface="Arial"/>
                <a:ea typeface="Arial"/>
                <a:cs typeface="Arial"/>
              </a:defRPr>
            </a:lvl1pPr>
            <a:lvl2pPr algn="l">
              <a:defRPr sz="938" b="0">
                <a:solidFill>
                  <a:srgbClr val="4F6870"/>
                </a:solidFill>
                <a:latin typeface="Arial"/>
                <a:ea typeface="Arial"/>
                <a:cs typeface="Arial"/>
              </a:defRPr>
            </a:lvl2pPr>
            <a:lvl3pPr algn="l">
              <a:defRPr sz="938" b="0">
                <a:solidFill>
                  <a:srgbClr val="4F6870"/>
                </a:solidFill>
                <a:latin typeface="Arial"/>
                <a:ea typeface="Arial"/>
                <a:cs typeface="Arial"/>
              </a:defRPr>
            </a:lvl3pPr>
            <a:lvl4pPr algn="l">
              <a:defRPr sz="938" b="0">
                <a:solidFill>
                  <a:srgbClr val="4F6870"/>
                </a:solidFill>
                <a:latin typeface="Arial"/>
                <a:ea typeface="Arial"/>
                <a:cs typeface="Arial"/>
              </a:defRPr>
            </a:lvl4pPr>
            <a:lvl5pPr algn="l">
              <a:defRPr sz="938" b="0">
                <a:solidFill>
                  <a:srgbClr val="4F6870"/>
                </a:solidFill>
                <a:latin typeface="Arial"/>
                <a:ea typeface="Arial"/>
                <a:cs typeface="Arial"/>
              </a:defRPr>
            </a:lvl5pPr>
            <a:lvl6pPr algn="l">
              <a:defRPr sz="938" b="0">
                <a:solidFill>
                  <a:srgbClr val="4F6870"/>
                </a:solidFill>
                <a:latin typeface="Arial"/>
                <a:ea typeface="Arial"/>
                <a:cs typeface="Arial"/>
              </a:defRPr>
            </a:lvl6pPr>
            <a:lvl7pPr algn="l">
              <a:defRPr sz="938" b="0">
                <a:solidFill>
                  <a:srgbClr val="4F6870"/>
                </a:solidFill>
                <a:latin typeface="Arial"/>
                <a:ea typeface="Arial"/>
                <a:cs typeface="Arial"/>
              </a:defRPr>
            </a:lvl7pPr>
            <a:lvl8pPr algn="l">
              <a:defRPr sz="938" b="0">
                <a:solidFill>
                  <a:srgbClr val="4F6870"/>
                </a:solidFill>
                <a:latin typeface="Arial"/>
                <a:ea typeface="Arial"/>
                <a:cs typeface="Arial"/>
              </a:defRPr>
            </a:lvl8pPr>
            <a:lvl9pPr algn="l">
              <a:defRPr sz="938" b="0">
                <a:solidFill>
                  <a:srgbClr val="4F6870"/>
                </a:solidFill>
                <a:latin typeface="Arial"/>
                <a:ea typeface="Arial"/>
                <a:cs typeface="Arial"/>
              </a:defRPr>
            </a:lvl9pPr>
          </a:lstStyle>
          <a:p xmlns:a="http://schemas.openxmlformats.org/drawingml/2006/main">
            <a:pPr algn="l">
              <a:defRPr sz="938" b="0">
                <a:solidFill>
                  <a:srgbClr val="4F6870"/>
                </a:solidFill>
                <a:latin typeface="Arial"/>
                <a:ea typeface="Arial"/>
                <a:cs typeface="Arial"/>
              </a:defRPr>
            </a:pPr>
            <a:r>
              <a:rPr sz="938" b="0">
                <a:solidFill>
                  <a:srgbClr val="4F6870"/>
                </a:solidFill>
                <a:latin typeface="Arial"/>
                <a:ea typeface="Arial"/>
                <a:cs typeface="Arial"/>
              </a:rPr>
              <a:t>50 V</a:t>
            </a:r>
          </a:p>
          <a:p xmlns:a="http://schemas.openxmlformats.org/drawingml/2006/main">
            <a:pPr algn="l">
              <a:defRPr sz="938" b="0">
                <a:solidFill>
                  <a:srgbClr val="4F6870"/>
                </a:solidFill>
                <a:latin typeface="Arial"/>
                <a:ea typeface="Arial"/>
                <a:cs typeface="Arial"/>
              </a:defRPr>
            </a:pPr>
            <a:r>
              <a:rPr sz="938" b="0">
                <a:solidFill>
                  <a:srgbClr val="4F6870"/>
                </a:solidFill>
                <a:latin typeface="Arial"/>
                <a:ea typeface="Arial"/>
                <a:cs typeface="Arial"/>
              </a:rPr>
              <a:t>sát ADC</a:t>
            </a:r>
          </a:p>
        </p:txBody>
      </p:sp>
      <p:sp>
        <p:nvSpPr>
          <p:cNvPr id="83" name="A1-gnd-stub">
            <a:extLst xmlns:a="http://schemas.openxmlformats.org/drawingml/2006/main">
              <a:ext uri="{FF2B5EF4-FFF2-40B4-BE49-F238E27FC236}">
                <a16:creationId xmlns:a16="http://schemas.microsoft.com/office/drawing/2014/main" id="{91A2FF9C-9897-4035-8D20-98B6620DE194}"/>
              </a:ext>
            </a:extLst>
          </p:cNvPr>
          <p:cNvSpPr>
            <a:spLocks xmlns:a="http://schemas.openxmlformats.org/drawingml/2006/main" noGrp="1"/>
          </p:cNvSpPr>
          <p:nvPr/>
        </p:nvSpPr>
        <p:spPr>
          <a:xfrm xmlns:a="http://schemas.openxmlformats.org/drawingml/2006/main">
            <a:off x="2333625" y="4000500"/>
            <a:ext cx="333375" cy="0"/>
          </a:xfrm>
          <a:prstGeom xmlns:a="http://schemas.openxmlformats.org/drawingml/2006/main" prst="line">
            <a:avLst/>
          </a:prstGeom>
          <a:ln xmlns:a="http://schemas.openxmlformats.org/drawingml/2006/main" w="17145">
            <a:solidFill>
              <a:srgbClr val="16343D"/>
            </a:solidFill>
            <a:prstDash val="solid"/>
          </a:ln>
        </p:spPr>
      </p:sp>
      <p:sp>
        <p:nvSpPr>
          <p:cNvPr id="84" name="A1-gnd-drop">
            <a:extLst xmlns:a="http://schemas.openxmlformats.org/drawingml/2006/main">
              <a:ext uri="{FF2B5EF4-FFF2-40B4-BE49-F238E27FC236}">
                <a16:creationId xmlns:a16="http://schemas.microsoft.com/office/drawing/2014/main" id="{9A309407-12A2-4603-9CE7-4419B77BA6B7}"/>
              </a:ext>
            </a:extLst>
          </p:cNvPr>
          <p:cNvSpPr>
            <a:spLocks xmlns:a="http://schemas.openxmlformats.org/drawingml/2006/main" noGrp="1"/>
          </p:cNvSpPr>
          <p:nvPr/>
        </p:nvSpPr>
        <p:spPr>
          <a:xfrm xmlns:a="http://schemas.openxmlformats.org/drawingml/2006/main">
            <a:off x="2667000" y="4000500"/>
            <a:ext cx="0" cy="381000"/>
          </a:xfrm>
          <a:prstGeom xmlns:a="http://schemas.openxmlformats.org/drawingml/2006/main" prst="line">
            <a:avLst/>
          </a:prstGeom>
          <a:ln xmlns:a="http://schemas.openxmlformats.org/drawingml/2006/main" w="17145">
            <a:solidFill>
              <a:srgbClr val="16343D"/>
            </a:solidFill>
            <a:prstDash val="solid"/>
          </a:ln>
        </p:spPr>
      </p:sp>
      <p:sp>
        <p:nvSpPr>
          <p:cNvPr id="85" name="gnd-bus">
            <a:extLst xmlns:a="http://schemas.openxmlformats.org/drawingml/2006/main">
              <a:ext uri="{FF2B5EF4-FFF2-40B4-BE49-F238E27FC236}">
                <a16:creationId xmlns:a16="http://schemas.microsoft.com/office/drawing/2014/main" id="{AEFF0E20-3B88-451D-9CDA-8A0AAEB3ABF3}"/>
              </a:ext>
            </a:extLst>
          </p:cNvPr>
          <p:cNvSpPr>
            <a:spLocks xmlns:a="http://schemas.openxmlformats.org/drawingml/2006/main" noGrp="1"/>
          </p:cNvSpPr>
          <p:nvPr/>
        </p:nvSpPr>
        <p:spPr>
          <a:xfrm xmlns:a="http://schemas.openxmlformats.org/drawingml/2006/main">
            <a:off x="2667000" y="4381500"/>
            <a:ext cx="3143250" cy="0"/>
          </a:xfrm>
          <a:prstGeom xmlns:a="http://schemas.openxmlformats.org/drawingml/2006/main" prst="line">
            <a:avLst/>
          </a:prstGeom>
          <a:ln xmlns:a="http://schemas.openxmlformats.org/drawingml/2006/main" w="17145">
            <a:solidFill>
              <a:srgbClr val="16343D"/>
            </a:solidFill>
            <a:prstDash val="solid"/>
          </a:ln>
        </p:spPr>
      </p:sp>
      <p:sp>
        <p:nvSpPr>
          <p:cNvPr id="86" name="A2-gnd-drop">
            <a:extLst xmlns:a="http://schemas.openxmlformats.org/drawingml/2006/main">
              <a:ext uri="{FF2B5EF4-FFF2-40B4-BE49-F238E27FC236}">
                <a16:creationId xmlns:a16="http://schemas.microsoft.com/office/drawing/2014/main" id="{5DAEC96C-1A37-4B88-B23D-C9B625044BB0}"/>
              </a:ext>
            </a:extLst>
          </p:cNvPr>
          <p:cNvSpPr>
            <a:spLocks xmlns:a="http://schemas.openxmlformats.org/drawingml/2006/main" noGrp="1"/>
          </p:cNvSpPr>
          <p:nvPr/>
        </p:nvSpPr>
        <p:spPr>
          <a:xfrm xmlns:a="http://schemas.openxmlformats.org/drawingml/2006/main">
            <a:off x="5810250" y="4000500"/>
            <a:ext cx="0" cy="381000"/>
          </a:xfrm>
          <a:prstGeom xmlns:a="http://schemas.openxmlformats.org/drawingml/2006/main" prst="line">
            <a:avLst/>
          </a:prstGeom>
          <a:ln xmlns:a="http://schemas.openxmlformats.org/drawingml/2006/main" w="17145">
            <a:solidFill>
              <a:srgbClr val="16343D"/>
            </a:solidFill>
            <a:prstDash val="solid"/>
          </a:ln>
        </p:spPr>
      </p:sp>
      <p:sp>
        <p:nvSpPr>
          <p:cNvPr id="87" name="A2-gnd-stub">
            <a:extLst xmlns:a="http://schemas.openxmlformats.org/drawingml/2006/main">
              <a:ext uri="{FF2B5EF4-FFF2-40B4-BE49-F238E27FC236}">
                <a16:creationId xmlns:a16="http://schemas.microsoft.com/office/drawing/2014/main" id="{00B2D404-79EE-4432-B4FD-6EA11D724840}"/>
              </a:ext>
            </a:extLst>
          </p:cNvPr>
          <p:cNvSpPr>
            <a:spLocks xmlns:a="http://schemas.openxmlformats.org/drawingml/2006/main" noGrp="1"/>
          </p:cNvSpPr>
          <p:nvPr/>
        </p:nvSpPr>
        <p:spPr>
          <a:xfrm xmlns:a="http://schemas.openxmlformats.org/drawingml/2006/main">
            <a:off x="5810250" y="4000500"/>
            <a:ext cx="285750" cy="0"/>
          </a:xfrm>
          <a:prstGeom xmlns:a="http://schemas.openxmlformats.org/drawingml/2006/main" prst="line">
            <a:avLst/>
          </a:prstGeom>
          <a:ln xmlns:a="http://schemas.openxmlformats.org/drawingml/2006/main" w="17145">
            <a:solidFill>
              <a:srgbClr val="16343D"/>
            </a:solidFill>
            <a:prstDash val="solid"/>
          </a:ln>
        </p:spPr>
      </p:sp>
      <p:sp>
        <p:nvSpPr>
          <p:cNvPr id="88" name="junction-465-282">
            <a:extLst xmlns:a="http://schemas.openxmlformats.org/drawingml/2006/main">
              <a:ext uri="{FF2B5EF4-FFF2-40B4-BE49-F238E27FC236}">
                <a16:creationId xmlns:a16="http://schemas.microsoft.com/office/drawing/2014/main" id="{5A442D23-D5E7-4EB0-A8C7-82713007B43F}"/>
              </a:ext>
            </a:extLst>
          </p:cNvPr>
          <p:cNvSpPr>
            <a:spLocks xmlns:a="http://schemas.openxmlformats.org/drawingml/2006/main" noGrp="1"/>
          </p:cNvSpPr>
          <p:nvPr/>
        </p:nvSpPr>
        <p:spPr>
          <a:xfrm xmlns:a="http://schemas.openxmlformats.org/drawingml/2006/main">
            <a:off x="4400550" y="265747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89" name="junction-555-282">
            <a:extLst xmlns:a="http://schemas.openxmlformats.org/drawingml/2006/main">
              <a:ext uri="{FF2B5EF4-FFF2-40B4-BE49-F238E27FC236}">
                <a16:creationId xmlns:a16="http://schemas.microsoft.com/office/drawing/2014/main" id="{CF80A823-BEED-436A-9FDD-38508ED7A969}"/>
              </a:ext>
            </a:extLst>
          </p:cNvPr>
          <p:cNvSpPr>
            <a:spLocks xmlns:a="http://schemas.openxmlformats.org/drawingml/2006/main" noGrp="1"/>
          </p:cNvSpPr>
          <p:nvPr/>
        </p:nvSpPr>
        <p:spPr>
          <a:xfrm xmlns:a="http://schemas.openxmlformats.org/drawingml/2006/main">
            <a:off x="5257800" y="265747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0" name="junction-465-460">
            <a:extLst xmlns:a="http://schemas.openxmlformats.org/drawingml/2006/main">
              <a:ext uri="{FF2B5EF4-FFF2-40B4-BE49-F238E27FC236}">
                <a16:creationId xmlns:a16="http://schemas.microsoft.com/office/drawing/2014/main" id="{AC788D91-938D-4039-8E89-6D366AD4E297}"/>
              </a:ext>
            </a:extLst>
          </p:cNvPr>
          <p:cNvSpPr>
            <a:spLocks xmlns:a="http://schemas.openxmlformats.org/drawingml/2006/main" noGrp="1"/>
          </p:cNvSpPr>
          <p:nvPr/>
        </p:nvSpPr>
        <p:spPr>
          <a:xfrm xmlns:a="http://schemas.openxmlformats.org/drawingml/2006/main">
            <a:off x="4400550" y="435292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1" name="junction-555-460">
            <a:extLst xmlns:a="http://schemas.openxmlformats.org/drawingml/2006/main">
              <a:ext uri="{FF2B5EF4-FFF2-40B4-BE49-F238E27FC236}">
                <a16:creationId xmlns:a16="http://schemas.microsoft.com/office/drawing/2014/main" id="{A045BF7E-BA84-41F8-BCB2-9F9DD137AE3A}"/>
              </a:ext>
            </a:extLst>
          </p:cNvPr>
          <p:cNvSpPr>
            <a:spLocks xmlns:a="http://schemas.openxmlformats.org/drawingml/2006/main" noGrp="1"/>
          </p:cNvSpPr>
          <p:nvPr/>
        </p:nvSpPr>
        <p:spPr>
          <a:xfrm xmlns:a="http://schemas.openxmlformats.org/drawingml/2006/main">
            <a:off x="5257800" y="435292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2" name="junction-610-460">
            <a:extLst xmlns:a="http://schemas.openxmlformats.org/drawingml/2006/main">
              <a:ext uri="{FF2B5EF4-FFF2-40B4-BE49-F238E27FC236}">
                <a16:creationId xmlns:a16="http://schemas.microsoft.com/office/drawing/2014/main" id="{C431F7B4-3504-4DA6-937C-3A4A298C088C}"/>
              </a:ext>
            </a:extLst>
          </p:cNvPr>
          <p:cNvSpPr>
            <a:spLocks xmlns:a="http://schemas.openxmlformats.org/drawingml/2006/main" noGrp="1"/>
          </p:cNvSpPr>
          <p:nvPr/>
        </p:nvSpPr>
        <p:spPr>
          <a:xfrm xmlns:a="http://schemas.openxmlformats.org/drawingml/2006/main">
            <a:off x="5781675" y="435292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3" name="TP1-stem">
            <a:extLst xmlns:a="http://schemas.openxmlformats.org/drawingml/2006/main">
              <a:ext uri="{FF2B5EF4-FFF2-40B4-BE49-F238E27FC236}">
                <a16:creationId xmlns:a16="http://schemas.microsoft.com/office/drawing/2014/main" id="{E8196338-3331-4673-B9EB-1293AFF42386}"/>
              </a:ext>
            </a:extLst>
          </p:cNvPr>
          <p:cNvSpPr>
            <a:spLocks xmlns:a="http://schemas.openxmlformats.org/drawingml/2006/main" noGrp="1"/>
          </p:cNvSpPr>
          <p:nvPr/>
        </p:nvSpPr>
        <p:spPr>
          <a:xfrm xmlns:a="http://schemas.openxmlformats.org/drawingml/2006/main">
            <a:off x="2667000" y="2495550"/>
            <a:ext cx="0" cy="190500"/>
          </a:xfrm>
          <a:prstGeom xmlns:a="http://schemas.openxmlformats.org/drawingml/2006/main" prst="line">
            <a:avLst/>
          </a:prstGeom>
          <a:ln xmlns:a="http://schemas.openxmlformats.org/drawingml/2006/main" w="17145">
            <a:solidFill>
              <a:srgbClr val="16343D"/>
            </a:solidFill>
            <a:prstDash val="solid"/>
          </a:ln>
        </p:spPr>
      </p:sp>
      <p:sp>
        <p:nvSpPr>
          <p:cNvPr id="94" name="TP1-probe">
            <a:extLst xmlns:a="http://schemas.openxmlformats.org/drawingml/2006/main">
              <a:ext uri="{FF2B5EF4-FFF2-40B4-BE49-F238E27FC236}">
                <a16:creationId xmlns:a16="http://schemas.microsoft.com/office/drawing/2014/main" id="{FE4D4464-B4A7-4280-BCDC-EF78D270B82B}"/>
              </a:ext>
            </a:extLst>
          </p:cNvPr>
          <p:cNvSpPr>
            <a:spLocks xmlns:a="http://schemas.openxmlformats.org/drawingml/2006/main" noGrp="1"/>
          </p:cNvSpPr>
          <p:nvPr/>
        </p:nvSpPr>
        <p:spPr>
          <a:xfrm xmlns:a="http://schemas.openxmlformats.org/drawingml/2006/main">
            <a:off x="2628900" y="24193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95" name="TP1-junction">
            <a:extLst xmlns:a="http://schemas.openxmlformats.org/drawingml/2006/main">
              <a:ext uri="{FF2B5EF4-FFF2-40B4-BE49-F238E27FC236}">
                <a16:creationId xmlns:a16="http://schemas.microsoft.com/office/drawing/2014/main" id="{A2069A2A-8C42-4555-A0E5-FAB68277ACB3}"/>
              </a:ext>
            </a:extLst>
          </p:cNvPr>
          <p:cNvSpPr>
            <a:spLocks xmlns:a="http://schemas.openxmlformats.org/drawingml/2006/main" noGrp="1"/>
          </p:cNvSpPr>
          <p:nvPr/>
        </p:nvSpPr>
        <p:spPr>
          <a:xfrm xmlns:a="http://schemas.openxmlformats.org/drawingml/2006/main">
            <a:off x="2638425" y="265747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6" name="TP1-label">
            <a:extLst xmlns:a="http://schemas.openxmlformats.org/drawingml/2006/main">
              <a:ext uri="{FF2B5EF4-FFF2-40B4-BE49-F238E27FC236}">
                <a16:creationId xmlns:a16="http://schemas.microsoft.com/office/drawing/2014/main" id="{1626FA5A-80B5-4A02-BD04-46E5913A6AD2}"/>
              </a:ext>
            </a:extLst>
          </p:cNvPr>
          <p:cNvSpPr>
            <a:spLocks xmlns:a="http://schemas.openxmlformats.org/drawingml/2006/main" noGrp="1"/>
          </p:cNvSpPr>
          <p:nvPr/>
        </p:nvSpPr>
        <p:spPr>
          <a:xfrm xmlns:a="http://schemas.openxmlformats.org/drawingml/2006/main">
            <a:off x="2428875" y="2181225"/>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TP1</a:t>
            </a:r>
          </a:p>
        </p:txBody>
      </p:sp>
      <p:sp>
        <p:nvSpPr>
          <p:cNvPr id="97" name="TP2-stem">
            <a:extLst xmlns:a="http://schemas.openxmlformats.org/drawingml/2006/main">
              <a:ext uri="{FF2B5EF4-FFF2-40B4-BE49-F238E27FC236}">
                <a16:creationId xmlns:a16="http://schemas.microsoft.com/office/drawing/2014/main" id="{EE42FEC5-0720-424C-96E5-A8830CFC8C7F}"/>
              </a:ext>
            </a:extLst>
          </p:cNvPr>
          <p:cNvSpPr>
            <a:spLocks xmlns:a="http://schemas.openxmlformats.org/drawingml/2006/main" noGrp="1"/>
          </p:cNvSpPr>
          <p:nvPr/>
        </p:nvSpPr>
        <p:spPr>
          <a:xfrm xmlns:a="http://schemas.openxmlformats.org/drawingml/2006/main">
            <a:off x="4667250" y="2495550"/>
            <a:ext cx="0" cy="190500"/>
          </a:xfrm>
          <a:prstGeom xmlns:a="http://schemas.openxmlformats.org/drawingml/2006/main" prst="line">
            <a:avLst/>
          </a:prstGeom>
          <a:ln xmlns:a="http://schemas.openxmlformats.org/drawingml/2006/main" w="17145">
            <a:solidFill>
              <a:srgbClr val="16343D"/>
            </a:solidFill>
            <a:prstDash val="solid"/>
          </a:ln>
        </p:spPr>
      </p:sp>
      <p:sp>
        <p:nvSpPr>
          <p:cNvPr id="98" name="TP2-probe">
            <a:extLst xmlns:a="http://schemas.openxmlformats.org/drawingml/2006/main">
              <a:ext uri="{FF2B5EF4-FFF2-40B4-BE49-F238E27FC236}">
                <a16:creationId xmlns:a16="http://schemas.microsoft.com/office/drawing/2014/main" id="{C31A518A-7678-4DAB-9E77-6FB141549E8C}"/>
              </a:ext>
            </a:extLst>
          </p:cNvPr>
          <p:cNvSpPr>
            <a:spLocks xmlns:a="http://schemas.openxmlformats.org/drawingml/2006/main" noGrp="1"/>
          </p:cNvSpPr>
          <p:nvPr/>
        </p:nvSpPr>
        <p:spPr>
          <a:xfrm xmlns:a="http://schemas.openxmlformats.org/drawingml/2006/main">
            <a:off x="4629150" y="24193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99" name="TP2-junction">
            <a:extLst xmlns:a="http://schemas.openxmlformats.org/drawingml/2006/main">
              <a:ext uri="{FF2B5EF4-FFF2-40B4-BE49-F238E27FC236}">
                <a16:creationId xmlns:a16="http://schemas.microsoft.com/office/drawing/2014/main" id="{BC0173FB-661F-4C7A-B799-A24AFD342D37}"/>
              </a:ext>
            </a:extLst>
          </p:cNvPr>
          <p:cNvSpPr>
            <a:spLocks xmlns:a="http://schemas.openxmlformats.org/drawingml/2006/main" noGrp="1"/>
          </p:cNvSpPr>
          <p:nvPr/>
        </p:nvSpPr>
        <p:spPr>
          <a:xfrm xmlns:a="http://schemas.openxmlformats.org/drawingml/2006/main">
            <a:off x="4638675" y="265747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00" name="TP2-label">
            <a:extLst xmlns:a="http://schemas.openxmlformats.org/drawingml/2006/main">
              <a:ext uri="{FF2B5EF4-FFF2-40B4-BE49-F238E27FC236}">
                <a16:creationId xmlns:a16="http://schemas.microsoft.com/office/drawing/2014/main" id="{80CA582F-997A-4B70-8F0E-5B6551604779}"/>
              </a:ext>
            </a:extLst>
          </p:cNvPr>
          <p:cNvSpPr>
            <a:spLocks xmlns:a="http://schemas.openxmlformats.org/drawingml/2006/main" noGrp="1"/>
          </p:cNvSpPr>
          <p:nvPr/>
        </p:nvSpPr>
        <p:spPr>
          <a:xfrm xmlns:a="http://schemas.openxmlformats.org/drawingml/2006/main">
            <a:off x="4429125" y="2181225"/>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TP2</a:t>
            </a:r>
          </a:p>
        </p:txBody>
      </p:sp>
      <p:sp>
        <p:nvSpPr>
          <p:cNvPr id="101" name="TP3-stem">
            <a:extLst xmlns:a="http://schemas.openxmlformats.org/drawingml/2006/main">
              <a:ext uri="{FF2B5EF4-FFF2-40B4-BE49-F238E27FC236}">
                <a16:creationId xmlns:a16="http://schemas.microsoft.com/office/drawing/2014/main" id="{FCF1F220-7670-452D-A3EF-82FD215A2F59}"/>
              </a:ext>
            </a:extLst>
          </p:cNvPr>
          <p:cNvSpPr>
            <a:spLocks xmlns:a="http://schemas.openxmlformats.org/drawingml/2006/main" noGrp="1"/>
          </p:cNvSpPr>
          <p:nvPr/>
        </p:nvSpPr>
        <p:spPr>
          <a:xfrm xmlns:a="http://schemas.openxmlformats.org/drawingml/2006/main">
            <a:off x="3429000" y="4381500"/>
            <a:ext cx="0" cy="171450"/>
          </a:xfrm>
          <a:prstGeom xmlns:a="http://schemas.openxmlformats.org/drawingml/2006/main" prst="line">
            <a:avLst/>
          </a:prstGeom>
          <a:ln xmlns:a="http://schemas.openxmlformats.org/drawingml/2006/main" w="17145">
            <a:solidFill>
              <a:srgbClr val="16343D"/>
            </a:solidFill>
            <a:prstDash val="solid"/>
          </a:ln>
        </p:spPr>
      </p:sp>
      <p:sp>
        <p:nvSpPr>
          <p:cNvPr id="102" name="TP3-probe">
            <a:extLst xmlns:a="http://schemas.openxmlformats.org/drawingml/2006/main">
              <a:ext uri="{FF2B5EF4-FFF2-40B4-BE49-F238E27FC236}">
                <a16:creationId xmlns:a16="http://schemas.microsoft.com/office/drawing/2014/main" id="{B54BEF34-3C3F-42E9-A628-8DC90BABBF44}"/>
              </a:ext>
            </a:extLst>
          </p:cNvPr>
          <p:cNvSpPr>
            <a:spLocks xmlns:a="http://schemas.openxmlformats.org/drawingml/2006/main" noGrp="1"/>
          </p:cNvSpPr>
          <p:nvPr/>
        </p:nvSpPr>
        <p:spPr>
          <a:xfrm xmlns:a="http://schemas.openxmlformats.org/drawingml/2006/main">
            <a:off x="3390900" y="45529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103" name="TP3-junction">
            <a:extLst xmlns:a="http://schemas.openxmlformats.org/drawingml/2006/main">
              <a:ext uri="{FF2B5EF4-FFF2-40B4-BE49-F238E27FC236}">
                <a16:creationId xmlns:a16="http://schemas.microsoft.com/office/drawing/2014/main" id="{33C8E56C-4FF2-45B9-9225-127E4B8445EA}"/>
              </a:ext>
            </a:extLst>
          </p:cNvPr>
          <p:cNvSpPr>
            <a:spLocks xmlns:a="http://schemas.openxmlformats.org/drawingml/2006/main" noGrp="1"/>
          </p:cNvSpPr>
          <p:nvPr/>
        </p:nvSpPr>
        <p:spPr>
          <a:xfrm xmlns:a="http://schemas.openxmlformats.org/drawingml/2006/main">
            <a:off x="3400425" y="435292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04" name="TP3-label">
            <a:extLst xmlns:a="http://schemas.openxmlformats.org/drawingml/2006/main">
              <a:ext uri="{FF2B5EF4-FFF2-40B4-BE49-F238E27FC236}">
                <a16:creationId xmlns:a16="http://schemas.microsoft.com/office/drawing/2014/main" id="{3BB37B5E-F88F-4033-99F2-F1E2A1C9DF9A}"/>
              </a:ext>
            </a:extLst>
          </p:cNvPr>
          <p:cNvSpPr>
            <a:spLocks xmlns:a="http://schemas.openxmlformats.org/drawingml/2006/main" noGrp="1"/>
          </p:cNvSpPr>
          <p:nvPr/>
        </p:nvSpPr>
        <p:spPr>
          <a:xfrm xmlns:a="http://schemas.openxmlformats.org/drawingml/2006/main">
            <a:off x="3114675" y="4591050"/>
            <a:ext cx="552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TP3</a:t>
            </a:r>
          </a:p>
        </p:txBody>
      </p:sp>
      <p:sp>
        <p:nvSpPr>
          <p:cNvPr id="105" name="common-stem">
            <a:extLst xmlns:a="http://schemas.openxmlformats.org/drawingml/2006/main">
              <a:ext uri="{FF2B5EF4-FFF2-40B4-BE49-F238E27FC236}">
                <a16:creationId xmlns:a16="http://schemas.microsoft.com/office/drawing/2014/main" id="{CCB16874-0076-4102-B30B-1CCA1CCBF0B6}"/>
              </a:ext>
            </a:extLst>
          </p:cNvPr>
          <p:cNvSpPr>
            <a:spLocks xmlns:a="http://schemas.openxmlformats.org/drawingml/2006/main" noGrp="1"/>
          </p:cNvSpPr>
          <p:nvPr/>
        </p:nvSpPr>
        <p:spPr>
          <a:xfrm xmlns:a="http://schemas.openxmlformats.org/drawingml/2006/main">
            <a:off x="4000500" y="4381500"/>
            <a:ext cx="0" cy="76200"/>
          </a:xfrm>
          <a:prstGeom xmlns:a="http://schemas.openxmlformats.org/drawingml/2006/main" prst="line">
            <a:avLst/>
          </a:prstGeom>
          <a:ln xmlns:a="http://schemas.openxmlformats.org/drawingml/2006/main" w="17145">
            <a:solidFill>
              <a:srgbClr val="16343D"/>
            </a:solidFill>
            <a:prstDash val="solid"/>
          </a:ln>
        </p:spPr>
      </p:sp>
      <p:sp>
        <p:nvSpPr>
          <p:cNvPr id="106" name="common-signal-ground">
            <a:extLst xmlns:a="http://schemas.openxmlformats.org/drawingml/2006/main">
              <a:ext uri="{FF2B5EF4-FFF2-40B4-BE49-F238E27FC236}">
                <a16:creationId xmlns:a16="http://schemas.microsoft.com/office/drawing/2014/main" id="{ABB41479-4445-471D-B073-B1285EF26459}"/>
              </a:ext>
            </a:extLst>
          </p:cNvPr>
          <p:cNvSpPr>
            <a:spLocks xmlns:a="http://schemas.openxmlformats.org/drawingml/2006/main" noGrp="1"/>
          </p:cNvSpPr>
          <p:nvPr/>
        </p:nvSpPr>
        <p:spPr>
          <a:xfrm xmlns:a="http://schemas.openxmlformats.org/drawingml/2006/main" rot="10800000">
            <a:off x="3924300" y="4457700"/>
            <a:ext cx="152400" cy="95250"/>
          </a:xfrm>
          <a:prstGeom xmlns:a="http://schemas.openxmlformats.org/drawingml/2006/main" prst="triangle">
            <a:avLst/>
          </a:prstGeom>
          <a:noFill xmlns:a="http://schemas.openxmlformats.org/drawingml/2006/main"/>
          <a:ln xmlns:a="http://schemas.openxmlformats.org/drawingml/2006/main" w="14288">
            <a:solidFill>
              <a:srgbClr val="16343D"/>
            </a:solidFill>
            <a:prstDash val="solid"/>
          </a:ln>
        </p:spPr>
      </p:sp>
      <p:sp>
        <p:nvSpPr>
          <p:cNvPr id="107" name="ground-label">
            <a:extLst xmlns:a="http://schemas.openxmlformats.org/drawingml/2006/main">
              <a:ext uri="{FF2B5EF4-FFF2-40B4-BE49-F238E27FC236}">
                <a16:creationId xmlns:a16="http://schemas.microsoft.com/office/drawing/2014/main" id="{5176EC3D-CBDD-4EC4-8BF7-83B1454CD673}"/>
              </a:ext>
            </a:extLst>
          </p:cNvPr>
          <p:cNvSpPr>
            <a:spLocks xmlns:a="http://schemas.openxmlformats.org/drawingml/2006/main" noGrp="1"/>
          </p:cNvSpPr>
          <p:nvPr/>
        </p:nvSpPr>
        <p:spPr>
          <a:xfrm xmlns:a="http://schemas.openxmlformats.org/drawingml/2006/main">
            <a:off x="4181475" y="45910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GND / 0 V</a:t>
            </a:r>
          </a:p>
        </p:txBody>
      </p:sp>
      <p:sp>
        <p:nvSpPr>
          <p:cNvPr id="108" name="A2-A3-3V3_A2">
            <a:extLst xmlns:a="http://schemas.openxmlformats.org/drawingml/2006/main">
              <a:ext uri="{FF2B5EF4-FFF2-40B4-BE49-F238E27FC236}">
                <a16:creationId xmlns:a16="http://schemas.microsoft.com/office/drawing/2014/main" id="{84AE2806-C94E-41B6-9198-8E4DE08F45A2}"/>
              </a:ext>
            </a:extLst>
          </p:cNvPr>
          <p:cNvSpPr>
            <a:spLocks xmlns:a="http://schemas.openxmlformats.org/drawingml/2006/main" noGrp="1"/>
          </p:cNvSpPr>
          <p:nvPr/>
        </p:nvSpPr>
        <p:spPr>
          <a:xfrm xmlns:a="http://schemas.openxmlformats.org/drawingml/2006/main">
            <a:off x="8334375" y="3000375"/>
            <a:ext cx="2047875" cy="0"/>
          </a:xfrm>
          <a:prstGeom xmlns:a="http://schemas.openxmlformats.org/drawingml/2006/main" prst="line">
            <a:avLst/>
          </a:prstGeom>
          <a:ln xmlns:a="http://schemas.openxmlformats.org/drawingml/2006/main" w="17145">
            <a:solidFill>
              <a:srgbClr val="16343D"/>
            </a:solidFill>
            <a:prstDash val="solid"/>
          </a:ln>
        </p:spPr>
      </p:sp>
      <p:sp>
        <p:nvSpPr>
          <p:cNvPr id="109" name="A2-A3-I2C_SDA">
            <a:extLst xmlns:a="http://schemas.openxmlformats.org/drawingml/2006/main">
              <a:ext uri="{FF2B5EF4-FFF2-40B4-BE49-F238E27FC236}">
                <a16:creationId xmlns:a16="http://schemas.microsoft.com/office/drawing/2014/main" id="{97D525D8-5168-4AF5-99FB-F2B954B6C44E}"/>
              </a:ext>
            </a:extLst>
          </p:cNvPr>
          <p:cNvSpPr>
            <a:spLocks xmlns:a="http://schemas.openxmlformats.org/drawingml/2006/main" noGrp="1"/>
          </p:cNvSpPr>
          <p:nvPr/>
        </p:nvSpPr>
        <p:spPr>
          <a:xfrm xmlns:a="http://schemas.openxmlformats.org/drawingml/2006/main">
            <a:off x="8334375" y="3476625"/>
            <a:ext cx="2047875" cy="0"/>
          </a:xfrm>
          <a:prstGeom xmlns:a="http://schemas.openxmlformats.org/drawingml/2006/main" prst="line">
            <a:avLst/>
          </a:prstGeom>
          <a:ln xmlns:a="http://schemas.openxmlformats.org/drawingml/2006/main" w="17145">
            <a:solidFill>
              <a:srgbClr val="16343D"/>
            </a:solidFill>
            <a:prstDash val="solid"/>
          </a:ln>
        </p:spPr>
      </p:sp>
      <p:sp>
        <p:nvSpPr>
          <p:cNvPr id="110" name="A2-A3-I2C_SCL">
            <a:extLst xmlns:a="http://schemas.openxmlformats.org/drawingml/2006/main">
              <a:ext uri="{FF2B5EF4-FFF2-40B4-BE49-F238E27FC236}">
                <a16:creationId xmlns:a16="http://schemas.microsoft.com/office/drawing/2014/main" id="{8D2F1064-3348-4F5A-AEE7-488CEA773F06}"/>
              </a:ext>
            </a:extLst>
          </p:cNvPr>
          <p:cNvSpPr>
            <a:spLocks xmlns:a="http://schemas.openxmlformats.org/drawingml/2006/main" noGrp="1"/>
          </p:cNvSpPr>
          <p:nvPr/>
        </p:nvSpPr>
        <p:spPr>
          <a:xfrm xmlns:a="http://schemas.openxmlformats.org/drawingml/2006/main">
            <a:off x="8334375" y="3952875"/>
            <a:ext cx="2047875" cy="0"/>
          </a:xfrm>
          <a:prstGeom xmlns:a="http://schemas.openxmlformats.org/drawingml/2006/main" prst="line">
            <a:avLst/>
          </a:prstGeom>
          <a:ln xmlns:a="http://schemas.openxmlformats.org/drawingml/2006/main" w="17145">
            <a:solidFill>
              <a:srgbClr val="16343D"/>
            </a:solidFill>
            <a:prstDash val="solid"/>
          </a:ln>
        </p:spPr>
      </p:sp>
      <p:sp>
        <p:nvSpPr>
          <p:cNvPr id="111" name="A2-A3-GND">
            <a:extLst xmlns:a="http://schemas.openxmlformats.org/drawingml/2006/main">
              <a:ext uri="{FF2B5EF4-FFF2-40B4-BE49-F238E27FC236}">
                <a16:creationId xmlns:a16="http://schemas.microsoft.com/office/drawing/2014/main" id="{59EE4663-7275-4F4E-AED3-425BDA7CF7B9}"/>
              </a:ext>
            </a:extLst>
          </p:cNvPr>
          <p:cNvSpPr>
            <a:spLocks xmlns:a="http://schemas.openxmlformats.org/drawingml/2006/main" noGrp="1"/>
          </p:cNvSpPr>
          <p:nvPr/>
        </p:nvSpPr>
        <p:spPr>
          <a:xfrm xmlns:a="http://schemas.openxmlformats.org/drawingml/2006/main">
            <a:off x="8334375" y="4429125"/>
            <a:ext cx="2047875" cy="0"/>
          </a:xfrm>
          <a:prstGeom xmlns:a="http://schemas.openxmlformats.org/drawingml/2006/main" prst="line">
            <a:avLst/>
          </a:prstGeom>
          <a:ln xmlns:a="http://schemas.openxmlformats.org/drawingml/2006/main" w="17145">
            <a:solidFill>
              <a:srgbClr val="16343D"/>
            </a:solidFill>
            <a:prstDash val="solid"/>
          </a:ln>
        </p:spPr>
      </p:sp>
      <p:sp>
        <p:nvSpPr>
          <p:cNvPr id="112" name="oled-rail">
            <a:extLst xmlns:a="http://schemas.openxmlformats.org/drawingml/2006/main">
              <a:ext uri="{FF2B5EF4-FFF2-40B4-BE49-F238E27FC236}">
                <a16:creationId xmlns:a16="http://schemas.microsoft.com/office/drawing/2014/main" id="{0063B26E-818A-48F6-96F4-43B4F9CE2E24}"/>
              </a:ext>
            </a:extLst>
          </p:cNvPr>
          <p:cNvSpPr>
            <a:spLocks xmlns:a="http://schemas.openxmlformats.org/drawingml/2006/main" noGrp="1"/>
          </p:cNvSpPr>
          <p:nvPr/>
        </p:nvSpPr>
        <p:spPr>
          <a:xfrm xmlns:a="http://schemas.openxmlformats.org/drawingml/2006/main">
            <a:off x="9648825" y="2762250"/>
            <a:ext cx="7334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1">
                <a:solidFill>
                  <a:srgbClr val="087C71"/>
                </a:solidFill>
                <a:latin typeface="Arial"/>
                <a:ea typeface="Arial"/>
                <a:cs typeface="Arial"/>
              </a:defRPr>
            </a:defPPr>
            <a:lvl1pPr algn="l">
              <a:defRPr sz="938" b="1">
                <a:solidFill>
                  <a:srgbClr val="087C71"/>
                </a:solidFill>
                <a:latin typeface="Arial"/>
                <a:ea typeface="Arial"/>
                <a:cs typeface="Arial"/>
              </a:defRPr>
            </a:lvl1pPr>
            <a:lvl2pPr algn="l">
              <a:defRPr sz="938" b="1">
                <a:solidFill>
                  <a:srgbClr val="087C71"/>
                </a:solidFill>
                <a:latin typeface="Arial"/>
                <a:ea typeface="Arial"/>
                <a:cs typeface="Arial"/>
              </a:defRPr>
            </a:lvl2pPr>
            <a:lvl3pPr algn="l">
              <a:defRPr sz="938" b="1">
                <a:solidFill>
                  <a:srgbClr val="087C71"/>
                </a:solidFill>
                <a:latin typeface="Arial"/>
                <a:ea typeface="Arial"/>
                <a:cs typeface="Arial"/>
              </a:defRPr>
            </a:lvl3pPr>
            <a:lvl4pPr algn="l">
              <a:defRPr sz="938" b="1">
                <a:solidFill>
                  <a:srgbClr val="087C71"/>
                </a:solidFill>
                <a:latin typeface="Arial"/>
                <a:ea typeface="Arial"/>
                <a:cs typeface="Arial"/>
              </a:defRPr>
            </a:lvl4pPr>
            <a:lvl5pPr algn="l">
              <a:defRPr sz="938" b="1">
                <a:solidFill>
                  <a:srgbClr val="087C71"/>
                </a:solidFill>
                <a:latin typeface="Arial"/>
                <a:ea typeface="Arial"/>
                <a:cs typeface="Arial"/>
              </a:defRPr>
            </a:lvl5pPr>
            <a:lvl6pPr algn="l">
              <a:defRPr sz="938" b="1">
                <a:solidFill>
                  <a:srgbClr val="087C71"/>
                </a:solidFill>
                <a:latin typeface="Arial"/>
                <a:ea typeface="Arial"/>
                <a:cs typeface="Arial"/>
              </a:defRPr>
            </a:lvl6pPr>
            <a:lvl7pPr algn="l">
              <a:defRPr sz="938" b="1">
                <a:solidFill>
                  <a:srgbClr val="087C71"/>
                </a:solidFill>
                <a:latin typeface="Arial"/>
                <a:ea typeface="Arial"/>
                <a:cs typeface="Arial"/>
              </a:defRPr>
            </a:lvl7pPr>
            <a:lvl8pPr algn="l">
              <a:defRPr sz="938" b="1">
                <a:solidFill>
                  <a:srgbClr val="087C71"/>
                </a:solidFill>
                <a:latin typeface="Arial"/>
                <a:ea typeface="Arial"/>
                <a:cs typeface="Arial"/>
              </a:defRPr>
            </a:lvl8pPr>
            <a:lvl9pPr algn="l">
              <a:defRPr sz="938" b="1">
                <a:solidFill>
                  <a:srgbClr val="087C71"/>
                </a:solidFill>
                <a:latin typeface="Arial"/>
                <a:ea typeface="Arial"/>
                <a:cs typeface="Arial"/>
              </a:defRPr>
            </a:lvl9pPr>
          </a:lstStyle>
          <a:p xmlns:a="http://schemas.openxmlformats.org/drawingml/2006/main">
            <a:pPr algn="l">
              <a:defRPr sz="938" b="1">
                <a:solidFill>
                  <a:srgbClr val="087C71"/>
                </a:solidFill>
                <a:latin typeface="Arial"/>
                <a:ea typeface="Arial"/>
                <a:cs typeface="Arial"/>
              </a:defRPr>
            </a:pPr>
            <a:r>
              <a:rPr sz="938" b="1">
                <a:solidFill>
                  <a:srgbClr val="087C71"/>
                </a:solidFill>
                <a:latin typeface="Arial"/>
                <a:ea typeface="Arial"/>
                <a:cs typeface="Arial"/>
              </a:rPr>
              <a:t>3V3_A2</a:t>
            </a:r>
          </a:p>
        </p:txBody>
      </p:sp>
      <p:sp>
        <p:nvSpPr>
          <p:cNvPr id="113" name="R3-top">
            <a:extLst xmlns:a="http://schemas.openxmlformats.org/drawingml/2006/main">
              <a:ext uri="{FF2B5EF4-FFF2-40B4-BE49-F238E27FC236}">
                <a16:creationId xmlns:a16="http://schemas.microsoft.com/office/drawing/2014/main" id="{665C742E-6770-4A5D-B67C-34B5BBC37FC3}"/>
              </a:ext>
            </a:extLst>
          </p:cNvPr>
          <p:cNvSpPr>
            <a:spLocks xmlns:a="http://schemas.openxmlformats.org/drawingml/2006/main" noGrp="1"/>
          </p:cNvSpPr>
          <p:nvPr/>
        </p:nvSpPr>
        <p:spPr>
          <a:xfrm xmlns:a="http://schemas.openxmlformats.org/drawingml/2006/main">
            <a:off x="8934450" y="3000375"/>
            <a:ext cx="0" cy="171450"/>
          </a:xfrm>
          <a:prstGeom xmlns:a="http://schemas.openxmlformats.org/drawingml/2006/main" prst="line">
            <a:avLst/>
          </a:prstGeom>
          <a:ln xmlns:a="http://schemas.openxmlformats.org/drawingml/2006/main" w="17145">
            <a:solidFill>
              <a:srgbClr val="16343D"/>
            </a:solidFill>
            <a:prstDash val="solid"/>
          </a:ln>
        </p:spPr>
      </p:sp>
      <p:sp>
        <p:nvSpPr>
          <p:cNvPr id="114" name="R3-symbol">
            <a:extLst xmlns:a="http://schemas.openxmlformats.org/drawingml/2006/main">
              <a:ext uri="{FF2B5EF4-FFF2-40B4-BE49-F238E27FC236}">
                <a16:creationId xmlns:a16="http://schemas.microsoft.com/office/drawing/2014/main" id="{61BDEE5E-F8B6-4F0E-B442-436EE9BB4BE3}"/>
              </a:ext>
            </a:extLst>
          </p:cNvPr>
          <p:cNvSpPr>
            <a:spLocks xmlns:a="http://schemas.openxmlformats.org/drawingml/2006/main" noGrp="1"/>
          </p:cNvSpPr>
          <p:nvPr/>
        </p:nvSpPr>
        <p:spPr>
          <a:xfrm xmlns:a="http://schemas.openxmlformats.org/drawingml/2006/main">
            <a:off x="8858250" y="3171825"/>
            <a:ext cx="152400" cy="180975"/>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115" name="R3-bottom">
            <a:extLst xmlns:a="http://schemas.openxmlformats.org/drawingml/2006/main">
              <a:ext uri="{FF2B5EF4-FFF2-40B4-BE49-F238E27FC236}">
                <a16:creationId xmlns:a16="http://schemas.microsoft.com/office/drawing/2014/main" id="{D16E318C-BE68-4754-8F68-7A3772D724D4}"/>
              </a:ext>
            </a:extLst>
          </p:cNvPr>
          <p:cNvSpPr>
            <a:spLocks xmlns:a="http://schemas.openxmlformats.org/drawingml/2006/main" noGrp="1"/>
          </p:cNvSpPr>
          <p:nvPr/>
        </p:nvSpPr>
        <p:spPr>
          <a:xfrm xmlns:a="http://schemas.openxmlformats.org/drawingml/2006/main">
            <a:off x="8934450" y="3352800"/>
            <a:ext cx="0" cy="123825"/>
          </a:xfrm>
          <a:prstGeom xmlns:a="http://schemas.openxmlformats.org/drawingml/2006/main" prst="line">
            <a:avLst/>
          </a:prstGeom>
          <a:ln xmlns:a="http://schemas.openxmlformats.org/drawingml/2006/main" w="17145">
            <a:solidFill>
              <a:srgbClr val="16343D"/>
            </a:solidFill>
            <a:prstDash val="solid"/>
          </a:ln>
        </p:spPr>
      </p:sp>
      <p:sp>
        <p:nvSpPr>
          <p:cNvPr id="116" name="R3-rail-junction">
            <a:extLst xmlns:a="http://schemas.openxmlformats.org/drawingml/2006/main">
              <a:ext uri="{FF2B5EF4-FFF2-40B4-BE49-F238E27FC236}">
                <a16:creationId xmlns:a16="http://schemas.microsoft.com/office/drawing/2014/main" id="{5E0895C6-2A4A-43D7-8335-4C1822A70F06}"/>
              </a:ext>
            </a:extLst>
          </p:cNvPr>
          <p:cNvSpPr>
            <a:spLocks xmlns:a="http://schemas.openxmlformats.org/drawingml/2006/main" noGrp="1"/>
          </p:cNvSpPr>
          <p:nvPr/>
        </p:nvSpPr>
        <p:spPr>
          <a:xfrm xmlns:a="http://schemas.openxmlformats.org/drawingml/2006/main">
            <a:off x="8905875" y="2971800"/>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17" name="R3-bus-junction">
            <a:extLst xmlns:a="http://schemas.openxmlformats.org/drawingml/2006/main">
              <a:ext uri="{FF2B5EF4-FFF2-40B4-BE49-F238E27FC236}">
                <a16:creationId xmlns:a16="http://schemas.microsoft.com/office/drawing/2014/main" id="{3F8F3936-8E44-47CF-A162-D87F02FF896E}"/>
              </a:ext>
            </a:extLst>
          </p:cNvPr>
          <p:cNvSpPr>
            <a:spLocks xmlns:a="http://schemas.openxmlformats.org/drawingml/2006/main" noGrp="1"/>
          </p:cNvSpPr>
          <p:nvPr/>
        </p:nvSpPr>
        <p:spPr>
          <a:xfrm xmlns:a="http://schemas.openxmlformats.org/drawingml/2006/main">
            <a:off x="8905875" y="3448050"/>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18" name="R3-value">
            <a:extLst xmlns:a="http://schemas.openxmlformats.org/drawingml/2006/main">
              <a:ext uri="{FF2B5EF4-FFF2-40B4-BE49-F238E27FC236}">
                <a16:creationId xmlns:a16="http://schemas.microsoft.com/office/drawing/2014/main" id="{6377FF0D-D51C-4DA0-AAD2-3E290BA52D88}"/>
              </a:ext>
            </a:extLst>
          </p:cNvPr>
          <p:cNvSpPr>
            <a:spLocks xmlns:a="http://schemas.openxmlformats.org/drawingml/2006/main" noGrp="1"/>
          </p:cNvSpPr>
          <p:nvPr/>
        </p:nvSpPr>
        <p:spPr>
          <a:xfrm xmlns:a="http://schemas.openxmlformats.org/drawingml/2006/main">
            <a:off x="8639175" y="238125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1">
                <a:solidFill>
                  <a:srgbClr val="16343D"/>
                </a:solidFill>
                <a:latin typeface="Arial"/>
                <a:ea typeface="Arial"/>
                <a:cs typeface="Arial"/>
              </a:defRPr>
            </a:defPPr>
            <a:lvl1pPr algn="l">
              <a:defRPr sz="938" b="1">
                <a:solidFill>
                  <a:srgbClr val="16343D"/>
                </a:solidFill>
                <a:latin typeface="Arial"/>
                <a:ea typeface="Arial"/>
                <a:cs typeface="Arial"/>
              </a:defRPr>
            </a:lvl1pPr>
            <a:lvl2pPr algn="l">
              <a:defRPr sz="938" b="1">
                <a:solidFill>
                  <a:srgbClr val="16343D"/>
                </a:solidFill>
                <a:latin typeface="Arial"/>
                <a:ea typeface="Arial"/>
                <a:cs typeface="Arial"/>
              </a:defRPr>
            </a:lvl2pPr>
            <a:lvl3pPr algn="l">
              <a:defRPr sz="938" b="1">
                <a:solidFill>
                  <a:srgbClr val="16343D"/>
                </a:solidFill>
                <a:latin typeface="Arial"/>
                <a:ea typeface="Arial"/>
                <a:cs typeface="Arial"/>
              </a:defRPr>
            </a:lvl3pPr>
            <a:lvl4pPr algn="l">
              <a:defRPr sz="938" b="1">
                <a:solidFill>
                  <a:srgbClr val="16343D"/>
                </a:solidFill>
                <a:latin typeface="Arial"/>
                <a:ea typeface="Arial"/>
                <a:cs typeface="Arial"/>
              </a:defRPr>
            </a:lvl4pPr>
            <a:lvl5pPr algn="l">
              <a:defRPr sz="938" b="1">
                <a:solidFill>
                  <a:srgbClr val="16343D"/>
                </a:solidFill>
                <a:latin typeface="Arial"/>
                <a:ea typeface="Arial"/>
                <a:cs typeface="Arial"/>
              </a:defRPr>
            </a:lvl5pPr>
            <a:lvl6pPr algn="l">
              <a:defRPr sz="938" b="1">
                <a:solidFill>
                  <a:srgbClr val="16343D"/>
                </a:solidFill>
                <a:latin typeface="Arial"/>
                <a:ea typeface="Arial"/>
                <a:cs typeface="Arial"/>
              </a:defRPr>
            </a:lvl6pPr>
            <a:lvl7pPr algn="l">
              <a:defRPr sz="938" b="1">
                <a:solidFill>
                  <a:srgbClr val="16343D"/>
                </a:solidFill>
                <a:latin typeface="Arial"/>
                <a:ea typeface="Arial"/>
                <a:cs typeface="Arial"/>
              </a:defRPr>
            </a:lvl7pPr>
            <a:lvl8pPr algn="l">
              <a:defRPr sz="938" b="1">
                <a:solidFill>
                  <a:srgbClr val="16343D"/>
                </a:solidFill>
                <a:latin typeface="Arial"/>
                <a:ea typeface="Arial"/>
                <a:cs typeface="Arial"/>
              </a:defRPr>
            </a:lvl8pPr>
            <a:lvl9pPr algn="l">
              <a:defRPr sz="938" b="1">
                <a:solidFill>
                  <a:srgbClr val="16343D"/>
                </a:solidFill>
                <a:latin typeface="Arial"/>
                <a:ea typeface="Arial"/>
                <a:cs typeface="Arial"/>
              </a:defRPr>
            </a:lvl9pPr>
          </a:lstStyle>
          <a:p xmlns:a="http://schemas.openxmlformats.org/drawingml/2006/main">
            <a:pPr algn="l">
              <a:defRPr sz="938" b="1">
                <a:solidFill>
                  <a:srgbClr val="16343D"/>
                </a:solidFill>
                <a:latin typeface="Arial"/>
                <a:ea typeface="Arial"/>
                <a:cs typeface="Arial"/>
              </a:defRPr>
            </a:pPr>
            <a:r>
              <a:rPr sz="938" b="1">
                <a:solidFill>
                  <a:srgbClr val="16343D"/>
                </a:solidFill>
                <a:latin typeface="Arial"/>
                <a:ea typeface="Arial"/>
                <a:cs typeface="Arial"/>
              </a:rPr>
              <a:t>R3 4k7</a:t>
            </a:r>
          </a:p>
          <a:p xmlns:a="http://schemas.openxmlformats.org/drawingml/2006/main">
            <a:pPr algn="l">
              <a:defRPr sz="938" b="1">
                <a:solidFill>
                  <a:srgbClr val="16343D"/>
                </a:solidFill>
                <a:latin typeface="Arial"/>
                <a:ea typeface="Arial"/>
                <a:cs typeface="Arial"/>
              </a:defRPr>
            </a:pPr>
            <a:r>
              <a:rPr sz="938" b="1">
                <a:solidFill>
                  <a:srgbClr val="16343D"/>
                </a:solidFill>
                <a:latin typeface="Arial"/>
                <a:ea typeface="Arial"/>
                <a:cs typeface="Arial"/>
              </a:rPr>
              <a:t>DNP*</a:t>
            </a:r>
          </a:p>
        </p:txBody>
      </p:sp>
      <p:sp>
        <p:nvSpPr>
          <p:cNvPr id="119" name="R4-top">
            <a:extLst xmlns:a="http://schemas.openxmlformats.org/drawingml/2006/main">
              <a:ext uri="{FF2B5EF4-FFF2-40B4-BE49-F238E27FC236}">
                <a16:creationId xmlns:a16="http://schemas.microsoft.com/office/drawing/2014/main" id="{16041437-A4D5-48EC-9C94-627AF394E2BA}"/>
              </a:ext>
            </a:extLst>
          </p:cNvPr>
          <p:cNvSpPr>
            <a:spLocks xmlns:a="http://schemas.openxmlformats.org/drawingml/2006/main" noGrp="1"/>
          </p:cNvSpPr>
          <p:nvPr/>
        </p:nvSpPr>
        <p:spPr>
          <a:xfrm xmlns:a="http://schemas.openxmlformats.org/drawingml/2006/main">
            <a:off x="9696450" y="3000375"/>
            <a:ext cx="0" cy="171450"/>
          </a:xfrm>
          <a:prstGeom xmlns:a="http://schemas.openxmlformats.org/drawingml/2006/main" prst="line">
            <a:avLst/>
          </a:prstGeom>
          <a:ln xmlns:a="http://schemas.openxmlformats.org/drawingml/2006/main" w="17145">
            <a:solidFill>
              <a:srgbClr val="16343D"/>
            </a:solidFill>
            <a:prstDash val="solid"/>
          </a:ln>
        </p:spPr>
      </p:sp>
      <p:sp>
        <p:nvSpPr>
          <p:cNvPr id="120" name="R4-symbol">
            <a:extLst xmlns:a="http://schemas.openxmlformats.org/drawingml/2006/main">
              <a:ext uri="{FF2B5EF4-FFF2-40B4-BE49-F238E27FC236}">
                <a16:creationId xmlns:a16="http://schemas.microsoft.com/office/drawing/2014/main" id="{1F0008B8-D872-452D-9D28-81CDF5C1B53C}"/>
              </a:ext>
            </a:extLst>
          </p:cNvPr>
          <p:cNvSpPr>
            <a:spLocks xmlns:a="http://schemas.openxmlformats.org/drawingml/2006/main" noGrp="1"/>
          </p:cNvSpPr>
          <p:nvPr/>
        </p:nvSpPr>
        <p:spPr>
          <a:xfrm xmlns:a="http://schemas.openxmlformats.org/drawingml/2006/main">
            <a:off x="9620250" y="3171825"/>
            <a:ext cx="152400" cy="180975"/>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121" name="R4-bottom">
            <a:extLst xmlns:a="http://schemas.openxmlformats.org/drawingml/2006/main">
              <a:ext uri="{FF2B5EF4-FFF2-40B4-BE49-F238E27FC236}">
                <a16:creationId xmlns:a16="http://schemas.microsoft.com/office/drawing/2014/main" id="{3CDE98C1-5439-4BC9-B42E-A5593652FC7E}"/>
              </a:ext>
            </a:extLst>
          </p:cNvPr>
          <p:cNvSpPr>
            <a:spLocks xmlns:a="http://schemas.openxmlformats.org/drawingml/2006/main" noGrp="1"/>
          </p:cNvSpPr>
          <p:nvPr/>
        </p:nvSpPr>
        <p:spPr>
          <a:xfrm xmlns:a="http://schemas.openxmlformats.org/drawingml/2006/main">
            <a:off x="9696450" y="3352800"/>
            <a:ext cx="0" cy="600075"/>
          </a:xfrm>
          <a:prstGeom xmlns:a="http://schemas.openxmlformats.org/drawingml/2006/main" prst="line">
            <a:avLst/>
          </a:prstGeom>
          <a:ln xmlns:a="http://schemas.openxmlformats.org/drawingml/2006/main" w="17145">
            <a:solidFill>
              <a:srgbClr val="16343D"/>
            </a:solidFill>
            <a:prstDash val="solid"/>
          </a:ln>
        </p:spPr>
      </p:sp>
      <p:sp>
        <p:nvSpPr>
          <p:cNvPr id="122" name="R4-rail-junction">
            <a:extLst xmlns:a="http://schemas.openxmlformats.org/drawingml/2006/main">
              <a:ext uri="{FF2B5EF4-FFF2-40B4-BE49-F238E27FC236}">
                <a16:creationId xmlns:a16="http://schemas.microsoft.com/office/drawing/2014/main" id="{A7A0B7D6-A9D6-4D93-B1F1-9EA95DFEA371}"/>
              </a:ext>
            </a:extLst>
          </p:cNvPr>
          <p:cNvSpPr>
            <a:spLocks xmlns:a="http://schemas.openxmlformats.org/drawingml/2006/main" noGrp="1"/>
          </p:cNvSpPr>
          <p:nvPr/>
        </p:nvSpPr>
        <p:spPr>
          <a:xfrm xmlns:a="http://schemas.openxmlformats.org/drawingml/2006/main">
            <a:off x="9667875" y="2971800"/>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23" name="R4-bus-junction">
            <a:extLst xmlns:a="http://schemas.openxmlformats.org/drawingml/2006/main">
              <a:ext uri="{FF2B5EF4-FFF2-40B4-BE49-F238E27FC236}">
                <a16:creationId xmlns:a16="http://schemas.microsoft.com/office/drawing/2014/main" id="{62E7322C-1882-4EF0-B517-FD9B187E3433}"/>
              </a:ext>
            </a:extLst>
          </p:cNvPr>
          <p:cNvSpPr>
            <a:spLocks xmlns:a="http://schemas.openxmlformats.org/drawingml/2006/main" noGrp="1"/>
          </p:cNvSpPr>
          <p:nvPr/>
        </p:nvSpPr>
        <p:spPr>
          <a:xfrm xmlns:a="http://schemas.openxmlformats.org/drawingml/2006/main">
            <a:off x="9667875" y="3924300"/>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24" name="R4-value">
            <a:extLst xmlns:a="http://schemas.openxmlformats.org/drawingml/2006/main">
              <a:ext uri="{FF2B5EF4-FFF2-40B4-BE49-F238E27FC236}">
                <a16:creationId xmlns:a16="http://schemas.microsoft.com/office/drawing/2014/main" id="{C2457B72-C1A8-42B7-85CE-9CBABA9951C5}"/>
              </a:ext>
            </a:extLst>
          </p:cNvPr>
          <p:cNvSpPr>
            <a:spLocks xmlns:a="http://schemas.openxmlformats.org/drawingml/2006/main" noGrp="1"/>
          </p:cNvSpPr>
          <p:nvPr/>
        </p:nvSpPr>
        <p:spPr>
          <a:xfrm xmlns:a="http://schemas.openxmlformats.org/drawingml/2006/main">
            <a:off x="9401175" y="238125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1">
                <a:solidFill>
                  <a:srgbClr val="16343D"/>
                </a:solidFill>
                <a:latin typeface="Arial"/>
                <a:ea typeface="Arial"/>
                <a:cs typeface="Arial"/>
              </a:defRPr>
            </a:defPPr>
            <a:lvl1pPr algn="l">
              <a:defRPr sz="938" b="1">
                <a:solidFill>
                  <a:srgbClr val="16343D"/>
                </a:solidFill>
                <a:latin typeface="Arial"/>
                <a:ea typeface="Arial"/>
                <a:cs typeface="Arial"/>
              </a:defRPr>
            </a:lvl1pPr>
            <a:lvl2pPr algn="l">
              <a:defRPr sz="938" b="1">
                <a:solidFill>
                  <a:srgbClr val="16343D"/>
                </a:solidFill>
                <a:latin typeface="Arial"/>
                <a:ea typeface="Arial"/>
                <a:cs typeface="Arial"/>
              </a:defRPr>
            </a:lvl2pPr>
            <a:lvl3pPr algn="l">
              <a:defRPr sz="938" b="1">
                <a:solidFill>
                  <a:srgbClr val="16343D"/>
                </a:solidFill>
                <a:latin typeface="Arial"/>
                <a:ea typeface="Arial"/>
                <a:cs typeface="Arial"/>
              </a:defRPr>
            </a:lvl3pPr>
            <a:lvl4pPr algn="l">
              <a:defRPr sz="938" b="1">
                <a:solidFill>
                  <a:srgbClr val="16343D"/>
                </a:solidFill>
                <a:latin typeface="Arial"/>
                <a:ea typeface="Arial"/>
                <a:cs typeface="Arial"/>
              </a:defRPr>
            </a:lvl4pPr>
            <a:lvl5pPr algn="l">
              <a:defRPr sz="938" b="1">
                <a:solidFill>
                  <a:srgbClr val="16343D"/>
                </a:solidFill>
                <a:latin typeface="Arial"/>
                <a:ea typeface="Arial"/>
                <a:cs typeface="Arial"/>
              </a:defRPr>
            </a:lvl5pPr>
            <a:lvl6pPr algn="l">
              <a:defRPr sz="938" b="1">
                <a:solidFill>
                  <a:srgbClr val="16343D"/>
                </a:solidFill>
                <a:latin typeface="Arial"/>
                <a:ea typeface="Arial"/>
                <a:cs typeface="Arial"/>
              </a:defRPr>
            </a:lvl6pPr>
            <a:lvl7pPr algn="l">
              <a:defRPr sz="938" b="1">
                <a:solidFill>
                  <a:srgbClr val="16343D"/>
                </a:solidFill>
                <a:latin typeface="Arial"/>
                <a:ea typeface="Arial"/>
                <a:cs typeface="Arial"/>
              </a:defRPr>
            </a:lvl7pPr>
            <a:lvl8pPr algn="l">
              <a:defRPr sz="938" b="1">
                <a:solidFill>
                  <a:srgbClr val="16343D"/>
                </a:solidFill>
                <a:latin typeface="Arial"/>
                <a:ea typeface="Arial"/>
                <a:cs typeface="Arial"/>
              </a:defRPr>
            </a:lvl8pPr>
            <a:lvl9pPr algn="l">
              <a:defRPr sz="938" b="1">
                <a:solidFill>
                  <a:srgbClr val="16343D"/>
                </a:solidFill>
                <a:latin typeface="Arial"/>
                <a:ea typeface="Arial"/>
                <a:cs typeface="Arial"/>
              </a:defRPr>
            </a:lvl9pPr>
          </a:lstStyle>
          <a:p xmlns:a="http://schemas.openxmlformats.org/drawingml/2006/main">
            <a:pPr algn="l">
              <a:defRPr sz="938" b="1">
                <a:solidFill>
                  <a:srgbClr val="16343D"/>
                </a:solidFill>
                <a:latin typeface="Arial"/>
                <a:ea typeface="Arial"/>
                <a:cs typeface="Arial"/>
              </a:defRPr>
            </a:pPr>
            <a:r>
              <a:rPr sz="938" b="1">
                <a:solidFill>
                  <a:srgbClr val="16343D"/>
                </a:solidFill>
                <a:latin typeface="Arial"/>
                <a:ea typeface="Arial"/>
                <a:cs typeface="Arial"/>
              </a:rPr>
              <a:t>R4 4k7</a:t>
            </a:r>
          </a:p>
          <a:p xmlns:a="http://schemas.openxmlformats.org/drawingml/2006/main">
            <a:pPr algn="l">
              <a:defRPr sz="938" b="1">
                <a:solidFill>
                  <a:srgbClr val="16343D"/>
                </a:solidFill>
                <a:latin typeface="Arial"/>
                <a:ea typeface="Arial"/>
                <a:cs typeface="Arial"/>
              </a:defRPr>
            </a:pPr>
            <a:r>
              <a:rPr sz="938" b="1">
                <a:solidFill>
                  <a:srgbClr val="16343D"/>
                </a:solidFill>
                <a:latin typeface="Arial"/>
                <a:ea typeface="Arial"/>
                <a:cs typeface="Arial"/>
              </a:rPr>
              <a:t>DNP*</a:t>
            </a:r>
          </a:p>
        </p:txBody>
      </p:sp>
      <p:sp>
        <p:nvSpPr>
          <p:cNvPr id="125" name="C2-power-net">
            <a:extLst xmlns:a="http://schemas.openxmlformats.org/drawingml/2006/main">
              <a:ext uri="{FF2B5EF4-FFF2-40B4-BE49-F238E27FC236}">
                <a16:creationId xmlns:a16="http://schemas.microsoft.com/office/drawing/2014/main" id="{95CC35A5-25C5-4583-8008-B183A75B8B0C}"/>
              </a:ext>
            </a:extLst>
          </p:cNvPr>
          <p:cNvSpPr>
            <a:spLocks xmlns:a="http://schemas.openxmlformats.org/drawingml/2006/main" noGrp="1"/>
          </p:cNvSpPr>
          <p:nvPr/>
        </p:nvSpPr>
        <p:spPr>
          <a:xfrm xmlns:a="http://schemas.openxmlformats.org/drawingml/2006/main">
            <a:off x="10601325" y="48101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1">
                <a:solidFill>
                  <a:srgbClr val="087C71"/>
                </a:solidFill>
                <a:latin typeface="Arial"/>
                <a:ea typeface="Arial"/>
                <a:cs typeface="Arial"/>
              </a:defRPr>
            </a:defPPr>
            <a:lvl1pPr algn="l">
              <a:defRPr sz="975" b="1">
                <a:solidFill>
                  <a:srgbClr val="087C71"/>
                </a:solidFill>
                <a:latin typeface="Arial"/>
                <a:ea typeface="Arial"/>
                <a:cs typeface="Arial"/>
              </a:defRPr>
            </a:lvl1pPr>
            <a:lvl2pPr algn="l">
              <a:defRPr sz="975" b="1">
                <a:solidFill>
                  <a:srgbClr val="087C71"/>
                </a:solidFill>
                <a:latin typeface="Arial"/>
                <a:ea typeface="Arial"/>
                <a:cs typeface="Arial"/>
              </a:defRPr>
            </a:lvl2pPr>
            <a:lvl3pPr algn="l">
              <a:defRPr sz="975" b="1">
                <a:solidFill>
                  <a:srgbClr val="087C71"/>
                </a:solidFill>
                <a:latin typeface="Arial"/>
                <a:ea typeface="Arial"/>
                <a:cs typeface="Arial"/>
              </a:defRPr>
            </a:lvl3pPr>
            <a:lvl4pPr algn="l">
              <a:defRPr sz="975" b="1">
                <a:solidFill>
                  <a:srgbClr val="087C71"/>
                </a:solidFill>
                <a:latin typeface="Arial"/>
                <a:ea typeface="Arial"/>
                <a:cs typeface="Arial"/>
              </a:defRPr>
            </a:lvl4pPr>
            <a:lvl5pPr algn="l">
              <a:defRPr sz="975" b="1">
                <a:solidFill>
                  <a:srgbClr val="087C71"/>
                </a:solidFill>
                <a:latin typeface="Arial"/>
                <a:ea typeface="Arial"/>
                <a:cs typeface="Arial"/>
              </a:defRPr>
            </a:lvl5pPr>
            <a:lvl6pPr algn="l">
              <a:defRPr sz="975" b="1">
                <a:solidFill>
                  <a:srgbClr val="087C71"/>
                </a:solidFill>
                <a:latin typeface="Arial"/>
                <a:ea typeface="Arial"/>
                <a:cs typeface="Arial"/>
              </a:defRPr>
            </a:lvl6pPr>
            <a:lvl7pPr algn="l">
              <a:defRPr sz="975" b="1">
                <a:solidFill>
                  <a:srgbClr val="087C71"/>
                </a:solidFill>
                <a:latin typeface="Arial"/>
                <a:ea typeface="Arial"/>
                <a:cs typeface="Arial"/>
              </a:defRPr>
            </a:lvl7pPr>
            <a:lvl8pPr algn="l">
              <a:defRPr sz="975" b="1">
                <a:solidFill>
                  <a:srgbClr val="087C71"/>
                </a:solidFill>
                <a:latin typeface="Arial"/>
                <a:ea typeface="Arial"/>
                <a:cs typeface="Arial"/>
              </a:defRPr>
            </a:lvl8pPr>
            <a:lvl9pPr algn="l">
              <a:defRPr sz="975" b="1">
                <a:solidFill>
                  <a:srgbClr val="087C71"/>
                </a:solidFill>
                <a:latin typeface="Arial"/>
                <a:ea typeface="Arial"/>
                <a:cs typeface="Arial"/>
              </a:defRPr>
            </a:lvl9pPr>
          </a:lstStyle>
          <a:p xmlns:a="http://schemas.openxmlformats.org/drawingml/2006/main">
            <a:pPr algn="l">
              <a:defRPr sz="975" b="1">
                <a:solidFill>
                  <a:srgbClr val="087C71"/>
                </a:solidFill>
                <a:latin typeface="Arial"/>
                <a:ea typeface="Arial"/>
                <a:cs typeface="Arial"/>
              </a:defRPr>
            </a:pPr>
            <a:r>
              <a:rPr sz="975" b="1">
                <a:solidFill>
                  <a:srgbClr val="087C71"/>
                </a:solidFill>
                <a:latin typeface="Arial"/>
                <a:ea typeface="Arial"/>
                <a:cs typeface="Arial"/>
              </a:rPr>
              <a:t>3V3_A2</a:t>
            </a:r>
          </a:p>
        </p:txBody>
      </p:sp>
      <p:sp>
        <p:nvSpPr>
          <p:cNvPr id="126" name="C2-power">
            <a:extLst xmlns:a="http://schemas.openxmlformats.org/drawingml/2006/main">
              <a:ext uri="{FF2B5EF4-FFF2-40B4-BE49-F238E27FC236}">
                <a16:creationId xmlns:a16="http://schemas.microsoft.com/office/drawing/2014/main" id="{9F63F4F3-8FEF-4DEB-89AE-33842D157FF4}"/>
              </a:ext>
            </a:extLst>
          </p:cNvPr>
          <p:cNvSpPr>
            <a:spLocks xmlns:a="http://schemas.openxmlformats.org/drawingml/2006/main" noGrp="1"/>
          </p:cNvSpPr>
          <p:nvPr/>
        </p:nvSpPr>
        <p:spPr>
          <a:xfrm xmlns:a="http://schemas.openxmlformats.org/drawingml/2006/main">
            <a:off x="10925175" y="5019675"/>
            <a:ext cx="0" cy="123825"/>
          </a:xfrm>
          <a:prstGeom xmlns:a="http://schemas.openxmlformats.org/drawingml/2006/main" prst="line">
            <a:avLst/>
          </a:prstGeom>
          <a:ln xmlns:a="http://schemas.openxmlformats.org/drawingml/2006/main" w="17145">
            <a:solidFill>
              <a:srgbClr val="16343D"/>
            </a:solidFill>
            <a:prstDash val="solid"/>
          </a:ln>
        </p:spPr>
      </p:sp>
      <p:sp>
        <p:nvSpPr>
          <p:cNvPr id="127" name="C2-plate-1">
            <a:extLst xmlns:a="http://schemas.openxmlformats.org/drawingml/2006/main">
              <a:ext uri="{FF2B5EF4-FFF2-40B4-BE49-F238E27FC236}">
                <a16:creationId xmlns:a16="http://schemas.microsoft.com/office/drawing/2014/main" id="{EACC78E5-A5C1-4365-B2D4-67FEF7A27BD3}"/>
              </a:ext>
            </a:extLst>
          </p:cNvPr>
          <p:cNvSpPr>
            <a:spLocks xmlns:a="http://schemas.openxmlformats.org/drawingml/2006/main" noGrp="1"/>
          </p:cNvSpPr>
          <p:nvPr/>
        </p:nvSpPr>
        <p:spPr>
          <a:xfrm xmlns:a="http://schemas.openxmlformats.org/drawingml/2006/main">
            <a:off x="10753725" y="5143500"/>
            <a:ext cx="342900" cy="0"/>
          </a:xfrm>
          <a:prstGeom xmlns:a="http://schemas.openxmlformats.org/drawingml/2006/main" prst="line">
            <a:avLst/>
          </a:prstGeom>
          <a:ln xmlns:a="http://schemas.openxmlformats.org/drawingml/2006/main" w="17145">
            <a:solidFill>
              <a:srgbClr val="16343D"/>
            </a:solidFill>
            <a:prstDash val="solid"/>
          </a:ln>
        </p:spPr>
      </p:sp>
      <p:sp>
        <p:nvSpPr>
          <p:cNvPr id="128" name="C2-plate-2">
            <a:extLst xmlns:a="http://schemas.openxmlformats.org/drawingml/2006/main">
              <a:ext uri="{FF2B5EF4-FFF2-40B4-BE49-F238E27FC236}">
                <a16:creationId xmlns:a16="http://schemas.microsoft.com/office/drawing/2014/main" id="{ECF806D2-1EB2-44CE-9F9E-66C1995FE368}"/>
              </a:ext>
            </a:extLst>
          </p:cNvPr>
          <p:cNvSpPr>
            <a:spLocks xmlns:a="http://schemas.openxmlformats.org/drawingml/2006/main" noGrp="1"/>
          </p:cNvSpPr>
          <p:nvPr/>
        </p:nvSpPr>
        <p:spPr>
          <a:xfrm xmlns:a="http://schemas.openxmlformats.org/drawingml/2006/main">
            <a:off x="10753725" y="5248275"/>
            <a:ext cx="342900" cy="0"/>
          </a:xfrm>
          <a:prstGeom xmlns:a="http://schemas.openxmlformats.org/drawingml/2006/main" prst="line">
            <a:avLst/>
          </a:prstGeom>
          <a:ln xmlns:a="http://schemas.openxmlformats.org/drawingml/2006/main" w="17145">
            <a:solidFill>
              <a:srgbClr val="16343D"/>
            </a:solidFill>
            <a:prstDash val="solid"/>
          </a:ln>
        </p:spPr>
      </p:sp>
      <p:sp>
        <p:nvSpPr>
          <p:cNvPr id="129" name="C2-ground">
            <a:extLst xmlns:a="http://schemas.openxmlformats.org/drawingml/2006/main">
              <a:ext uri="{FF2B5EF4-FFF2-40B4-BE49-F238E27FC236}">
                <a16:creationId xmlns:a16="http://schemas.microsoft.com/office/drawing/2014/main" id="{451C721A-07B2-483B-BC7F-760DFAA9F919}"/>
              </a:ext>
            </a:extLst>
          </p:cNvPr>
          <p:cNvSpPr>
            <a:spLocks xmlns:a="http://schemas.openxmlformats.org/drawingml/2006/main" noGrp="1"/>
          </p:cNvSpPr>
          <p:nvPr/>
        </p:nvSpPr>
        <p:spPr>
          <a:xfrm xmlns:a="http://schemas.openxmlformats.org/drawingml/2006/main">
            <a:off x="10925175" y="5248275"/>
            <a:ext cx="0" cy="114300"/>
          </a:xfrm>
          <a:prstGeom xmlns:a="http://schemas.openxmlformats.org/drawingml/2006/main" prst="line">
            <a:avLst/>
          </a:prstGeom>
          <a:ln xmlns:a="http://schemas.openxmlformats.org/drawingml/2006/main" w="17145">
            <a:solidFill>
              <a:srgbClr val="16343D"/>
            </a:solidFill>
            <a:prstDash val="solid"/>
          </a:ln>
        </p:spPr>
      </p:sp>
      <p:sp>
        <p:nvSpPr>
          <p:cNvPr id="130" name="C2-stem">
            <a:extLst xmlns:a="http://schemas.openxmlformats.org/drawingml/2006/main">
              <a:ext uri="{FF2B5EF4-FFF2-40B4-BE49-F238E27FC236}">
                <a16:creationId xmlns:a16="http://schemas.microsoft.com/office/drawing/2014/main" id="{6C01C656-EFE8-4792-952D-C8FEFDFF1A8B}"/>
              </a:ext>
            </a:extLst>
          </p:cNvPr>
          <p:cNvSpPr>
            <a:spLocks xmlns:a="http://schemas.openxmlformats.org/drawingml/2006/main" noGrp="1"/>
          </p:cNvSpPr>
          <p:nvPr/>
        </p:nvSpPr>
        <p:spPr>
          <a:xfrm xmlns:a="http://schemas.openxmlformats.org/drawingml/2006/main">
            <a:off x="10925175" y="5362575"/>
            <a:ext cx="0" cy="76200"/>
          </a:xfrm>
          <a:prstGeom xmlns:a="http://schemas.openxmlformats.org/drawingml/2006/main" prst="line">
            <a:avLst/>
          </a:prstGeom>
          <a:ln xmlns:a="http://schemas.openxmlformats.org/drawingml/2006/main" w="17145">
            <a:solidFill>
              <a:srgbClr val="16343D"/>
            </a:solidFill>
            <a:prstDash val="solid"/>
          </a:ln>
        </p:spPr>
      </p:sp>
      <p:sp>
        <p:nvSpPr>
          <p:cNvPr id="131" name="C2-signal-ground">
            <a:extLst xmlns:a="http://schemas.openxmlformats.org/drawingml/2006/main">
              <a:ext uri="{FF2B5EF4-FFF2-40B4-BE49-F238E27FC236}">
                <a16:creationId xmlns:a16="http://schemas.microsoft.com/office/drawing/2014/main" id="{6F88B440-8FB8-4B09-AF29-812E8D3258D1}"/>
              </a:ext>
            </a:extLst>
          </p:cNvPr>
          <p:cNvSpPr>
            <a:spLocks xmlns:a="http://schemas.openxmlformats.org/drawingml/2006/main" noGrp="1"/>
          </p:cNvSpPr>
          <p:nvPr/>
        </p:nvSpPr>
        <p:spPr>
          <a:xfrm xmlns:a="http://schemas.openxmlformats.org/drawingml/2006/main" rot="10800000">
            <a:off x="10848975" y="5438775"/>
            <a:ext cx="152400" cy="95250"/>
          </a:xfrm>
          <a:prstGeom xmlns:a="http://schemas.openxmlformats.org/drawingml/2006/main" prst="triangle">
            <a:avLst/>
          </a:prstGeom>
          <a:noFill xmlns:a="http://schemas.openxmlformats.org/drawingml/2006/main"/>
          <a:ln xmlns:a="http://schemas.openxmlformats.org/drawingml/2006/main" w="14288">
            <a:solidFill>
              <a:srgbClr val="16343D"/>
            </a:solidFill>
            <a:prstDash val="solid"/>
          </a:ln>
        </p:spPr>
      </p:sp>
      <p:sp>
        <p:nvSpPr>
          <p:cNvPr id="132" name="C2-value">
            <a:extLst xmlns:a="http://schemas.openxmlformats.org/drawingml/2006/main">
              <a:ext uri="{FF2B5EF4-FFF2-40B4-BE49-F238E27FC236}">
                <a16:creationId xmlns:a16="http://schemas.microsoft.com/office/drawing/2014/main" id="{9F9FB615-CF57-419D-B47E-26D85DB39038}"/>
              </a:ext>
            </a:extLst>
          </p:cNvPr>
          <p:cNvSpPr>
            <a:spLocks xmlns:a="http://schemas.openxmlformats.org/drawingml/2006/main" noGrp="1"/>
          </p:cNvSpPr>
          <p:nvPr/>
        </p:nvSpPr>
        <p:spPr>
          <a:xfrm xmlns:a="http://schemas.openxmlformats.org/drawingml/2006/main">
            <a:off x="9667875" y="5048250"/>
            <a:ext cx="104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C2</a:t>
            </a:r>
          </a:p>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100 nF / 50 V</a:t>
            </a:r>
          </a:p>
        </p:txBody>
      </p:sp>
      <p:sp>
        <p:nvSpPr>
          <p:cNvPr id="133" name="C2-placement">
            <a:extLst xmlns:a="http://schemas.openxmlformats.org/drawingml/2006/main">
              <a:ext uri="{FF2B5EF4-FFF2-40B4-BE49-F238E27FC236}">
                <a16:creationId xmlns:a16="http://schemas.microsoft.com/office/drawing/2014/main" id="{4BCE6EB3-A63D-4C9F-947D-5119E83E62E4}"/>
              </a:ext>
            </a:extLst>
          </p:cNvPr>
          <p:cNvSpPr>
            <a:spLocks xmlns:a="http://schemas.openxmlformats.org/drawingml/2006/main" noGrp="1"/>
          </p:cNvSpPr>
          <p:nvPr/>
        </p:nvSpPr>
        <p:spPr>
          <a:xfrm xmlns:a="http://schemas.openxmlformats.org/drawingml/2006/main">
            <a:off x="10601325" y="561022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0">
                <a:solidFill>
                  <a:srgbClr val="4F6870"/>
                </a:solidFill>
                <a:latin typeface="Arial"/>
                <a:ea typeface="Arial"/>
                <a:cs typeface="Arial"/>
              </a:defRPr>
            </a:defPPr>
            <a:lvl1pPr algn="l">
              <a:defRPr sz="938" b="0">
                <a:solidFill>
                  <a:srgbClr val="4F6870"/>
                </a:solidFill>
                <a:latin typeface="Arial"/>
                <a:ea typeface="Arial"/>
                <a:cs typeface="Arial"/>
              </a:defRPr>
            </a:lvl1pPr>
            <a:lvl2pPr algn="l">
              <a:defRPr sz="938" b="0">
                <a:solidFill>
                  <a:srgbClr val="4F6870"/>
                </a:solidFill>
                <a:latin typeface="Arial"/>
                <a:ea typeface="Arial"/>
                <a:cs typeface="Arial"/>
              </a:defRPr>
            </a:lvl2pPr>
            <a:lvl3pPr algn="l">
              <a:defRPr sz="938" b="0">
                <a:solidFill>
                  <a:srgbClr val="4F6870"/>
                </a:solidFill>
                <a:latin typeface="Arial"/>
                <a:ea typeface="Arial"/>
                <a:cs typeface="Arial"/>
              </a:defRPr>
            </a:lvl3pPr>
            <a:lvl4pPr algn="l">
              <a:defRPr sz="938" b="0">
                <a:solidFill>
                  <a:srgbClr val="4F6870"/>
                </a:solidFill>
                <a:latin typeface="Arial"/>
                <a:ea typeface="Arial"/>
                <a:cs typeface="Arial"/>
              </a:defRPr>
            </a:lvl4pPr>
            <a:lvl5pPr algn="l">
              <a:defRPr sz="938" b="0">
                <a:solidFill>
                  <a:srgbClr val="4F6870"/>
                </a:solidFill>
                <a:latin typeface="Arial"/>
                <a:ea typeface="Arial"/>
                <a:cs typeface="Arial"/>
              </a:defRPr>
            </a:lvl5pPr>
            <a:lvl6pPr algn="l">
              <a:defRPr sz="938" b="0">
                <a:solidFill>
                  <a:srgbClr val="4F6870"/>
                </a:solidFill>
                <a:latin typeface="Arial"/>
                <a:ea typeface="Arial"/>
                <a:cs typeface="Arial"/>
              </a:defRPr>
            </a:lvl6pPr>
            <a:lvl7pPr algn="l">
              <a:defRPr sz="938" b="0">
                <a:solidFill>
                  <a:srgbClr val="4F6870"/>
                </a:solidFill>
                <a:latin typeface="Arial"/>
                <a:ea typeface="Arial"/>
                <a:cs typeface="Arial"/>
              </a:defRPr>
            </a:lvl7pPr>
            <a:lvl8pPr algn="l">
              <a:defRPr sz="938" b="0">
                <a:solidFill>
                  <a:srgbClr val="4F6870"/>
                </a:solidFill>
                <a:latin typeface="Arial"/>
                <a:ea typeface="Arial"/>
                <a:cs typeface="Arial"/>
              </a:defRPr>
            </a:lvl8pPr>
            <a:lvl9pPr algn="l">
              <a:defRPr sz="938" b="0">
                <a:solidFill>
                  <a:srgbClr val="4F6870"/>
                </a:solidFill>
                <a:latin typeface="Arial"/>
                <a:ea typeface="Arial"/>
                <a:cs typeface="Arial"/>
              </a:defRPr>
            </a:lvl9pPr>
          </a:lstStyle>
          <a:p xmlns:a="http://schemas.openxmlformats.org/drawingml/2006/main">
            <a:pPr algn="l">
              <a:defRPr sz="938" b="0">
                <a:solidFill>
                  <a:srgbClr val="4F6870"/>
                </a:solidFill>
                <a:latin typeface="Arial"/>
                <a:ea typeface="Arial"/>
                <a:cs typeface="Arial"/>
              </a:defRPr>
            </a:pPr>
            <a:r>
              <a:rPr sz="938" b="0">
                <a:solidFill>
                  <a:srgbClr val="4F6870"/>
                </a:solidFill>
                <a:latin typeface="Arial"/>
                <a:ea typeface="Arial"/>
                <a:cs typeface="Arial"/>
              </a:rPr>
              <a:t>sát A3</a:t>
            </a:r>
          </a:p>
        </p:txBody>
      </p:sp>
      <p:sp>
        <p:nvSpPr>
          <p:cNvPr id="134" name="C2-ground-net">
            <a:extLst xmlns:a="http://schemas.openxmlformats.org/drawingml/2006/main">
              <a:ext uri="{FF2B5EF4-FFF2-40B4-BE49-F238E27FC236}">
                <a16:creationId xmlns:a16="http://schemas.microsoft.com/office/drawing/2014/main" id="{52721DA8-F67C-4F19-92F4-7EEBA2FF0CAA}"/>
              </a:ext>
            </a:extLst>
          </p:cNvPr>
          <p:cNvSpPr>
            <a:spLocks xmlns:a="http://schemas.openxmlformats.org/drawingml/2006/main" noGrp="1"/>
          </p:cNvSpPr>
          <p:nvPr/>
        </p:nvSpPr>
        <p:spPr>
          <a:xfrm xmlns:a="http://schemas.openxmlformats.org/drawingml/2006/main">
            <a:off x="11134725" y="5324475"/>
            <a:ext cx="581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1">
                <a:solidFill>
                  <a:srgbClr val="16343D"/>
                </a:solidFill>
                <a:latin typeface="Arial"/>
                <a:ea typeface="Arial"/>
                <a:cs typeface="Arial"/>
              </a:defRPr>
            </a:defPPr>
            <a:lvl1pPr algn="l">
              <a:defRPr sz="975" b="1">
                <a:solidFill>
                  <a:srgbClr val="16343D"/>
                </a:solidFill>
                <a:latin typeface="Arial"/>
                <a:ea typeface="Arial"/>
                <a:cs typeface="Arial"/>
              </a:defRPr>
            </a:lvl1pPr>
            <a:lvl2pPr algn="l">
              <a:defRPr sz="975" b="1">
                <a:solidFill>
                  <a:srgbClr val="16343D"/>
                </a:solidFill>
                <a:latin typeface="Arial"/>
                <a:ea typeface="Arial"/>
                <a:cs typeface="Arial"/>
              </a:defRPr>
            </a:lvl2pPr>
            <a:lvl3pPr algn="l">
              <a:defRPr sz="975" b="1">
                <a:solidFill>
                  <a:srgbClr val="16343D"/>
                </a:solidFill>
                <a:latin typeface="Arial"/>
                <a:ea typeface="Arial"/>
                <a:cs typeface="Arial"/>
              </a:defRPr>
            </a:lvl3pPr>
            <a:lvl4pPr algn="l">
              <a:defRPr sz="975" b="1">
                <a:solidFill>
                  <a:srgbClr val="16343D"/>
                </a:solidFill>
                <a:latin typeface="Arial"/>
                <a:ea typeface="Arial"/>
                <a:cs typeface="Arial"/>
              </a:defRPr>
            </a:lvl4pPr>
            <a:lvl5pPr algn="l">
              <a:defRPr sz="975" b="1">
                <a:solidFill>
                  <a:srgbClr val="16343D"/>
                </a:solidFill>
                <a:latin typeface="Arial"/>
                <a:ea typeface="Arial"/>
                <a:cs typeface="Arial"/>
              </a:defRPr>
            </a:lvl5pPr>
            <a:lvl6pPr algn="l">
              <a:defRPr sz="975" b="1">
                <a:solidFill>
                  <a:srgbClr val="16343D"/>
                </a:solidFill>
                <a:latin typeface="Arial"/>
                <a:ea typeface="Arial"/>
                <a:cs typeface="Arial"/>
              </a:defRPr>
            </a:lvl6pPr>
            <a:lvl7pPr algn="l">
              <a:defRPr sz="975" b="1">
                <a:solidFill>
                  <a:srgbClr val="16343D"/>
                </a:solidFill>
                <a:latin typeface="Arial"/>
                <a:ea typeface="Arial"/>
                <a:cs typeface="Arial"/>
              </a:defRPr>
            </a:lvl7pPr>
            <a:lvl8pPr algn="l">
              <a:defRPr sz="975" b="1">
                <a:solidFill>
                  <a:srgbClr val="16343D"/>
                </a:solidFill>
                <a:latin typeface="Arial"/>
                <a:ea typeface="Arial"/>
                <a:cs typeface="Arial"/>
              </a:defRPr>
            </a:lvl8pPr>
            <a:lvl9pPr algn="l">
              <a:defRPr sz="975" b="1">
                <a:solidFill>
                  <a:srgbClr val="16343D"/>
                </a:solidFill>
                <a:latin typeface="Arial"/>
                <a:ea typeface="Arial"/>
                <a:cs typeface="Arial"/>
              </a:defRPr>
            </a:lvl9pPr>
          </a:lstStyle>
          <a:p xmlns:a="http://schemas.openxmlformats.org/drawingml/2006/main">
            <a:pPr algn="l">
              <a:defRPr sz="975" b="1">
                <a:solidFill>
                  <a:srgbClr val="16343D"/>
                </a:solidFill>
                <a:latin typeface="Arial"/>
                <a:ea typeface="Arial"/>
                <a:cs typeface="Arial"/>
              </a:defRPr>
            </a:pPr>
            <a:r>
              <a:rPr sz="975" b="1">
                <a:solidFill>
                  <a:srgbClr val="16343D"/>
                </a:solidFill>
                <a:latin typeface="Arial"/>
                <a:ea typeface="Arial"/>
                <a:cs typeface="Arial"/>
              </a:rPr>
              <a:t>GND</a:t>
            </a:r>
          </a:p>
        </p:txBody>
      </p:sp>
      <p:sp>
        <p:nvSpPr>
          <p:cNvPr id="135" name="drawing-note-1">
            <a:extLst xmlns:a="http://schemas.openxmlformats.org/drawingml/2006/main">
              <a:ext uri="{FF2B5EF4-FFF2-40B4-BE49-F238E27FC236}">
                <a16:creationId xmlns:a16="http://schemas.microsoft.com/office/drawing/2014/main" id="{C3ADC968-203F-4521-A39E-40FD0CED5704}"/>
              </a:ext>
            </a:extLst>
          </p:cNvPr>
          <p:cNvSpPr>
            <a:spLocks xmlns:a="http://schemas.openxmlformats.org/drawingml/2006/main" noGrp="1"/>
          </p:cNvSpPr>
          <p:nvPr/>
        </p:nvSpPr>
        <p:spPr>
          <a:xfrm xmlns:a="http://schemas.openxmlformats.org/drawingml/2006/main">
            <a:off x="571500" y="49434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16343D"/>
                </a:solidFill>
                <a:latin typeface="Arial"/>
                <a:ea typeface="Arial"/>
                <a:cs typeface="Arial"/>
              </a:defRPr>
            </a:defPPr>
            <a:lvl1pPr algn="l">
              <a:defRPr sz="1125" b="0">
                <a:solidFill>
                  <a:srgbClr val="16343D"/>
                </a:solidFill>
                <a:latin typeface="Arial"/>
                <a:ea typeface="Arial"/>
                <a:cs typeface="Arial"/>
              </a:defRPr>
            </a:lvl1pPr>
            <a:lvl2pPr algn="l">
              <a:defRPr sz="1125" b="0">
                <a:solidFill>
                  <a:srgbClr val="16343D"/>
                </a:solidFill>
                <a:latin typeface="Arial"/>
                <a:ea typeface="Arial"/>
                <a:cs typeface="Arial"/>
              </a:defRPr>
            </a:lvl2pPr>
            <a:lvl3pPr algn="l">
              <a:defRPr sz="1125" b="0">
                <a:solidFill>
                  <a:srgbClr val="16343D"/>
                </a:solidFill>
                <a:latin typeface="Arial"/>
                <a:ea typeface="Arial"/>
                <a:cs typeface="Arial"/>
              </a:defRPr>
            </a:lvl3pPr>
            <a:lvl4pPr algn="l">
              <a:defRPr sz="1125" b="0">
                <a:solidFill>
                  <a:srgbClr val="16343D"/>
                </a:solidFill>
                <a:latin typeface="Arial"/>
                <a:ea typeface="Arial"/>
                <a:cs typeface="Arial"/>
              </a:defRPr>
            </a:lvl4pPr>
            <a:lvl5pPr algn="l">
              <a:defRPr sz="1125" b="0">
                <a:solidFill>
                  <a:srgbClr val="16343D"/>
                </a:solidFill>
                <a:latin typeface="Arial"/>
                <a:ea typeface="Arial"/>
                <a:cs typeface="Arial"/>
              </a:defRPr>
            </a:lvl5pPr>
            <a:lvl6pPr algn="l">
              <a:defRPr sz="1125" b="0">
                <a:solidFill>
                  <a:srgbClr val="16343D"/>
                </a:solidFill>
                <a:latin typeface="Arial"/>
                <a:ea typeface="Arial"/>
                <a:cs typeface="Arial"/>
              </a:defRPr>
            </a:lvl6pPr>
            <a:lvl7pPr algn="l">
              <a:defRPr sz="1125" b="0">
                <a:solidFill>
                  <a:srgbClr val="16343D"/>
                </a:solidFill>
                <a:latin typeface="Arial"/>
                <a:ea typeface="Arial"/>
                <a:cs typeface="Arial"/>
              </a:defRPr>
            </a:lvl7pPr>
            <a:lvl8pPr algn="l">
              <a:defRPr sz="1125" b="0">
                <a:solidFill>
                  <a:srgbClr val="16343D"/>
                </a:solidFill>
                <a:latin typeface="Arial"/>
                <a:ea typeface="Arial"/>
                <a:cs typeface="Arial"/>
              </a:defRPr>
            </a:lvl8pPr>
            <a:lvl9pPr algn="l">
              <a:defRPr sz="1125" b="0">
                <a:solidFill>
                  <a:srgbClr val="16343D"/>
                </a:solidFill>
                <a:latin typeface="Arial"/>
                <a:ea typeface="Arial"/>
                <a:cs typeface="Arial"/>
              </a:defRPr>
            </a:lvl9pPr>
          </a:lstStyle>
          <a:p xmlns:a="http://schemas.openxmlformats.org/drawingml/2006/main">
            <a:pPr algn="l">
              <a:defRPr sz="1125" b="0">
                <a:solidFill>
                  <a:srgbClr val="16343D"/>
                </a:solidFill>
                <a:latin typeface="Arial"/>
                <a:ea typeface="Arial"/>
                <a:cs typeface="Arial"/>
              </a:defRPr>
            </a:pPr>
            <a:r>
              <a:rPr sz="1125" b="0">
                <a:solidFill>
                  <a:srgbClr val="16343D"/>
                </a:solidFill>
                <a:latin typeface="Arial"/>
                <a:ea typeface="Arial"/>
                <a:cs typeface="Arial"/>
              </a:rPr>
              <a:t>1. Chấm đen = nối. Giao dây không chấm = không nối. GND là mass tín hiệu.</a:t>
            </a:r>
          </a:p>
        </p:txBody>
      </p:sp>
      <p:sp>
        <p:nvSpPr>
          <p:cNvPr id="136" name="drawing-note-2">
            <a:extLst xmlns:a="http://schemas.openxmlformats.org/drawingml/2006/main">
              <a:ext uri="{FF2B5EF4-FFF2-40B4-BE49-F238E27FC236}">
                <a16:creationId xmlns:a16="http://schemas.microsoft.com/office/drawing/2014/main" id="{628DCC0F-FB18-4175-9A2F-15483E20BF39}"/>
              </a:ext>
            </a:extLst>
          </p:cNvPr>
          <p:cNvSpPr>
            <a:spLocks xmlns:a="http://schemas.openxmlformats.org/drawingml/2006/main" noGrp="1"/>
          </p:cNvSpPr>
          <p:nvPr/>
        </p:nvSpPr>
        <p:spPr>
          <a:xfrm xmlns:a="http://schemas.openxmlformats.org/drawingml/2006/main">
            <a:off x="571500" y="51911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16343D"/>
                </a:solidFill>
                <a:latin typeface="Arial"/>
                <a:ea typeface="Arial"/>
                <a:cs typeface="Arial"/>
              </a:defRPr>
            </a:defPPr>
            <a:lvl1pPr algn="l">
              <a:defRPr sz="1125" b="0">
                <a:solidFill>
                  <a:srgbClr val="16343D"/>
                </a:solidFill>
                <a:latin typeface="Arial"/>
                <a:ea typeface="Arial"/>
                <a:cs typeface="Arial"/>
              </a:defRPr>
            </a:lvl1pPr>
            <a:lvl2pPr algn="l">
              <a:defRPr sz="1125" b="0">
                <a:solidFill>
                  <a:srgbClr val="16343D"/>
                </a:solidFill>
                <a:latin typeface="Arial"/>
                <a:ea typeface="Arial"/>
                <a:cs typeface="Arial"/>
              </a:defRPr>
            </a:lvl2pPr>
            <a:lvl3pPr algn="l">
              <a:defRPr sz="1125" b="0">
                <a:solidFill>
                  <a:srgbClr val="16343D"/>
                </a:solidFill>
                <a:latin typeface="Arial"/>
                <a:ea typeface="Arial"/>
                <a:cs typeface="Arial"/>
              </a:defRPr>
            </a:lvl3pPr>
            <a:lvl4pPr algn="l">
              <a:defRPr sz="1125" b="0">
                <a:solidFill>
                  <a:srgbClr val="16343D"/>
                </a:solidFill>
                <a:latin typeface="Arial"/>
                <a:ea typeface="Arial"/>
                <a:cs typeface="Arial"/>
              </a:defRPr>
            </a:lvl4pPr>
            <a:lvl5pPr algn="l">
              <a:defRPr sz="1125" b="0">
                <a:solidFill>
                  <a:srgbClr val="16343D"/>
                </a:solidFill>
                <a:latin typeface="Arial"/>
                <a:ea typeface="Arial"/>
                <a:cs typeface="Arial"/>
              </a:defRPr>
            </a:lvl5pPr>
            <a:lvl6pPr algn="l">
              <a:defRPr sz="1125" b="0">
                <a:solidFill>
                  <a:srgbClr val="16343D"/>
                </a:solidFill>
                <a:latin typeface="Arial"/>
                <a:ea typeface="Arial"/>
                <a:cs typeface="Arial"/>
              </a:defRPr>
            </a:lvl6pPr>
            <a:lvl7pPr algn="l">
              <a:defRPr sz="1125" b="0">
                <a:solidFill>
                  <a:srgbClr val="16343D"/>
                </a:solidFill>
                <a:latin typeface="Arial"/>
                <a:ea typeface="Arial"/>
                <a:cs typeface="Arial"/>
              </a:defRPr>
            </a:lvl7pPr>
            <a:lvl8pPr algn="l">
              <a:defRPr sz="1125" b="0">
                <a:solidFill>
                  <a:srgbClr val="16343D"/>
                </a:solidFill>
                <a:latin typeface="Arial"/>
                <a:ea typeface="Arial"/>
                <a:cs typeface="Arial"/>
              </a:defRPr>
            </a:lvl8pPr>
            <a:lvl9pPr algn="l">
              <a:defRPr sz="1125" b="0">
                <a:solidFill>
                  <a:srgbClr val="16343D"/>
                </a:solidFill>
                <a:latin typeface="Arial"/>
                <a:ea typeface="Arial"/>
                <a:cs typeface="Arial"/>
              </a:defRPr>
            </a:lvl9pPr>
          </a:lstStyle>
          <a:p xmlns:a="http://schemas.openxmlformats.org/drawingml/2006/main">
            <a:pPr algn="l">
              <a:defRPr sz="1125" b="0">
                <a:solidFill>
                  <a:srgbClr val="16343D"/>
                </a:solidFill>
                <a:latin typeface="Arial"/>
                <a:ea typeface="Arial"/>
                <a:cs typeface="Arial"/>
              </a:defRPr>
            </a:pPr>
            <a:r>
              <a:rPr sz="1125" b="0">
                <a:solidFill>
                  <a:srgbClr val="16343D"/>
                </a:solidFill>
                <a:latin typeface="Arial"/>
                <a:ea typeface="Arial"/>
                <a:cs typeface="Arial"/>
              </a:rPr>
              <a:t>2. R3/R4: DNP nếu A3 đã có pull-up phù hợp về 3V3_A2. Nếu thiếu, lắp 4k7.</a:t>
            </a:r>
          </a:p>
        </p:txBody>
      </p:sp>
      <p:sp>
        <p:nvSpPr>
          <p:cNvPr id="137" name="drawing-note-3">
            <a:extLst xmlns:a="http://schemas.openxmlformats.org/drawingml/2006/main">
              <a:ext uri="{FF2B5EF4-FFF2-40B4-BE49-F238E27FC236}">
                <a16:creationId xmlns:a16="http://schemas.microsoft.com/office/drawing/2014/main" id="{1EB4C062-F7B3-4B11-89F0-5F5C1E95D1D4}"/>
              </a:ext>
            </a:extLst>
          </p:cNvPr>
          <p:cNvSpPr>
            <a:spLocks xmlns:a="http://schemas.openxmlformats.org/drawingml/2006/main" noGrp="1"/>
          </p:cNvSpPr>
          <p:nvPr/>
        </p:nvSpPr>
        <p:spPr>
          <a:xfrm xmlns:a="http://schemas.openxmlformats.org/drawingml/2006/main">
            <a:off x="571500" y="54387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16343D"/>
                </a:solidFill>
                <a:latin typeface="Arial"/>
                <a:ea typeface="Arial"/>
                <a:cs typeface="Arial"/>
              </a:defRPr>
            </a:defPPr>
            <a:lvl1pPr algn="l">
              <a:defRPr sz="1125" b="0">
                <a:solidFill>
                  <a:srgbClr val="16343D"/>
                </a:solidFill>
                <a:latin typeface="Arial"/>
                <a:ea typeface="Arial"/>
                <a:cs typeface="Arial"/>
              </a:defRPr>
            </a:lvl1pPr>
            <a:lvl2pPr algn="l">
              <a:defRPr sz="1125" b="0">
                <a:solidFill>
                  <a:srgbClr val="16343D"/>
                </a:solidFill>
                <a:latin typeface="Arial"/>
                <a:ea typeface="Arial"/>
                <a:cs typeface="Arial"/>
              </a:defRPr>
            </a:lvl2pPr>
            <a:lvl3pPr algn="l">
              <a:defRPr sz="1125" b="0">
                <a:solidFill>
                  <a:srgbClr val="16343D"/>
                </a:solidFill>
                <a:latin typeface="Arial"/>
                <a:ea typeface="Arial"/>
                <a:cs typeface="Arial"/>
              </a:defRPr>
            </a:lvl3pPr>
            <a:lvl4pPr algn="l">
              <a:defRPr sz="1125" b="0">
                <a:solidFill>
                  <a:srgbClr val="16343D"/>
                </a:solidFill>
                <a:latin typeface="Arial"/>
                <a:ea typeface="Arial"/>
                <a:cs typeface="Arial"/>
              </a:defRPr>
            </a:lvl4pPr>
            <a:lvl5pPr algn="l">
              <a:defRPr sz="1125" b="0">
                <a:solidFill>
                  <a:srgbClr val="16343D"/>
                </a:solidFill>
                <a:latin typeface="Arial"/>
                <a:ea typeface="Arial"/>
                <a:cs typeface="Arial"/>
              </a:defRPr>
            </a:lvl5pPr>
            <a:lvl6pPr algn="l">
              <a:defRPr sz="1125" b="0">
                <a:solidFill>
                  <a:srgbClr val="16343D"/>
                </a:solidFill>
                <a:latin typeface="Arial"/>
                <a:ea typeface="Arial"/>
                <a:cs typeface="Arial"/>
              </a:defRPr>
            </a:lvl6pPr>
            <a:lvl7pPr algn="l">
              <a:defRPr sz="1125" b="0">
                <a:solidFill>
                  <a:srgbClr val="16343D"/>
                </a:solidFill>
                <a:latin typeface="Arial"/>
                <a:ea typeface="Arial"/>
                <a:cs typeface="Arial"/>
              </a:defRPr>
            </a:lvl7pPr>
            <a:lvl8pPr algn="l">
              <a:defRPr sz="1125" b="0">
                <a:solidFill>
                  <a:srgbClr val="16343D"/>
                </a:solidFill>
                <a:latin typeface="Arial"/>
                <a:ea typeface="Arial"/>
                <a:cs typeface="Arial"/>
              </a:defRPr>
            </a:lvl8pPr>
            <a:lvl9pPr algn="l">
              <a:defRPr sz="1125" b="0">
                <a:solidFill>
                  <a:srgbClr val="16343D"/>
                </a:solidFill>
                <a:latin typeface="Arial"/>
                <a:ea typeface="Arial"/>
                <a:cs typeface="Arial"/>
              </a:defRPr>
            </a:lvl9pPr>
          </a:lstStyle>
          <a:p xmlns:a="http://schemas.openxmlformats.org/drawingml/2006/main">
            <a:pPr algn="l">
              <a:defRPr sz="1125" b="0">
                <a:solidFill>
                  <a:srgbClr val="16343D"/>
                </a:solidFill>
                <a:latin typeface="Arial"/>
                <a:ea typeface="Arial"/>
                <a:cs typeface="Arial"/>
              </a:defRPr>
            </a:pPr>
            <a:r>
              <a:rPr sz="1125" b="0">
                <a:solidFill>
                  <a:srgbClr val="16343D"/>
                </a:solidFill>
                <a:latin typeface="Arial"/>
                <a:ea typeface="Arial"/>
                <a:cs typeface="Arial"/>
              </a:rPr>
              <a:t>3. I²C 100 kHz. C1 sát GPIO1, C2 sát OLED. Hai bo cấp USB riêng, không nối 5V.</a:t>
            </a:r>
          </a:p>
        </p:txBody>
      </p:sp>
      <p:sp>
        <p:nvSpPr>
          <p:cNvPr id="138" name="drawing-note-4">
            <a:extLst xmlns:a="http://schemas.openxmlformats.org/drawingml/2006/main">
              <a:ext uri="{FF2B5EF4-FFF2-40B4-BE49-F238E27FC236}">
                <a16:creationId xmlns:a16="http://schemas.microsoft.com/office/drawing/2014/main" id="{2840E83F-6CB8-4B52-897C-583B30C81AD1}"/>
              </a:ext>
            </a:extLst>
          </p:cNvPr>
          <p:cNvSpPr>
            <a:spLocks xmlns:a="http://schemas.openxmlformats.org/drawingml/2006/main" noGrp="1"/>
          </p:cNvSpPr>
          <p:nvPr/>
        </p:nvSpPr>
        <p:spPr>
          <a:xfrm xmlns:a="http://schemas.openxmlformats.org/drawingml/2006/main">
            <a:off x="571500" y="5686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16343D"/>
                </a:solidFill>
                <a:latin typeface="Arial"/>
                <a:ea typeface="Arial"/>
                <a:cs typeface="Arial"/>
              </a:defRPr>
            </a:defPPr>
            <a:lvl1pPr algn="l">
              <a:defRPr sz="1125" b="0">
                <a:solidFill>
                  <a:srgbClr val="16343D"/>
                </a:solidFill>
                <a:latin typeface="Arial"/>
                <a:ea typeface="Arial"/>
                <a:cs typeface="Arial"/>
              </a:defRPr>
            </a:lvl1pPr>
            <a:lvl2pPr algn="l">
              <a:defRPr sz="1125" b="0">
                <a:solidFill>
                  <a:srgbClr val="16343D"/>
                </a:solidFill>
                <a:latin typeface="Arial"/>
                <a:ea typeface="Arial"/>
                <a:cs typeface="Arial"/>
              </a:defRPr>
            </a:lvl2pPr>
            <a:lvl3pPr algn="l">
              <a:defRPr sz="1125" b="0">
                <a:solidFill>
                  <a:srgbClr val="16343D"/>
                </a:solidFill>
                <a:latin typeface="Arial"/>
                <a:ea typeface="Arial"/>
                <a:cs typeface="Arial"/>
              </a:defRPr>
            </a:lvl3pPr>
            <a:lvl4pPr algn="l">
              <a:defRPr sz="1125" b="0">
                <a:solidFill>
                  <a:srgbClr val="16343D"/>
                </a:solidFill>
                <a:latin typeface="Arial"/>
                <a:ea typeface="Arial"/>
                <a:cs typeface="Arial"/>
              </a:defRPr>
            </a:lvl4pPr>
            <a:lvl5pPr algn="l">
              <a:defRPr sz="1125" b="0">
                <a:solidFill>
                  <a:srgbClr val="16343D"/>
                </a:solidFill>
                <a:latin typeface="Arial"/>
                <a:ea typeface="Arial"/>
                <a:cs typeface="Arial"/>
              </a:defRPr>
            </a:lvl5pPr>
            <a:lvl6pPr algn="l">
              <a:defRPr sz="1125" b="0">
                <a:solidFill>
                  <a:srgbClr val="16343D"/>
                </a:solidFill>
                <a:latin typeface="Arial"/>
                <a:ea typeface="Arial"/>
                <a:cs typeface="Arial"/>
              </a:defRPr>
            </a:lvl6pPr>
            <a:lvl7pPr algn="l">
              <a:defRPr sz="1125" b="0">
                <a:solidFill>
                  <a:srgbClr val="16343D"/>
                </a:solidFill>
                <a:latin typeface="Arial"/>
                <a:ea typeface="Arial"/>
                <a:cs typeface="Arial"/>
              </a:defRPr>
            </a:lvl7pPr>
            <a:lvl8pPr algn="l">
              <a:defRPr sz="1125" b="0">
                <a:solidFill>
                  <a:srgbClr val="16343D"/>
                </a:solidFill>
                <a:latin typeface="Arial"/>
                <a:ea typeface="Arial"/>
                <a:cs typeface="Arial"/>
              </a:defRPr>
            </a:lvl8pPr>
            <a:lvl9pPr algn="l">
              <a:defRPr sz="1125" b="0">
                <a:solidFill>
                  <a:srgbClr val="16343D"/>
                </a:solidFill>
                <a:latin typeface="Arial"/>
                <a:ea typeface="Arial"/>
                <a:cs typeface="Arial"/>
              </a:defRPr>
            </a:lvl9pPr>
          </a:lstStyle>
          <a:p xmlns:a="http://schemas.openxmlformats.org/drawingml/2006/main">
            <a:pPr algn="l">
              <a:defRPr sz="1125" b="0">
                <a:solidFill>
                  <a:srgbClr val="16343D"/>
                </a:solidFill>
                <a:latin typeface="Arial"/>
                <a:ea typeface="Arial"/>
                <a:cs typeface="Arial"/>
              </a:defRPr>
            </a:pPr>
            <a:r>
              <a:rPr sz="1125" b="0">
                <a:solidFill>
                  <a:srgbClr val="16343D"/>
                </a:solidFill>
                <a:latin typeface="Arial"/>
                <a:ea typeface="Arial"/>
                <a:cs typeface="Arial"/>
              </a:rPr>
              <a:t>4. Đo TP1/TP2 so với TP3. TP2 ≤2,85 V khi nguồn A1 nằm trong 3,3 V ±5%.</a:t>
            </a:r>
          </a:p>
        </p:txBody>
      </p:sp>
      <p:sp>
        <p:nvSpPr>
          <p:cNvPr id="139" name="drawing-title-block">
            <a:extLst xmlns:a="http://schemas.openxmlformats.org/drawingml/2006/main">
              <a:ext uri="{FF2B5EF4-FFF2-40B4-BE49-F238E27FC236}">
                <a16:creationId xmlns:a16="http://schemas.microsoft.com/office/drawing/2014/main" id="{BD94E367-FBD5-4BC6-B97A-5EF5DDAFE505}"/>
              </a:ext>
            </a:extLst>
          </p:cNvPr>
          <p:cNvSpPr>
            <a:spLocks xmlns:a="http://schemas.openxmlformats.org/drawingml/2006/main" noGrp="1"/>
          </p:cNvSpPr>
          <p:nvPr/>
        </p:nvSpPr>
        <p:spPr>
          <a:xfrm xmlns:a="http://schemas.openxmlformats.org/drawingml/2006/main">
            <a:off x="571500" y="6172200"/>
            <a:ext cx="11163300" cy="53340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140" name="title-col-1">
            <a:extLst xmlns:a="http://schemas.openxmlformats.org/drawingml/2006/main">
              <a:ext uri="{FF2B5EF4-FFF2-40B4-BE49-F238E27FC236}">
                <a16:creationId xmlns:a16="http://schemas.microsoft.com/office/drawing/2014/main" id="{54D9971F-FFF2-4343-BBED-2A45CE6635C2}"/>
              </a:ext>
            </a:extLst>
          </p:cNvPr>
          <p:cNvSpPr>
            <a:spLocks xmlns:a="http://schemas.openxmlformats.org/drawingml/2006/main" noGrp="1"/>
          </p:cNvSpPr>
          <p:nvPr/>
        </p:nvSpPr>
        <p:spPr>
          <a:xfrm xmlns:a="http://schemas.openxmlformats.org/drawingml/2006/main">
            <a:off x="4895850" y="6172200"/>
            <a:ext cx="0" cy="285750"/>
          </a:xfrm>
          <a:prstGeom xmlns:a="http://schemas.openxmlformats.org/drawingml/2006/main" prst="line">
            <a:avLst/>
          </a:prstGeom>
          <a:ln xmlns:a="http://schemas.openxmlformats.org/drawingml/2006/main" w="7620">
            <a:solidFill>
              <a:srgbClr val="16343D"/>
            </a:solidFill>
            <a:prstDash val="solid"/>
          </a:ln>
        </p:spPr>
      </p:sp>
      <p:sp>
        <p:nvSpPr>
          <p:cNvPr id="141" name="title-col-2">
            <a:extLst xmlns:a="http://schemas.openxmlformats.org/drawingml/2006/main">
              <a:ext uri="{FF2B5EF4-FFF2-40B4-BE49-F238E27FC236}">
                <a16:creationId xmlns:a16="http://schemas.microsoft.com/office/drawing/2014/main" id="{935CE463-2308-4BC1-86DD-3A14DB3357C8}"/>
              </a:ext>
            </a:extLst>
          </p:cNvPr>
          <p:cNvSpPr>
            <a:spLocks xmlns:a="http://schemas.openxmlformats.org/drawingml/2006/main" noGrp="1"/>
          </p:cNvSpPr>
          <p:nvPr/>
        </p:nvSpPr>
        <p:spPr>
          <a:xfrm xmlns:a="http://schemas.openxmlformats.org/drawingml/2006/main">
            <a:off x="7400925" y="6172200"/>
            <a:ext cx="0" cy="285750"/>
          </a:xfrm>
          <a:prstGeom xmlns:a="http://schemas.openxmlformats.org/drawingml/2006/main" prst="line">
            <a:avLst/>
          </a:prstGeom>
          <a:ln xmlns:a="http://schemas.openxmlformats.org/drawingml/2006/main" w="7620">
            <a:solidFill>
              <a:srgbClr val="16343D"/>
            </a:solidFill>
            <a:prstDash val="solid"/>
          </a:ln>
        </p:spPr>
      </p:sp>
      <p:sp>
        <p:nvSpPr>
          <p:cNvPr id="142" name="title-col-3">
            <a:extLst xmlns:a="http://schemas.openxmlformats.org/drawingml/2006/main">
              <a:ext uri="{FF2B5EF4-FFF2-40B4-BE49-F238E27FC236}">
                <a16:creationId xmlns:a16="http://schemas.microsoft.com/office/drawing/2014/main" id="{C1C46C6B-22C4-4B3A-A9A2-EBA72B8595C9}"/>
              </a:ext>
            </a:extLst>
          </p:cNvPr>
          <p:cNvSpPr>
            <a:spLocks xmlns:a="http://schemas.openxmlformats.org/drawingml/2006/main" noGrp="1"/>
          </p:cNvSpPr>
          <p:nvPr/>
        </p:nvSpPr>
        <p:spPr>
          <a:xfrm xmlns:a="http://schemas.openxmlformats.org/drawingml/2006/main">
            <a:off x="8705850" y="6172200"/>
            <a:ext cx="0" cy="285750"/>
          </a:xfrm>
          <a:prstGeom xmlns:a="http://schemas.openxmlformats.org/drawingml/2006/main" prst="line">
            <a:avLst/>
          </a:prstGeom>
          <a:ln xmlns:a="http://schemas.openxmlformats.org/drawingml/2006/main" w="7620">
            <a:solidFill>
              <a:srgbClr val="16343D"/>
            </a:solidFill>
            <a:prstDash val="solid"/>
          </a:ln>
        </p:spPr>
      </p:sp>
      <p:sp>
        <p:nvSpPr>
          <p:cNvPr id="143" name="drawing-id">
            <a:extLst xmlns:a="http://schemas.openxmlformats.org/drawingml/2006/main">
              <a:ext uri="{FF2B5EF4-FFF2-40B4-BE49-F238E27FC236}">
                <a16:creationId xmlns:a16="http://schemas.microsoft.com/office/drawing/2014/main" id="{BFC16D63-3EC1-42D4-8846-0D1D8964B78C}"/>
              </a:ext>
            </a:extLst>
          </p:cNvPr>
          <p:cNvSpPr>
            <a:spLocks xmlns:a="http://schemas.openxmlformats.org/drawingml/2006/main" noGrp="1"/>
          </p:cNvSpPr>
          <p:nvPr/>
        </p:nvSpPr>
        <p:spPr>
          <a:xfrm xmlns:a="http://schemas.openxmlformats.org/drawingml/2006/main">
            <a:off x="676275" y="6210300"/>
            <a:ext cx="4105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RF-HIL-001  /  Liên kết nguyên mẫu HIL</a:t>
            </a:r>
          </a:p>
        </p:txBody>
      </p:sp>
      <p:sp>
        <p:nvSpPr>
          <p:cNvPr id="144" name="drawing-revision">
            <a:extLst xmlns:a="http://schemas.openxmlformats.org/drawingml/2006/main">
              <a:ext uri="{FF2B5EF4-FFF2-40B4-BE49-F238E27FC236}">
                <a16:creationId xmlns:a16="http://schemas.microsoft.com/office/drawing/2014/main" id="{F1193C30-33D5-4BF3-94A9-88722842854B}"/>
              </a:ext>
            </a:extLst>
          </p:cNvPr>
          <p:cNvSpPr>
            <a:spLocks xmlns:a="http://schemas.openxmlformats.org/drawingml/2006/main" noGrp="1"/>
          </p:cNvSpPr>
          <p:nvPr/>
        </p:nvSpPr>
        <p:spPr>
          <a:xfrm xmlns:a="http://schemas.openxmlformats.org/drawingml/2006/main">
            <a:off x="5010150" y="62103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Rev B  /  18-10-2026</a:t>
            </a:r>
          </a:p>
        </p:txBody>
      </p:sp>
      <p:sp>
        <p:nvSpPr>
          <p:cNvPr id="145" name="drawing-sheet">
            <a:extLst xmlns:a="http://schemas.openxmlformats.org/drawingml/2006/main">
              <a:ext uri="{FF2B5EF4-FFF2-40B4-BE49-F238E27FC236}">
                <a16:creationId xmlns:a16="http://schemas.microsoft.com/office/drawing/2014/main" id="{A541DA61-88B1-443C-98A5-2EA8EB62FE22}"/>
              </a:ext>
            </a:extLst>
          </p:cNvPr>
          <p:cNvSpPr>
            <a:spLocks xmlns:a="http://schemas.openxmlformats.org/drawingml/2006/main" noGrp="1"/>
          </p:cNvSpPr>
          <p:nvPr/>
        </p:nvSpPr>
        <p:spPr>
          <a:xfrm xmlns:a="http://schemas.openxmlformats.org/drawingml/2006/main">
            <a:off x="7524750" y="62103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Tờ 1 / 1</a:t>
            </a:r>
          </a:p>
        </p:txBody>
      </p:sp>
      <p:sp>
        <p:nvSpPr>
          <p:cNvPr id="146" name="drawing-approval">
            <a:extLst xmlns:a="http://schemas.openxmlformats.org/drawingml/2006/main">
              <a:ext uri="{FF2B5EF4-FFF2-40B4-BE49-F238E27FC236}">
                <a16:creationId xmlns:a16="http://schemas.microsoft.com/office/drawing/2014/main" id="{DEB089A8-14A6-470D-B92D-0135B9D6C452}"/>
              </a:ext>
            </a:extLst>
          </p:cNvPr>
          <p:cNvSpPr>
            <a:spLocks xmlns:a="http://schemas.openxmlformats.org/drawingml/2006/main" noGrp="1"/>
          </p:cNvSpPr>
          <p:nvPr/>
        </p:nvSpPr>
        <p:spPr>
          <a:xfrm xmlns:a="http://schemas.openxmlformats.org/drawingml/2006/main">
            <a:off x="8829675" y="6210300"/>
            <a:ext cx="2809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0">
                <a:solidFill>
                  <a:srgbClr val="16343D"/>
                </a:solidFill>
                <a:latin typeface="Arial"/>
                <a:ea typeface="Arial"/>
                <a:cs typeface="Arial"/>
              </a:defRPr>
            </a:defPPr>
            <a:lvl1pPr algn="l">
              <a:defRPr sz="1050" b="0">
                <a:solidFill>
                  <a:srgbClr val="16343D"/>
                </a:solidFill>
                <a:latin typeface="Arial"/>
                <a:ea typeface="Arial"/>
                <a:cs typeface="Arial"/>
              </a:defRPr>
            </a:lvl1pPr>
            <a:lvl2pPr algn="l">
              <a:defRPr sz="1050" b="0">
                <a:solidFill>
                  <a:srgbClr val="16343D"/>
                </a:solidFill>
                <a:latin typeface="Arial"/>
                <a:ea typeface="Arial"/>
                <a:cs typeface="Arial"/>
              </a:defRPr>
            </a:lvl2pPr>
            <a:lvl3pPr algn="l">
              <a:defRPr sz="1050" b="0">
                <a:solidFill>
                  <a:srgbClr val="16343D"/>
                </a:solidFill>
                <a:latin typeface="Arial"/>
                <a:ea typeface="Arial"/>
                <a:cs typeface="Arial"/>
              </a:defRPr>
            </a:lvl3pPr>
            <a:lvl4pPr algn="l">
              <a:defRPr sz="1050" b="0">
                <a:solidFill>
                  <a:srgbClr val="16343D"/>
                </a:solidFill>
                <a:latin typeface="Arial"/>
                <a:ea typeface="Arial"/>
                <a:cs typeface="Arial"/>
              </a:defRPr>
            </a:lvl4pPr>
            <a:lvl5pPr algn="l">
              <a:defRPr sz="1050" b="0">
                <a:solidFill>
                  <a:srgbClr val="16343D"/>
                </a:solidFill>
                <a:latin typeface="Arial"/>
                <a:ea typeface="Arial"/>
                <a:cs typeface="Arial"/>
              </a:defRPr>
            </a:lvl5pPr>
            <a:lvl6pPr algn="l">
              <a:defRPr sz="1050" b="0">
                <a:solidFill>
                  <a:srgbClr val="16343D"/>
                </a:solidFill>
                <a:latin typeface="Arial"/>
                <a:ea typeface="Arial"/>
                <a:cs typeface="Arial"/>
              </a:defRPr>
            </a:lvl6pPr>
            <a:lvl7pPr algn="l">
              <a:defRPr sz="1050" b="0">
                <a:solidFill>
                  <a:srgbClr val="16343D"/>
                </a:solidFill>
                <a:latin typeface="Arial"/>
                <a:ea typeface="Arial"/>
                <a:cs typeface="Arial"/>
              </a:defRPr>
            </a:lvl7pPr>
            <a:lvl8pPr algn="l">
              <a:defRPr sz="1050" b="0">
                <a:solidFill>
                  <a:srgbClr val="16343D"/>
                </a:solidFill>
                <a:latin typeface="Arial"/>
                <a:ea typeface="Arial"/>
                <a:cs typeface="Arial"/>
              </a:defRPr>
            </a:lvl8pPr>
            <a:lvl9pPr algn="l">
              <a:defRPr sz="1050" b="0">
                <a:solidFill>
                  <a:srgbClr val="16343D"/>
                </a:solidFill>
                <a:latin typeface="Arial"/>
                <a:ea typeface="Arial"/>
                <a:cs typeface="Arial"/>
              </a:defRPr>
            </a:lvl9pPr>
          </a:lstStyle>
          <a:p xmlns:a="http://schemas.openxmlformats.org/drawingml/2006/main">
            <a:pPr algn="l">
              <a:defRPr sz="1050" b="0">
                <a:solidFill>
                  <a:srgbClr val="16343D"/>
                </a:solidFill>
                <a:latin typeface="Arial"/>
                <a:ea typeface="Arial"/>
                <a:cs typeface="Arial"/>
              </a:defRPr>
            </a:pPr>
            <a:r>
              <a:rPr sz="1050" b="0">
                <a:solidFill>
                  <a:srgbClr val="16343D"/>
                </a:solidFill>
                <a:latin typeface="Arial"/>
                <a:ea typeface="Arial"/>
                <a:cs typeface="Arial"/>
              </a:rPr>
              <a:t>Duyệt: chưa phê duyệt</a:t>
            </a:r>
          </a:p>
        </p:txBody>
      </p:sp>
      <p:sp>
        <p:nvSpPr>
          <p:cNvPr id="147" name="title-row">
            <a:extLst xmlns:a="http://schemas.openxmlformats.org/drawingml/2006/main">
              <a:ext uri="{FF2B5EF4-FFF2-40B4-BE49-F238E27FC236}">
                <a16:creationId xmlns:a16="http://schemas.microsoft.com/office/drawing/2014/main" id="{3AC70A2A-E795-43B9-8682-49FB5360CF54}"/>
              </a:ext>
            </a:extLst>
          </p:cNvPr>
          <p:cNvSpPr>
            <a:spLocks xmlns:a="http://schemas.openxmlformats.org/drawingml/2006/main" noGrp="1"/>
          </p:cNvSpPr>
          <p:nvPr/>
        </p:nvSpPr>
        <p:spPr>
          <a:xfrm xmlns:a="http://schemas.openxmlformats.org/drawingml/2006/main">
            <a:off x="571500" y="6457950"/>
            <a:ext cx="11163300" cy="0"/>
          </a:xfrm>
          <a:prstGeom xmlns:a="http://schemas.openxmlformats.org/drawingml/2006/main" prst="line">
            <a:avLst/>
          </a:prstGeom>
          <a:ln xmlns:a="http://schemas.openxmlformats.org/drawingml/2006/main" w="7620">
            <a:solidFill>
              <a:srgbClr val="16343D"/>
            </a:solidFill>
            <a:prstDash val="solid"/>
          </a:ln>
        </p:spPr>
      </p:sp>
      <p:sp>
        <p:nvSpPr>
          <p:cNvPr id="148" name="drawing-status">
            <a:extLst xmlns:a="http://schemas.openxmlformats.org/drawingml/2006/main">
              <a:ext uri="{FF2B5EF4-FFF2-40B4-BE49-F238E27FC236}">
                <a16:creationId xmlns:a16="http://schemas.microsoft.com/office/drawing/2014/main" id="{FC690E51-7E1D-46E6-BC16-E2056DE04AFF}"/>
              </a:ext>
            </a:extLst>
          </p:cNvPr>
          <p:cNvSpPr>
            <a:spLocks xmlns:a="http://schemas.openxmlformats.org/drawingml/2006/main" noGrp="1"/>
          </p:cNvSpPr>
          <p:nvPr/>
        </p:nvSpPr>
        <p:spPr>
          <a:xfrm xmlns:a="http://schemas.openxmlformats.org/drawingml/2006/main">
            <a:off x="676275" y="6477000"/>
            <a:ext cx="10953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0">
                <a:solidFill>
                  <a:srgbClr val="4F6870"/>
                </a:solidFill>
                <a:latin typeface="Arial"/>
                <a:ea typeface="Arial"/>
                <a:cs typeface="Arial"/>
              </a:defRPr>
            </a:defPPr>
            <a:lvl1pPr algn="l">
              <a:defRPr sz="938" b="0">
                <a:solidFill>
                  <a:srgbClr val="4F6870"/>
                </a:solidFill>
                <a:latin typeface="Arial"/>
                <a:ea typeface="Arial"/>
                <a:cs typeface="Arial"/>
              </a:defRPr>
            </a:lvl1pPr>
            <a:lvl2pPr algn="l">
              <a:defRPr sz="938" b="0">
                <a:solidFill>
                  <a:srgbClr val="4F6870"/>
                </a:solidFill>
                <a:latin typeface="Arial"/>
                <a:ea typeface="Arial"/>
                <a:cs typeface="Arial"/>
              </a:defRPr>
            </a:lvl2pPr>
            <a:lvl3pPr algn="l">
              <a:defRPr sz="938" b="0">
                <a:solidFill>
                  <a:srgbClr val="4F6870"/>
                </a:solidFill>
                <a:latin typeface="Arial"/>
                <a:ea typeface="Arial"/>
                <a:cs typeface="Arial"/>
              </a:defRPr>
            </a:lvl3pPr>
            <a:lvl4pPr algn="l">
              <a:defRPr sz="938" b="0">
                <a:solidFill>
                  <a:srgbClr val="4F6870"/>
                </a:solidFill>
                <a:latin typeface="Arial"/>
                <a:ea typeface="Arial"/>
                <a:cs typeface="Arial"/>
              </a:defRPr>
            </a:lvl4pPr>
            <a:lvl5pPr algn="l">
              <a:defRPr sz="938" b="0">
                <a:solidFill>
                  <a:srgbClr val="4F6870"/>
                </a:solidFill>
                <a:latin typeface="Arial"/>
                <a:ea typeface="Arial"/>
                <a:cs typeface="Arial"/>
              </a:defRPr>
            </a:lvl5pPr>
            <a:lvl6pPr algn="l">
              <a:defRPr sz="938" b="0">
                <a:solidFill>
                  <a:srgbClr val="4F6870"/>
                </a:solidFill>
                <a:latin typeface="Arial"/>
                <a:ea typeface="Arial"/>
                <a:cs typeface="Arial"/>
              </a:defRPr>
            </a:lvl6pPr>
            <a:lvl7pPr algn="l">
              <a:defRPr sz="938" b="0">
                <a:solidFill>
                  <a:srgbClr val="4F6870"/>
                </a:solidFill>
                <a:latin typeface="Arial"/>
                <a:ea typeface="Arial"/>
                <a:cs typeface="Arial"/>
              </a:defRPr>
            </a:lvl7pPr>
            <a:lvl8pPr algn="l">
              <a:defRPr sz="938" b="0">
                <a:solidFill>
                  <a:srgbClr val="4F6870"/>
                </a:solidFill>
                <a:latin typeface="Arial"/>
                <a:ea typeface="Arial"/>
                <a:cs typeface="Arial"/>
              </a:defRPr>
            </a:lvl8pPr>
            <a:lvl9pPr algn="l">
              <a:defRPr sz="938" b="0">
                <a:solidFill>
                  <a:srgbClr val="4F6870"/>
                </a:solidFill>
                <a:latin typeface="Arial"/>
                <a:ea typeface="Arial"/>
                <a:cs typeface="Arial"/>
              </a:defRPr>
            </a:lvl9pPr>
          </a:lstStyle>
          <a:p xmlns:a="http://schemas.openxmlformats.org/drawingml/2006/main">
            <a:pPr algn="l">
              <a:defRPr sz="938" b="0">
                <a:solidFill>
                  <a:srgbClr val="4F6870"/>
                </a:solidFill>
                <a:latin typeface="Arial"/>
                <a:ea typeface="Arial"/>
                <a:cs typeface="Arial"/>
              </a:defRPr>
            </a:pPr>
            <a:r>
              <a:rPr sz="938" b="0">
                <a:solidFill>
                  <a:srgbClr val="4F6870"/>
                </a:solidFill>
                <a:latin typeface="Arial"/>
                <a:ea typeface="Arial"/>
                <a:cs typeface="Arial"/>
              </a:rPr>
              <a:t>NGUYÊN MẪU HIL  /  Chưa phát hành sản xuất  /  Bản vẽ theo giao diện module, không phải layout PCB</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122F38"/>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122F38"/>
                </a:solidFill>
                <a:latin typeface="Arial"/>
                <a:ea typeface="Arial"/>
                <a:cs typeface="Arial"/>
              </a:defRPr>
            </a:pPr>
            <a:r>
              <a:rPr sz="3300" b="1">
                <a:solidFill>
                  <a:srgbClr val="122F38"/>
                </a:solidFill>
                <a:latin typeface="Arial"/>
                <a:ea typeface="Arial"/>
                <a:cs typeface="Arial"/>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26B70"/>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26B70"/>
                </a:solidFill>
                <a:latin typeface="Arial"/>
                <a:ea typeface="Arial"/>
                <a:cs typeface="Arial"/>
              </a:defRPr>
            </a:pPr>
            <a:r>
              <a:rPr sz="1425" b="0">
                <a:solidFill>
                  <a:srgbClr val="526B70"/>
                </a:solidFill>
                <a:latin typeface="Arial"/>
                <a:ea typeface="Arial"/>
                <a:cs typeface="Arial"/>
              </a:rPr>
              <a:t>01 bộ tối thiểu, giá chưa gồm vận chuyển</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6E1"/>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6818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6818A"/>
                </a:solidFill>
                <a:latin typeface="Arial"/>
                <a:ea typeface="Arial"/>
                <a:cs typeface="Arial"/>
              </a:rPr>
              <a:t>RELYFETAL  /  HIL</a:t>
            </a:r>
          </a:p>
        </p:txBody>
      </p:sp>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143500"/>
            <a:ext cx="10868025" cy="1009650"/>
          </a:xfrm>
          <a:prstGeom xmlns:a="http://schemas.openxmlformats.org/drawingml/2006/main" prst="roundRect">
            <a:avLst>
              <a:gd name="adj" fmla="val 8527"/>
            </a:avLst>
          </a:prstGeom>
          <a:noFill xmlns:a="http://schemas.openxmlformats.org/drawingml/2006/main"/>
          <a:ln xmlns:a="http://schemas.openxmlformats.org/drawingml/2006/main" w="0">
            <a:noFill/>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628650" y="561022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007F74"/>
                </a:solidFill>
                <a:latin typeface="Arial"/>
                <a:ea typeface="Arial"/>
                <a:cs typeface="Arial"/>
              </a:defRPr>
            </a:defPPr>
            <a:lvl1pPr algn="l">
              <a:buNone/>
              <a:defRPr sz="975" b="1">
                <a:solidFill>
                  <a:srgbClr val="C84B42"/>
                </a:solidFill>
                <a:latin typeface="Arial"/>
                <a:ea typeface="Arial"/>
                <a:cs typeface="Arial"/>
              </a:defRPr>
            </a:lvl1pPr>
            <a:lvl2pPr algn="l">
              <a:buNone/>
              <a:defRPr sz="975" b="1">
                <a:solidFill>
                  <a:srgbClr val="C84B42"/>
                </a:solidFill>
                <a:latin typeface="Arial"/>
                <a:ea typeface="Arial"/>
                <a:cs typeface="Arial"/>
              </a:defRPr>
            </a:lvl2pPr>
            <a:lvl3pPr algn="l">
              <a:buNone/>
              <a:defRPr sz="975" b="1">
                <a:solidFill>
                  <a:srgbClr val="C84B42"/>
                </a:solidFill>
                <a:latin typeface="Arial"/>
                <a:ea typeface="Arial"/>
                <a:cs typeface="Arial"/>
              </a:defRPr>
            </a:lvl3pPr>
            <a:lvl4pPr algn="l">
              <a:buNone/>
              <a:defRPr sz="975" b="1">
                <a:solidFill>
                  <a:srgbClr val="C84B42"/>
                </a:solidFill>
                <a:latin typeface="Arial"/>
                <a:ea typeface="Arial"/>
                <a:cs typeface="Arial"/>
              </a:defRPr>
            </a:lvl4pPr>
            <a:lvl5pPr algn="l">
              <a:buNone/>
              <a:defRPr sz="975" b="1">
                <a:solidFill>
                  <a:srgbClr val="C84B42"/>
                </a:solidFill>
                <a:latin typeface="Arial"/>
                <a:ea typeface="Arial"/>
                <a:cs typeface="Arial"/>
              </a:defRPr>
            </a:lvl5pPr>
            <a:lvl6pPr algn="l">
              <a:buNone/>
              <a:defRPr sz="975" b="1">
                <a:solidFill>
                  <a:srgbClr val="C84B42"/>
                </a:solidFill>
                <a:latin typeface="Arial"/>
                <a:ea typeface="Arial"/>
                <a:cs typeface="Arial"/>
              </a:defRPr>
            </a:lvl6pPr>
            <a:lvl7pPr algn="l">
              <a:buNone/>
              <a:defRPr sz="975" b="1">
                <a:solidFill>
                  <a:srgbClr val="C84B42"/>
                </a:solidFill>
                <a:latin typeface="Arial"/>
                <a:ea typeface="Arial"/>
                <a:cs typeface="Arial"/>
              </a:defRPr>
            </a:lvl7pPr>
            <a:lvl8pPr algn="l">
              <a:buNone/>
              <a:defRPr sz="975" b="1">
                <a:solidFill>
                  <a:srgbClr val="C84B42"/>
                </a:solidFill>
                <a:latin typeface="Arial"/>
                <a:ea typeface="Arial"/>
                <a:cs typeface="Arial"/>
              </a:defRPr>
            </a:lvl8pPr>
            <a:lvl9pPr algn="l">
              <a:buNone/>
              <a:defRPr sz="975" b="1">
                <a:solidFill>
                  <a:srgbClr val="C84B42"/>
                </a:solidFill>
                <a:latin typeface="Arial"/>
                <a:ea typeface="Arial"/>
                <a:cs typeface="Arial"/>
              </a:defRPr>
            </a:lvl9pPr>
          </a:lstStyle>
          <a:p xmlns:a="http://schemas.openxmlformats.org/drawingml/2006/main">
            <a:pPr algn="l">
              <a:buNone/>
              <a:defRPr sz="1125" b="1">
                <a:solidFill>
                  <a:srgbClr val="007F74"/>
                </a:solidFill>
                <a:latin typeface="Arial"/>
                <a:ea typeface="Arial"/>
                <a:cs typeface="Arial"/>
              </a:defRPr>
            </a:pPr>
            <a:r>
              <a:rPr sz="1125" b="1">
                <a:solidFill>
                  <a:srgbClr val="007F74"/>
                </a:solidFill>
                <a:latin typeface="Arial"/>
                <a:ea typeface="Arial"/>
                <a:cs typeface="Arial"/>
              </a:rPr>
              <a:t>CẤU HÌNH REV B</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628650" y="5876925"/>
            <a:ext cx="10868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A7076"/>
                </a:solidFill>
                <a:latin typeface="Arial"/>
                <a:ea typeface="Arial"/>
                <a:cs typeface="Arial"/>
              </a:defRPr>
            </a:defPPr>
            <a:lvl1pPr algn="l">
              <a:buNone/>
              <a:defRPr sz="1200" b="0">
                <a:solidFill>
                  <a:srgbClr val="11232B"/>
                </a:solidFill>
                <a:latin typeface="Arial"/>
                <a:ea typeface="Arial"/>
                <a:cs typeface="Arial"/>
              </a:defRPr>
            </a:lvl1pPr>
            <a:lvl2pPr algn="l">
              <a:buNone/>
              <a:defRPr sz="1200" b="0">
                <a:solidFill>
                  <a:srgbClr val="11232B"/>
                </a:solidFill>
                <a:latin typeface="Arial"/>
                <a:ea typeface="Arial"/>
                <a:cs typeface="Arial"/>
              </a:defRPr>
            </a:lvl2pPr>
            <a:lvl3pPr algn="l">
              <a:buNone/>
              <a:defRPr sz="1200" b="0">
                <a:solidFill>
                  <a:srgbClr val="11232B"/>
                </a:solidFill>
                <a:latin typeface="Arial"/>
                <a:ea typeface="Arial"/>
                <a:cs typeface="Arial"/>
              </a:defRPr>
            </a:lvl3pPr>
            <a:lvl4pPr algn="l">
              <a:buNone/>
              <a:defRPr sz="1200" b="0">
                <a:solidFill>
                  <a:srgbClr val="11232B"/>
                </a:solidFill>
                <a:latin typeface="Arial"/>
                <a:ea typeface="Arial"/>
                <a:cs typeface="Arial"/>
              </a:defRPr>
            </a:lvl4pPr>
            <a:lvl5pPr algn="l">
              <a:buNone/>
              <a:defRPr sz="1200" b="0">
                <a:solidFill>
                  <a:srgbClr val="11232B"/>
                </a:solidFill>
                <a:latin typeface="Arial"/>
                <a:ea typeface="Arial"/>
                <a:cs typeface="Arial"/>
              </a:defRPr>
            </a:lvl5pPr>
            <a:lvl6pPr algn="l">
              <a:buNone/>
              <a:defRPr sz="1200" b="0">
                <a:solidFill>
                  <a:srgbClr val="11232B"/>
                </a:solidFill>
                <a:latin typeface="Arial"/>
                <a:ea typeface="Arial"/>
                <a:cs typeface="Arial"/>
              </a:defRPr>
            </a:lvl6pPr>
            <a:lvl7pPr algn="l">
              <a:buNone/>
              <a:defRPr sz="1200" b="0">
                <a:solidFill>
                  <a:srgbClr val="11232B"/>
                </a:solidFill>
                <a:latin typeface="Arial"/>
                <a:ea typeface="Arial"/>
                <a:cs typeface="Arial"/>
              </a:defRPr>
            </a:lvl7pPr>
            <a:lvl8pPr algn="l">
              <a:buNone/>
              <a:defRPr sz="1200" b="0">
                <a:solidFill>
                  <a:srgbClr val="11232B"/>
                </a:solidFill>
                <a:latin typeface="Arial"/>
                <a:ea typeface="Arial"/>
                <a:cs typeface="Arial"/>
              </a:defRPr>
            </a:lvl8pPr>
            <a:lvl9pPr algn="l">
              <a:buNone/>
              <a:defRPr sz="1200" b="0">
                <a:solidFill>
                  <a:srgbClr val="11232B"/>
                </a:solidFill>
                <a:latin typeface="Arial"/>
                <a:ea typeface="Arial"/>
                <a:cs typeface="Arial"/>
              </a:defRPr>
            </a:lvl9pPr>
          </a:lstStyle>
          <a:p xmlns:a="http://schemas.openxmlformats.org/drawingml/2006/main">
            <a:pPr algn="l">
              <a:buNone/>
              <a:defRPr sz="1350" b="0">
                <a:solidFill>
                  <a:srgbClr val="5A7076"/>
                </a:solidFill>
                <a:latin typeface="Arial"/>
                <a:ea typeface="Arial"/>
                <a:cs typeface="Arial"/>
              </a:defRPr>
            </a:pPr>
            <a:r>
              <a:rPr sz="1275" b="0">
                <a:solidFill>
                  <a:srgbClr val="5A7076"/>
                </a:solidFill>
                <a:latin typeface="Arial"/>
                <a:ea typeface="Arial"/>
                <a:cs typeface="Arial"/>
              </a:rPr>
              <a:t>R3/R4 dự phòng chưa tính giá. Chốt revision, nhãn chân và pull-up của A1–A3 trước khi đặt hàng.</a:t>
            </a:r>
          </a:p>
        </p:txBody>
      </p:sp>
      <p:sp>
        <p:nvSpPr>
          <p:cNvPr id="10" name="slide-2-page">
            <a:extLst xmlns:a="http://schemas.openxmlformats.org/drawingml/2006/main">
              <a:ext uri="{FF2B5EF4-FFF2-40B4-BE49-F238E27FC236}">
                <a16:creationId xmlns:a16="http://schemas.microsoft.com/office/drawing/2014/main" id="{CAAB1113-D6FE-4806-8569-47C209020F6F}"/>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07F74"/>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007F74"/>
                </a:solidFill>
                <a:latin typeface="Arial"/>
                <a:ea typeface="Arial"/>
                <a:cs typeface="Arial"/>
              </a:rPr>
              <a:t>02 / 03</a:t>
            </a:r>
          </a:p>
        </p:txBody>
      </p:sp>
      <p:sp>
        <p:nvSpPr>
          <p:cNvPr id="11" name="total-label">
            <a:extLst xmlns:a="http://schemas.openxmlformats.org/drawingml/2006/main">
              <a:ext uri="{FF2B5EF4-FFF2-40B4-BE49-F238E27FC236}">
                <a16:creationId xmlns:a16="http://schemas.microsoft.com/office/drawing/2014/main" id="{8A9DCF00-6D67-4B55-930A-192FF97EE27D}"/>
              </a:ext>
            </a:extLst>
          </p:cNvPr>
          <p:cNvSpPr>
            <a:spLocks xmlns:a="http://schemas.openxmlformats.org/drawingml/2006/main" noGrp="1"/>
          </p:cNvSpPr>
          <p:nvPr/>
        </p:nvSpPr>
        <p:spPr>
          <a:xfrm xmlns:a="http://schemas.openxmlformats.org/drawingml/2006/main">
            <a:off x="9001125" y="3714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88" b="1">
                <a:solidFill>
                  <a:srgbClr val="5A7076"/>
                </a:solidFill>
                <a:latin typeface="Arial"/>
                <a:ea typeface="Arial"/>
                <a:cs typeface="Arial"/>
              </a:defRPr>
            </a:defPPr>
            <a:lvl1pPr algn="r">
              <a:buNone/>
              <a:defRPr sz="825" b="1">
                <a:solidFill>
                  <a:srgbClr val="526B70"/>
                </a:solidFill>
                <a:latin typeface="Arial"/>
                <a:ea typeface="Arial"/>
                <a:cs typeface="Arial"/>
              </a:defRPr>
            </a:lvl1pPr>
            <a:lvl2pPr algn="r">
              <a:buNone/>
              <a:defRPr sz="825" b="1">
                <a:solidFill>
                  <a:srgbClr val="526B70"/>
                </a:solidFill>
                <a:latin typeface="Arial"/>
                <a:ea typeface="Arial"/>
                <a:cs typeface="Arial"/>
              </a:defRPr>
            </a:lvl2pPr>
            <a:lvl3pPr algn="r">
              <a:buNone/>
              <a:defRPr sz="825" b="1">
                <a:solidFill>
                  <a:srgbClr val="526B70"/>
                </a:solidFill>
                <a:latin typeface="Arial"/>
                <a:ea typeface="Arial"/>
                <a:cs typeface="Arial"/>
              </a:defRPr>
            </a:lvl3pPr>
            <a:lvl4pPr algn="r">
              <a:buNone/>
              <a:defRPr sz="825" b="1">
                <a:solidFill>
                  <a:srgbClr val="526B70"/>
                </a:solidFill>
                <a:latin typeface="Arial"/>
                <a:ea typeface="Arial"/>
                <a:cs typeface="Arial"/>
              </a:defRPr>
            </a:lvl4pPr>
            <a:lvl5pPr algn="r">
              <a:buNone/>
              <a:defRPr sz="825" b="1">
                <a:solidFill>
                  <a:srgbClr val="526B70"/>
                </a:solidFill>
                <a:latin typeface="Arial"/>
                <a:ea typeface="Arial"/>
                <a:cs typeface="Arial"/>
              </a:defRPr>
            </a:lvl5pPr>
            <a:lvl6pPr algn="r">
              <a:buNone/>
              <a:defRPr sz="825" b="1">
                <a:solidFill>
                  <a:srgbClr val="526B70"/>
                </a:solidFill>
                <a:latin typeface="Arial"/>
                <a:ea typeface="Arial"/>
                <a:cs typeface="Arial"/>
              </a:defRPr>
            </a:lvl6pPr>
            <a:lvl7pPr algn="r">
              <a:buNone/>
              <a:defRPr sz="825" b="1">
                <a:solidFill>
                  <a:srgbClr val="526B70"/>
                </a:solidFill>
                <a:latin typeface="Arial"/>
                <a:ea typeface="Arial"/>
                <a:cs typeface="Arial"/>
              </a:defRPr>
            </a:lvl7pPr>
            <a:lvl8pPr algn="r">
              <a:buNone/>
              <a:defRPr sz="825" b="1">
                <a:solidFill>
                  <a:srgbClr val="526B70"/>
                </a:solidFill>
                <a:latin typeface="Arial"/>
                <a:ea typeface="Arial"/>
                <a:cs typeface="Arial"/>
              </a:defRPr>
            </a:lvl8pPr>
            <a:lvl9pPr algn="r">
              <a:buNone/>
              <a:defRPr sz="825" b="1">
                <a:solidFill>
                  <a:srgbClr val="526B70"/>
                </a:solidFill>
                <a:latin typeface="Arial"/>
                <a:ea typeface="Arial"/>
                <a:cs typeface="Arial"/>
              </a:defRPr>
            </a:lvl9pPr>
          </a:lstStyle>
          <a:p xmlns:a="http://schemas.openxmlformats.org/drawingml/2006/main">
            <a:pPr algn="r">
              <a:buNone/>
              <a:defRPr sz="900" b="1">
                <a:solidFill>
                  <a:srgbClr val="5A7076"/>
                </a:solidFill>
                <a:latin typeface="Arial"/>
                <a:ea typeface="Arial"/>
                <a:cs typeface="Arial"/>
              </a:defRPr>
            </a:pPr>
            <a:r>
              <a:rPr sz="788" b="1">
                <a:solidFill>
                  <a:srgbClr val="5A7076"/>
                </a:solidFill>
                <a:latin typeface="Arial"/>
                <a:ea typeface="Arial"/>
                <a:cs typeface="Arial"/>
              </a:rPr>
              <a:t>BỘ CƠ BẢN, CHƯA GỒM R3/R4</a:t>
            </a:r>
          </a:p>
        </p:txBody>
      </p:sp>
      <p:sp>
        <p:nvSpPr>
          <p:cNvPr id="12" name="total-value">
            <a:extLst xmlns:a="http://schemas.openxmlformats.org/drawingml/2006/main">
              <a:ext uri="{FF2B5EF4-FFF2-40B4-BE49-F238E27FC236}">
                <a16:creationId xmlns:a16="http://schemas.microsoft.com/office/drawing/2014/main" id="{1D62128F-651E-428F-89AF-00178AB2881B}"/>
              </a:ext>
            </a:extLst>
          </p:cNvPr>
          <p:cNvSpPr>
            <a:spLocks xmlns:a="http://schemas.openxmlformats.org/drawingml/2006/main" noGrp="1"/>
          </p:cNvSpPr>
          <p:nvPr/>
        </p:nvSpPr>
        <p:spPr>
          <a:xfrm xmlns:a="http://schemas.openxmlformats.org/drawingml/2006/main">
            <a:off x="8858250" y="542925"/>
            <a:ext cx="26384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2850" b="1">
                <a:solidFill>
                  <a:srgbClr val="007F74"/>
                </a:solidFill>
                <a:latin typeface="Arial"/>
                <a:ea typeface="Arial"/>
                <a:cs typeface="Arial"/>
              </a:defRPr>
            </a:defPPr>
            <a:lvl1pPr algn="r">
              <a:buNone/>
              <a:defRPr sz="2250" b="1">
                <a:solidFill>
                  <a:srgbClr val="0B786F"/>
                </a:solidFill>
                <a:latin typeface="Arial"/>
                <a:ea typeface="Arial"/>
                <a:cs typeface="Arial"/>
              </a:defRPr>
            </a:lvl1pPr>
            <a:lvl2pPr algn="r">
              <a:buNone/>
              <a:defRPr sz="2250" b="1">
                <a:solidFill>
                  <a:srgbClr val="0B786F"/>
                </a:solidFill>
                <a:latin typeface="Arial"/>
                <a:ea typeface="Arial"/>
                <a:cs typeface="Arial"/>
              </a:defRPr>
            </a:lvl2pPr>
            <a:lvl3pPr algn="r">
              <a:buNone/>
              <a:defRPr sz="2250" b="1">
                <a:solidFill>
                  <a:srgbClr val="0B786F"/>
                </a:solidFill>
                <a:latin typeface="Arial"/>
                <a:ea typeface="Arial"/>
                <a:cs typeface="Arial"/>
              </a:defRPr>
            </a:lvl3pPr>
            <a:lvl4pPr algn="r">
              <a:buNone/>
              <a:defRPr sz="2250" b="1">
                <a:solidFill>
                  <a:srgbClr val="0B786F"/>
                </a:solidFill>
                <a:latin typeface="Arial"/>
                <a:ea typeface="Arial"/>
                <a:cs typeface="Arial"/>
              </a:defRPr>
            </a:lvl4pPr>
            <a:lvl5pPr algn="r">
              <a:buNone/>
              <a:defRPr sz="2250" b="1">
                <a:solidFill>
                  <a:srgbClr val="0B786F"/>
                </a:solidFill>
                <a:latin typeface="Arial"/>
                <a:ea typeface="Arial"/>
                <a:cs typeface="Arial"/>
              </a:defRPr>
            </a:lvl5pPr>
            <a:lvl6pPr algn="r">
              <a:buNone/>
              <a:defRPr sz="2250" b="1">
                <a:solidFill>
                  <a:srgbClr val="0B786F"/>
                </a:solidFill>
                <a:latin typeface="Arial"/>
                <a:ea typeface="Arial"/>
                <a:cs typeface="Arial"/>
              </a:defRPr>
            </a:lvl6pPr>
            <a:lvl7pPr algn="r">
              <a:buNone/>
              <a:defRPr sz="2250" b="1">
                <a:solidFill>
                  <a:srgbClr val="0B786F"/>
                </a:solidFill>
                <a:latin typeface="Arial"/>
                <a:ea typeface="Arial"/>
                <a:cs typeface="Arial"/>
              </a:defRPr>
            </a:lvl7pPr>
            <a:lvl8pPr algn="r">
              <a:buNone/>
              <a:defRPr sz="2250" b="1">
                <a:solidFill>
                  <a:srgbClr val="0B786F"/>
                </a:solidFill>
                <a:latin typeface="Arial"/>
                <a:ea typeface="Arial"/>
                <a:cs typeface="Arial"/>
              </a:defRPr>
            </a:lvl8pPr>
            <a:lvl9pPr algn="r">
              <a:buNone/>
              <a:defRPr sz="2250" b="1">
                <a:solidFill>
                  <a:srgbClr val="0B786F"/>
                </a:solidFill>
                <a:latin typeface="Arial"/>
                <a:ea typeface="Arial"/>
                <a:cs typeface="Arial"/>
              </a:defRPr>
            </a:lvl9pPr>
          </a:lstStyle>
          <a:p xmlns:a="http://schemas.openxmlformats.org/drawingml/2006/main">
            <a:pPr algn="r">
              <a:buNone/>
              <a:defRPr sz="2850" b="1">
                <a:solidFill>
                  <a:srgbClr val="007F74"/>
                </a:solidFill>
                <a:latin typeface="Arial"/>
                <a:ea typeface="Arial"/>
                <a:cs typeface="Arial"/>
              </a:defRPr>
            </a:pPr>
            <a:r>
              <a:rPr sz="2850" b="1">
                <a:solidFill>
                  <a:srgbClr val="007F74"/>
                </a:solidFill>
                <a:latin typeface="Arial"/>
                <a:ea typeface="Arial"/>
                <a:cs typeface="Arial"/>
              </a:rPr>
              <a:t>≈622.000₫</a:t>
            </a:r>
          </a:p>
        </p:txBody>
      </p:sp>
      <p:graphicFrame>
        <p:nvGraphicFramePr>
          <p:cNvPr id="13" name="">
            <a:extLst xmlns:a="http://schemas.openxmlformats.org/drawingml/2006/main">
              <a:ext uri="{FF2B5EF4-FFF2-40B4-BE49-F238E27FC236}">
                <a16:creationId xmlns:a16="http://schemas.microsoft.com/office/drawing/2014/main" id="{C63F3DA8-643E-42FC-AC6E-4AC080F95FA1}"/>
              </a:ext>
            </a:extLst>
          </p:cNvPr>
          <p:cNvGraphicFramePr/>
          <p:nvPr/>
        </p:nvGraphicFramePr>
        <p:xfrm>
          <a:off xmlns:a="http://schemas.openxmlformats.org/drawingml/2006/main" x="628650" y="1666875"/>
          <a:ext xmlns:a="http://schemas.openxmlformats.org/drawingml/2006/main" cx="10868025" cy="3714750"/>
        </p:xfrm>
        <a:graphic xmlns:a="http://schemas.openxmlformats.org/drawingml/2006/main">
          <a:graphicData uri="http://schemas.openxmlformats.org/drawingml/2006/table">
            <a:tbl>
              <a:tblPr/>
              <a:tblGrid>
                <a:gridCol w="809625"/>
                <a:gridCol w="7391400"/>
                <a:gridCol w="2667000"/>
              </a:tblGrid>
              <a:tr h="400050">
                <a:tc>
                  <a:txBody>
                    <a:bodyPr lIns="114300" tIns="28575" rIns="152400" bIns="28575"/>
                    <a:lstStyle/>
                    <a:p>
                      <a:pPr algn="ctr">
                        <a:buNone/>
                      </a:pPr>
                      <a:r>
                        <a:rPr sz="1275" b="1">
                          <a:solidFill>
                            <a:srgbClr val="5A7076"/>
                          </a:solidFill>
                          <a:latin typeface="Arial"/>
                          <a:ea typeface="Arial"/>
                          <a:cs typeface="Arial"/>
                        </a:rPr>
                        <a:t>SL</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EAF1ED"/>
                    </a:solidFill>
                  </a:tcPr>
                </a:tc>
                <a:tc>
                  <a:txBody>
                    <a:bodyPr lIns="114300" tIns="28575" rIns="152400" bIns="28575"/>
                    <a:lstStyle/>
                    <a:p>
                      <a:pPr algn="l">
                        <a:buNone/>
                      </a:pPr>
                      <a:r>
                        <a:rPr sz="1275" b="1">
                          <a:solidFill>
                            <a:srgbClr val="5A7076"/>
                          </a:solidFill>
                          <a:latin typeface="Arial"/>
                          <a:ea typeface="Arial"/>
                          <a:cs typeface="Arial"/>
                        </a:rPr>
                        <a:t>Linh kiện / cấu hình</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EAF1ED"/>
                    </a:solidFill>
                  </a:tcPr>
                </a:tc>
                <a:tc>
                  <a:txBody>
                    <a:bodyPr lIns="114300" tIns="28575" rIns="152400" bIns="28575"/>
                    <a:lstStyle/>
                    <a:p>
                      <a:pPr algn="r">
                        <a:buNone/>
                      </a:pPr>
                      <a:r>
                        <a:rPr sz="1275" b="1">
                          <a:solidFill>
                            <a:srgbClr val="5A7076"/>
                          </a:solidFill>
                          <a:latin typeface="Arial"/>
                          <a:ea typeface="Arial"/>
                          <a:cs typeface="Arial"/>
                        </a:rPr>
                        <a:t>Giá dự kiến</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EAF1ED"/>
                    </a:solidFill>
                  </a:tcPr>
                </a:tc>
              </a:tr>
              <a:tr h="552450">
                <a:tc>
                  <a:txBody>
                    <a:bodyPr lIns="114300" tIns="28575" rIns="152400" bIns="28575"/>
                    <a:lstStyle/>
                    <a:p>
                      <a:pPr algn="ctr">
                        <a:buNone/>
                      </a:pPr>
                      <a:r>
                        <a:rPr sz="1350" b="1">
                          <a:solidFill>
                            <a:srgbClr val="122F38"/>
                          </a:solidFill>
                          <a:latin typeface="Arial"/>
                          <a:ea typeface="Arial"/>
                          <a:cs typeface="Arial"/>
                        </a:rPr>
                        <a:t>1</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A1 ESP32 DevKit V1</a:t>
                      </a:r>
                    </a:p>
                    <a:p>
                      <a:pPr algn="l">
                        <a:buNone/>
                      </a:pPr>
                      <a:r>
                        <a:rPr sz="1425" b="0">
                          <a:solidFill>
                            <a:srgbClr val="122F38"/>
                          </a:solidFill>
                          <a:latin typeface="Arial"/>
                          <a:ea typeface="Arial"/>
                          <a:cs typeface="Arial"/>
                        </a:rPr>
                        <a:t>ESP-WROOM-32, Micro-USB</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109.000₫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1</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A2 TMe ESP32-S3 Dev</a:t>
                      </a:r>
                    </a:p>
                    <a:p>
                      <a:pPr algn="l">
                        <a:buNone/>
                      </a:pPr>
                      <a:r>
                        <a:rPr sz="1425" b="0">
                          <a:solidFill>
                            <a:srgbClr val="122F38"/>
                          </a:solidFill>
                          <a:latin typeface="Arial"/>
                          <a:ea typeface="Arial"/>
                          <a:cs typeface="Arial"/>
                        </a:rPr>
                        <a:t>WROOM-1 N8R8, USB-C</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250.000₫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1</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A3 OLED SSD1306 0,96 in</a:t>
                      </a:r>
                    </a:p>
                    <a:p>
                      <a:pPr algn="l">
                        <a:buNone/>
                      </a:pPr>
                      <a:r>
                        <a:rPr sz="1425" b="0">
                          <a:solidFill>
                            <a:srgbClr val="122F38"/>
                          </a:solidFill>
                          <a:latin typeface="Arial"/>
                          <a:ea typeface="Arial"/>
                          <a:cs typeface="Arial"/>
                        </a:rPr>
                        <a:t>I²C, VCC 3,3 V, kiểm tra nhãn chân</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60.086₫</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2 gói+</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R1 10 kΩ + R2 39 kΩ, 1/4 W, ±5%</a:t>
                      </a:r>
                    </a:p>
                    <a:p>
                      <a:pPr algn="l">
                        <a:buNone/>
                      </a:pPr>
                      <a:r>
                        <a:rPr sz="1425" b="0">
                          <a:solidFill>
                            <a:srgbClr val="122F38"/>
                          </a:solidFill>
                          <a:latin typeface="Arial"/>
                          <a:ea typeface="Arial"/>
                          <a:cs typeface="Arial"/>
                        </a:rPr>
                        <a:t>R3/R4 4k7 dự phòng, DNP mặc định</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350" b="1">
                          <a:solidFill>
                            <a:srgbClr val="007F74"/>
                          </a:solidFill>
                          <a:latin typeface="Arial"/>
                          <a:ea typeface="Arial"/>
                          <a:cs typeface="Arial"/>
                        </a:rPr>
                        <a:t>≈5.500₫ + R3/R4</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3 món</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C1/C2 100 nF/50 V + MB-102 830 lỗ</a:t>
                      </a:r>
                    </a:p>
                    <a:p>
                      <a:pPr algn="l">
                        <a:buNone/>
                      </a:pPr>
                      <a:r>
                        <a:rPr sz="1425" b="0">
                          <a:solidFill>
                            <a:srgbClr val="122F38"/>
                          </a:solidFill>
                          <a:latin typeface="Arial"/>
                          <a:ea typeface="Arial"/>
                          <a:cs typeface="Arial"/>
                        </a:rPr>
                        <a:t>Dây Dupont 40P, tụ lấy cùng gói 10 chiếc</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≈69.900₫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2</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500" b="0">
                          <a:solidFill>
                            <a:srgbClr val="122F38"/>
                          </a:solidFill>
                          <a:latin typeface="Arial"/>
                          <a:ea typeface="Arial"/>
                          <a:cs typeface="Arial"/>
                        </a:rPr>
                        <a:t>Cáp dữ liệu Micro-USB và USB-A sang USB-C</a:t>
                      </a:r>
                    </a:p>
                    <a:p>
                      <a:pPr algn="l">
                        <a:buNone/>
                      </a:pPr>
                      <a:r>
                        <a:rPr sz="1500" b="0">
                          <a:solidFill>
                            <a:srgbClr val="122F38"/>
                          </a:solidFill>
                          <a:latin typeface="Arial"/>
                          <a:ea typeface="Arial"/>
                          <a:cs typeface="Arial"/>
                        </a:rPr>
                        <a:t>Mỗi loại 1 dây, dài 1 m</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≈127.300₫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bl>
          </a:graphicData>
        </a:graphic>
      </p:graphicFrame>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102D38"/>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F4F8F7"/>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F4F8F7"/>
                </a:solidFill>
                <a:latin typeface="Arial"/>
                <a:ea typeface="Arial"/>
                <a:cs typeface="Arial"/>
              </a:defRPr>
            </a:pPr>
            <a:r>
              <a:rPr sz="3300" b="1">
                <a:solidFill>
                  <a:srgbClr val="F4F8F7"/>
                </a:solidFill>
                <a:latin typeface="Arial"/>
                <a:ea typeface="Arial"/>
                <a:cs typeface="Arial"/>
              </a:rPr>
              <a:t>Kiểm thử HIL trên phần cứng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8FAEB7"/>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8FAEB7"/>
                </a:solidFill>
                <a:latin typeface="Arial"/>
                <a:ea typeface="Arial"/>
                <a:cs typeface="Arial"/>
              </a:rPr>
              <a:t>RELYFETAL  /  HIL</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0">
            <a:noFill/>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09600" y="15335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Chốt mã bo &amp; firmware</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Xác nhận revision A1–A3, ADC attenuation và timer lấy mẫu.</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09600" y="24479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Nghiệm thu điện &amp; I²C</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TP2 ≤2,85 V, chung GND. I²C 100 kHz, quét địa chỉ OLED.</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09600" y="33623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Nạp pipeline thật</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Thu 1 kS/s trong cửa sổ 4 s; chạy tiền xử lý và TCN INT8 trên bo.</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09600" y="42767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So khớp hai ca</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r01: đối chiếu F1 và jitter. a02: kiểm tra gate, ẩn fHR.</a:t>
            </a:r>
          </a:p>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Lưu raw ADC và log.</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noFill xmlns:a="http://schemas.openxmlformats.org/drawingml/2006/main"/>
          <a:ln xmlns:a="http://schemas.openxmlformats.org/drawingml/2006/main" w="0">
            <a:noFill/>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572500" y="1714500"/>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4ED88"/>
                </a:solidFill>
                <a:latin typeface="Arial"/>
                <a:ea typeface="Arial"/>
                <a:cs typeface="Arial"/>
              </a:defRPr>
            </a:defPPr>
            <a:lvl1pPr algn="l">
              <a:buNone/>
              <a:defRPr sz="1050" b="1">
                <a:solidFill>
                  <a:srgbClr val="CDEB5A"/>
                </a:solidFill>
                <a:latin typeface="Arial"/>
                <a:ea typeface="Arial"/>
                <a:cs typeface="Arial"/>
              </a:defRPr>
            </a:lvl1pPr>
            <a:lvl2pPr algn="l">
              <a:buNone/>
              <a:defRPr sz="1050" b="1">
                <a:solidFill>
                  <a:srgbClr val="CDEB5A"/>
                </a:solidFill>
                <a:latin typeface="Arial"/>
                <a:ea typeface="Arial"/>
                <a:cs typeface="Arial"/>
              </a:defRPr>
            </a:lvl2pPr>
            <a:lvl3pPr algn="l">
              <a:buNone/>
              <a:defRPr sz="1050" b="1">
                <a:solidFill>
                  <a:srgbClr val="CDEB5A"/>
                </a:solidFill>
                <a:latin typeface="Arial"/>
                <a:ea typeface="Arial"/>
                <a:cs typeface="Arial"/>
              </a:defRPr>
            </a:lvl3pPr>
            <a:lvl4pPr algn="l">
              <a:buNone/>
              <a:defRPr sz="1050" b="1">
                <a:solidFill>
                  <a:srgbClr val="CDEB5A"/>
                </a:solidFill>
                <a:latin typeface="Arial"/>
                <a:ea typeface="Arial"/>
                <a:cs typeface="Arial"/>
              </a:defRPr>
            </a:lvl4pPr>
            <a:lvl5pPr algn="l">
              <a:buNone/>
              <a:defRPr sz="1050" b="1">
                <a:solidFill>
                  <a:srgbClr val="CDEB5A"/>
                </a:solidFill>
                <a:latin typeface="Arial"/>
                <a:ea typeface="Arial"/>
                <a:cs typeface="Arial"/>
              </a:defRPr>
            </a:lvl5pPr>
            <a:lvl6pPr algn="l">
              <a:buNone/>
              <a:defRPr sz="1050" b="1">
                <a:solidFill>
                  <a:srgbClr val="CDEB5A"/>
                </a:solidFill>
                <a:latin typeface="Arial"/>
                <a:ea typeface="Arial"/>
                <a:cs typeface="Arial"/>
              </a:defRPr>
            </a:lvl6pPr>
            <a:lvl7pPr algn="l">
              <a:buNone/>
              <a:defRPr sz="1050" b="1">
                <a:solidFill>
                  <a:srgbClr val="CDEB5A"/>
                </a:solidFill>
                <a:latin typeface="Arial"/>
                <a:ea typeface="Arial"/>
                <a:cs typeface="Arial"/>
              </a:defRPr>
            </a:lvl7pPr>
            <a:lvl8pPr algn="l">
              <a:buNone/>
              <a:defRPr sz="1050" b="1">
                <a:solidFill>
                  <a:srgbClr val="CDEB5A"/>
                </a:solidFill>
                <a:latin typeface="Arial"/>
                <a:ea typeface="Arial"/>
                <a:cs typeface="Arial"/>
              </a:defRPr>
            </a:lvl8pPr>
            <a:lvl9pPr algn="l">
              <a:buNone/>
              <a:defRPr sz="1050" b="1">
                <a:solidFill>
                  <a:srgbClr val="CDEB5A"/>
                </a:solidFill>
                <a:latin typeface="Arial"/>
                <a:ea typeface="Arial"/>
                <a:cs typeface="Arial"/>
              </a:defRPr>
            </a:lvl9pPr>
          </a:lstStyle>
          <a:p xmlns:a="http://schemas.openxmlformats.org/drawingml/2006/main">
            <a:pPr algn="l">
              <a:buNone/>
              <a:defRPr sz="1200" b="1">
                <a:solidFill>
                  <a:srgbClr val="D4ED88"/>
                </a:solidFill>
                <a:latin typeface="Arial"/>
                <a:ea typeface="Arial"/>
                <a:cs typeface="Arial"/>
              </a:defRPr>
            </a:pPr>
            <a:r>
              <a:rPr sz="1200" b="1">
                <a:solidFill>
                  <a:srgbClr val="D4ED88"/>
                </a:solidFill>
                <a:latin typeface="Arial"/>
                <a:ea typeface="Arial"/>
                <a:cs typeface="Arial"/>
              </a:rPr>
              <a:t>TIÊU CHÍ HIL</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572500" y="22288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F4F8F7"/>
                </a:solidFill>
                <a:latin typeface="Arial"/>
                <a:ea typeface="Arial"/>
                <a:cs typeface="Arial"/>
              </a:defRPr>
            </a:defPPr>
            <a:lvl1pPr algn="l">
              <a:buNone/>
              <a:defRPr sz="1200" b="1">
                <a:solidFill>
                  <a:srgbClr val="F7F8F3"/>
                </a:solidFill>
                <a:latin typeface="Arial"/>
                <a:ea typeface="Arial"/>
                <a:cs typeface="Arial"/>
              </a:defRPr>
            </a:lvl1pPr>
            <a:lvl2pPr algn="l">
              <a:buNone/>
              <a:defRPr sz="1200" b="1">
                <a:solidFill>
                  <a:srgbClr val="F7F8F3"/>
                </a:solidFill>
                <a:latin typeface="Arial"/>
                <a:ea typeface="Arial"/>
                <a:cs typeface="Arial"/>
              </a:defRPr>
            </a:lvl2pPr>
            <a:lvl3pPr algn="l">
              <a:buNone/>
              <a:defRPr sz="1200" b="1">
                <a:solidFill>
                  <a:srgbClr val="F7F8F3"/>
                </a:solidFill>
                <a:latin typeface="Arial"/>
                <a:ea typeface="Arial"/>
                <a:cs typeface="Arial"/>
              </a:defRPr>
            </a:lvl3pPr>
            <a:lvl4pPr algn="l">
              <a:buNone/>
              <a:defRPr sz="1200" b="1">
                <a:solidFill>
                  <a:srgbClr val="F7F8F3"/>
                </a:solidFill>
                <a:latin typeface="Arial"/>
                <a:ea typeface="Arial"/>
                <a:cs typeface="Arial"/>
              </a:defRPr>
            </a:lvl4pPr>
            <a:lvl5pPr algn="l">
              <a:buNone/>
              <a:defRPr sz="1200" b="1">
                <a:solidFill>
                  <a:srgbClr val="F7F8F3"/>
                </a:solidFill>
                <a:latin typeface="Arial"/>
                <a:ea typeface="Arial"/>
                <a:cs typeface="Arial"/>
              </a:defRPr>
            </a:lvl5pPr>
            <a:lvl6pPr algn="l">
              <a:buNone/>
              <a:defRPr sz="1200" b="1">
                <a:solidFill>
                  <a:srgbClr val="F7F8F3"/>
                </a:solidFill>
                <a:latin typeface="Arial"/>
                <a:ea typeface="Arial"/>
                <a:cs typeface="Arial"/>
              </a:defRPr>
            </a:lvl6pPr>
            <a:lvl7pPr algn="l">
              <a:buNone/>
              <a:defRPr sz="1200" b="1">
                <a:solidFill>
                  <a:srgbClr val="F7F8F3"/>
                </a:solidFill>
                <a:latin typeface="Arial"/>
                <a:ea typeface="Arial"/>
                <a:cs typeface="Arial"/>
              </a:defRPr>
            </a:lvl7pPr>
            <a:lvl8pPr algn="l">
              <a:buNone/>
              <a:defRPr sz="1200" b="1">
                <a:solidFill>
                  <a:srgbClr val="F7F8F3"/>
                </a:solidFill>
                <a:latin typeface="Arial"/>
                <a:ea typeface="Arial"/>
                <a:cs typeface="Arial"/>
              </a:defRPr>
            </a:lvl8pPr>
            <a:lvl9pPr algn="l">
              <a:buNone/>
              <a:defRPr sz="1200" b="1">
                <a:solidFill>
                  <a:srgbClr val="F7F8F3"/>
                </a:solidFill>
                <a:latin typeface="Arial"/>
                <a:ea typeface="Arial"/>
                <a:cs typeface="Arial"/>
              </a:defRPr>
            </a:lvl9pPr>
          </a:lstStyle>
          <a:p xmlns:a="http://schemas.openxmlformats.org/drawingml/2006/main">
            <a:pPr algn="l">
              <a:buNone/>
              <a:defRPr sz="1575" b="1">
                <a:solidFill>
                  <a:srgbClr val="F4F8F7"/>
                </a:solidFill>
                <a:latin typeface="Arial"/>
                <a:ea typeface="Arial"/>
                <a:cs typeface="Arial"/>
              </a:defRPr>
            </a:pPr>
            <a:r>
              <a:rPr sz="1575" b="1">
                <a:solidFill>
                  <a:srgbClr val="F4F8F7"/>
                </a:solidFill>
                <a:latin typeface="Arial"/>
                <a:ea typeface="Arial"/>
                <a:cs typeface="Arial"/>
              </a:rPr>
              <a:t>Lấy mẫu 1 kHz</a:t>
            </a:r>
          </a:p>
          <a:p xmlns:a="http://schemas.openxmlformats.org/drawingml/2006/main">
            <a:pPr algn="l">
              <a:buNone/>
              <a:defRPr sz="1575" b="1">
                <a:solidFill>
                  <a:srgbClr val="F4F8F7"/>
                </a:solidFill>
                <a:latin typeface="Arial"/>
                <a:ea typeface="Arial"/>
                <a:cs typeface="Arial"/>
              </a:defRPr>
            </a:pPr>
            <a:r>
              <a:rPr sz="1575" b="1">
                <a:solidFill>
                  <a:srgbClr val="F4F8F7"/>
                </a:solidFill>
                <a:latin typeface="Arial"/>
                <a:ea typeface="Arial"/>
                <a:cs typeface="Arial"/>
              </a:rPr>
              <a:t>Không mất mẫu, có log jitter</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572500" y="3057525"/>
            <a:ext cx="276225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572500" y="32194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F4F8F7"/>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ADC không clipping</a:t>
            </a:r>
          </a:p>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Đo TP2 và hiệu chuẩn ADC</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572500" y="4048125"/>
            <a:ext cx="276225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572500" y="42100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F4F8F7"/>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TCN chạy trên bo</a:t>
            </a:r>
          </a:p>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Khớp offline theo dung sai</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628650" y="5743575"/>
            <a:ext cx="108680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B8CCD1"/>
                </a:solidFill>
                <a:latin typeface="Arial"/>
                <a:ea typeface="Arial"/>
                <a:cs typeface="Arial"/>
              </a:defRPr>
            </a:defPPr>
            <a:lvl1pPr algn="l">
              <a:buNone/>
              <a:defRPr sz="1200" b="1">
                <a:solidFill>
                  <a:srgbClr val="11232B"/>
                </a:solidFill>
                <a:latin typeface="Arial"/>
                <a:ea typeface="Arial"/>
                <a:cs typeface="Arial"/>
              </a:defRPr>
            </a:lvl1pPr>
            <a:lvl2pPr algn="l">
              <a:buNone/>
              <a:defRPr sz="1200" b="1">
                <a:solidFill>
                  <a:srgbClr val="11232B"/>
                </a:solidFill>
                <a:latin typeface="Arial"/>
                <a:ea typeface="Arial"/>
                <a:cs typeface="Arial"/>
              </a:defRPr>
            </a:lvl2pPr>
            <a:lvl3pPr algn="l">
              <a:buNone/>
              <a:defRPr sz="1200" b="1">
                <a:solidFill>
                  <a:srgbClr val="11232B"/>
                </a:solidFill>
                <a:latin typeface="Arial"/>
                <a:ea typeface="Arial"/>
                <a:cs typeface="Arial"/>
              </a:defRPr>
            </a:lvl3pPr>
            <a:lvl4pPr algn="l">
              <a:buNone/>
              <a:defRPr sz="1200" b="1">
                <a:solidFill>
                  <a:srgbClr val="11232B"/>
                </a:solidFill>
                <a:latin typeface="Arial"/>
                <a:ea typeface="Arial"/>
                <a:cs typeface="Arial"/>
              </a:defRPr>
            </a:lvl4pPr>
            <a:lvl5pPr algn="l">
              <a:buNone/>
              <a:defRPr sz="1200" b="1">
                <a:solidFill>
                  <a:srgbClr val="11232B"/>
                </a:solidFill>
                <a:latin typeface="Arial"/>
                <a:ea typeface="Arial"/>
                <a:cs typeface="Arial"/>
              </a:defRPr>
            </a:lvl5pPr>
            <a:lvl6pPr algn="l">
              <a:buNone/>
              <a:defRPr sz="1200" b="1">
                <a:solidFill>
                  <a:srgbClr val="11232B"/>
                </a:solidFill>
                <a:latin typeface="Arial"/>
                <a:ea typeface="Arial"/>
                <a:cs typeface="Arial"/>
              </a:defRPr>
            </a:lvl6pPr>
            <a:lvl7pPr algn="l">
              <a:buNone/>
              <a:defRPr sz="1200" b="1">
                <a:solidFill>
                  <a:srgbClr val="11232B"/>
                </a:solidFill>
                <a:latin typeface="Arial"/>
                <a:ea typeface="Arial"/>
                <a:cs typeface="Arial"/>
              </a:defRPr>
            </a:lvl7pPr>
            <a:lvl8pPr algn="l">
              <a:buNone/>
              <a:defRPr sz="1200" b="1">
                <a:solidFill>
                  <a:srgbClr val="11232B"/>
                </a:solidFill>
                <a:latin typeface="Arial"/>
                <a:ea typeface="Arial"/>
                <a:cs typeface="Arial"/>
              </a:defRPr>
            </a:lvl8pPr>
            <a:lvl9pPr algn="l">
              <a:buNone/>
              <a:defRPr sz="1200" b="1">
                <a:solidFill>
                  <a:srgbClr val="11232B"/>
                </a:solidFill>
                <a:latin typeface="Arial"/>
                <a:ea typeface="Arial"/>
                <a:cs typeface="Arial"/>
              </a:defRPr>
            </a:lvl9pPr>
          </a:lstStyle>
          <a:p xmlns:a="http://schemas.openxmlformats.org/drawingml/2006/main">
            <a:pPr algn="l">
              <a:buNone/>
              <a:defRPr sz="1275" b="0">
                <a:solidFill>
                  <a:srgbClr val="B8CCD1"/>
                </a:solidFill>
                <a:latin typeface="Arial"/>
                <a:ea typeface="Arial"/>
                <a:cs typeface="Arial"/>
              </a:defRPr>
            </a:pPr>
            <a:r>
              <a:rPr sz="1200" b="0">
                <a:solidFill>
                  <a:srgbClr val="B8CCD1"/>
                </a:solidFill>
                <a:latin typeface="Arial"/>
                <a:ea typeface="Arial"/>
                <a:cs typeface="Arial"/>
              </a:rPr>
              <a:t>Hiện tại: firmware demo 250 Hz, chưa TCN trên bo.</a:t>
            </a:r>
          </a:p>
          <a:p xmlns:a="http://schemas.openxmlformats.org/drawingml/2006/main">
            <a:pPr algn="l">
              <a:buNone/>
              <a:defRPr sz="1275" b="0">
                <a:solidFill>
                  <a:srgbClr val="B8CCD1"/>
                </a:solidFill>
                <a:latin typeface="Arial"/>
                <a:ea typeface="Arial"/>
                <a:cs typeface="Arial"/>
              </a:defRPr>
            </a:pPr>
            <a:r>
              <a:rPr sz="1200" b="0">
                <a:solidFill>
                  <a:srgbClr val="B8CCD1"/>
                </a:solidFill>
                <a:latin typeface="Arial"/>
                <a:ea typeface="Arial"/>
                <a:cs typeface="Arial"/>
              </a:rPr>
              <a:t>Rev B: nguyên mẫu. Cần chốt module, ERC ECAD và đo bench trước phát hành sản xuất.</a:t>
            </a:r>
          </a:p>
        </p:txBody>
      </p:sp>
      <p:sp>
        <p:nvSpPr>
          <p:cNvPr id="35" name="slide-3-page">
            <a:extLst xmlns:a="http://schemas.openxmlformats.org/drawingml/2006/main">
              <a:ext uri="{FF2B5EF4-FFF2-40B4-BE49-F238E27FC236}">
                <a16:creationId xmlns:a16="http://schemas.microsoft.com/office/drawing/2014/main" id="{76069783-78CF-4FF4-95E4-2D648194EFAA}"/>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B5CACE"/>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B5CACE"/>
                </a:solidFill>
                <a:latin typeface="Arial"/>
                <a:ea typeface="Arial"/>
                <a:cs typeface="Arial"/>
              </a:rPr>
              <a:t>03 / 03</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2026-10-18T04:38:35.9660000Z</dcterms:created>
  <dcterms:modified xsi:type="dcterms:W3CDTF">2026-10-18T04:38:35.9670000Z</dcterms:modified>
</coreProperties>
</file>