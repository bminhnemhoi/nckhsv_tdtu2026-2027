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90874bcb784240" /><Relationship Type="http://schemas.openxmlformats.org/officeDocument/2006/relationships/extended-properties" Target="/docProps/app.xml" Id="Rd32c120a92674510" /><Relationship Type="http://schemas.openxmlformats.org/officeDocument/2006/relationships/officeDocument" Target="/ppt/presentation.xml" Id="R9609a5314f8a47df" /></Relationships>
</file>

<file path=ppt/presentation.xml><?xml version="1.0" encoding="utf-8"?>
<p:presentation xmlns:p="http://schemas.openxmlformats.org/presentationml/2006/main">
  <p:sldMasterIdLst>
    <p:sldMasterId xmlns:r="http://schemas.openxmlformats.org/officeDocument/2006/relationships" id="2147483648" r:id="R76116033c6914266"/>
  </p:sldMasterIdLst>
  <p:notesMasterIdLst>
    <p:notesMasterId xmlns:r="http://schemas.openxmlformats.org/officeDocument/2006/relationships" r:id="R88e4c04c1bff447d"/>
  </p:notesMasterIdLst>
  <p:sldIdLst>
    <p:sldId xmlns:r="http://schemas.openxmlformats.org/officeDocument/2006/relationships" id="256" r:id="R536f09facfeb47ad"/>
    <p:sldId xmlns:r="http://schemas.openxmlformats.org/officeDocument/2006/relationships" id="257" r:id="R38b9862cbaac44f5"/>
    <p:sldId xmlns:r="http://schemas.openxmlformats.org/officeDocument/2006/relationships" id="258" r:id="Rf8a87643e9dd4d3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4ad4c999e748e9" /><Relationship Type="http://schemas.openxmlformats.org/officeDocument/2006/relationships/slideMaster" Target="/ppt/slideMasters/slideMaster1.xml" Id="R76116033c6914266" /><Relationship Type="http://schemas.openxmlformats.org/officeDocument/2006/relationships/notesMaster" Target="/ppt/notesMasters/notesMaster1.xml" Id="R88e4c04c1bff447d" /><Relationship Type="http://schemas.openxmlformats.org/officeDocument/2006/relationships/presProps" Target="/ppt/presProps.xml" Id="Rbc690ade301742c9" /><Relationship Type="http://schemas.openxmlformats.org/officeDocument/2006/relationships/tableStyles" Target="/ppt/tableStyles.xml" Id="Rb4909018521b4f07" /><Relationship Type="http://schemas.openxmlformats.org/officeDocument/2006/relationships/slide" Target="/ppt/slides/slide1.xml" Id="R536f09facfeb47ad" /><Relationship Type="http://schemas.openxmlformats.org/officeDocument/2006/relationships/slide" Target="/ppt/slides/slide2.xml" Id="R38b9862cbaac44f5" /><Relationship Type="http://schemas.openxmlformats.org/officeDocument/2006/relationships/slide" Target="/ppt/slides/slide3.xml" Id="Rf8a87643e9dd4d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a99a1b697e4e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0070f7028342f5" /><Relationship Type="http://schemas.openxmlformats.org/officeDocument/2006/relationships/notesMaster" Target="/ppt/notesMasters/notesMaster1.xml" Id="R2ec66426cf6e46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4f74b925d34a44" /><Relationship Type="http://schemas.openxmlformats.org/officeDocument/2006/relationships/notesMaster" Target="/ppt/notesMasters/notesMaster1.xml" Id="Rcd7441fbadc941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1312a877ff4d9c" /><Relationship Type="http://schemas.openxmlformats.org/officeDocument/2006/relationships/notesMaster" Target="/ppt/notesMasters/notesMaster1.xml" Id="R09fc1d1a167742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Sơ đồ thay thế slide kiến trúc để người đọc có thể đấu dây theo nhãn GPIO, giá trị linh kiện, và chân OLED. Điện trở R1=10 kΩ nối tiếp; R2=56 kΩ kéo xuống GND; C1=100 nF song song với R2. Hệ số chia áp lý tưởng 56/(10+56)=0,848, nên 3,3 V ở DAC thành khoảng 2,8 V tại ADC, nằm dưới dải ADC 12 dB danh định ESP32-S3. ESP32 DAC 8-bit GPIO25: https://docs.espressif.com/projects/esp-idf/en/latest/esp32/api-reference/peripherals/dac.html . GPIO1=ADC1_CH0, GPIO8=ADC1_CH7, GPIO9=ADC1_CH8: https://docs.espressif.com/projects/esp-hardware-design-guidelines/en/latest/esp32s3/schematic-checklist.html . OLED pinout I2C dùng chân GPIO8/9 như trong firmware demo. Lưu ý firmware hiện phát 250 Hz và bộ thu demo chưa chạy TCN; mạch có thể lắp và chạy test đường tín hiệu/demo sau khi nạp firmware tương ứng, nhưng muốn xác nhận HIL của mô hình cần hoàn thiện code và nhịp lấy mẫu 1 kHz.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Danh sách đã đồng bộ với sơ đồ slide 1: R1=10 kΩ, R2=56 kΩ, C1=100 nF; cầu chia áp đưa tối đa 3,3 V xuống khoảng 2,8 V. N8R8 official board has 8 MB flash + 8 MB PSRAM https://docs.espressif.com/projects/esp-dev-kits/en/latest/esp32s3/esp32-s3-devkitc-1/user_guide_v1.1.html ; GPIO1 is ADC1_CH0 and ADC 12 dB nominal range is about 0–3.1 V https://docs.espressif.com/projects/esp-idf/en/latest/esp32s3/api-reference/peripherals/adc.html . Clone-board pin mapping can vary; verify silkscreen/module before ordering.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 tiết đối chiếu repo: analysis/KIENTRUC.md ghi pipeline huấn luyện/chấm ở 1.000 Hz và phép biến đổi xuống 250 Hz; analysis/hardware_simulator/esp32_patient_simulator.ino hiện phát 250 Hz bằng micros() và in Serial mỗi mẫu; esp32s3_receiver_oled.ino đặt current_fhr = 142, quyết định safe theo trung bình ADC, không gọi mô hình. Vì vậy không được mô tả kết quả firmware demo là kết quả HIL của TCN. Với ADC, 12 dB có dải đo danh định 0–3,1 V; divider giảm đầu ra DAC để có biên an toàn: https://docs.espressif.com/projects/esp-idf/en/latest/esp32s3/api-reference/peripherals/adc.html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f48264c9d3411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d8ccb162aa349c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d577b31488c4a5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5f4634ee8af4d3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a8800dd9d1b439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0375376b81244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D17AF7-5747-4B58-9C4B-AEBF2F4F4E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9C421D9-42B1-4A5A-8F97-A47FD6C9B6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7DE1114-DA95-4F38-B42D-9CEC0376B1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F4B9BC-8E38-46B8-B078-03FA44A8F2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D845838-2289-4A03-B80E-A2CEE791C5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84CF21-25A6-4FC9-B47B-7F308177D7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E074DC-30EB-4646-B7C9-2588674B41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A0CE03-AB36-4932-8556-AE82B8BF21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F33C01-E35B-48FB-9866-07EEB4448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B699E3-90FD-4BC3-BFB7-00CA23F891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621f1326c54ac8" /><Relationship Type="http://schemas.openxmlformats.org/officeDocument/2006/relationships/slideLayout" Target="/ppt/slideLayouts/slideLayout1.xml" Id="R6374a53377b8442e" /><Relationship Type="http://schemas.openxmlformats.org/officeDocument/2006/relationships/slideLayout" Target="/ppt/slideLayouts/slideLayout2.xml" Id="Rff65971bbd5d4904" /><Relationship Type="http://schemas.openxmlformats.org/officeDocument/2006/relationships/slideLayout" Target="/ppt/slideLayouts/slideLayout3.xml" Id="Rf959506d2b4547db" /><Relationship Type="http://schemas.openxmlformats.org/officeDocument/2006/relationships/slideLayout" Target="/ppt/slideLayouts/slideLayout4.xml" Id="R6a7f6345c8ad40db" /><Relationship Type="http://schemas.openxmlformats.org/officeDocument/2006/relationships/slideLayout" Target="/ppt/slideLayouts/slideLayout5.xml" Id="Re976f23ce4b34b66" /><Relationship Type="http://schemas.openxmlformats.org/officeDocument/2006/relationships/slideLayout" Target="/ppt/slideLayouts/slideLayout6.xml" Id="R4a77863c18604e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74a53377b8442e"/>
    <p:sldLayoutId xmlns:r="http://schemas.openxmlformats.org/officeDocument/2006/relationships" id="2147483650" r:id="Rff65971bbd5d4904"/>
    <p:sldLayoutId xmlns:r="http://schemas.openxmlformats.org/officeDocument/2006/relationships" id="2147483651" r:id="Rf959506d2b4547db"/>
    <p:sldLayoutId xmlns:r="http://schemas.openxmlformats.org/officeDocument/2006/relationships" id="2147483652" r:id="R6a7f6345c8ad40db"/>
    <p:sldLayoutId xmlns:r="http://schemas.openxmlformats.org/officeDocument/2006/relationships" id="2147483653" r:id="Re976f23ce4b34b66"/>
    <p:sldLayoutId xmlns:r="http://schemas.openxmlformats.org/officeDocument/2006/relationships" id="2147483654" r:id="R4a77863c18604e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60b763a52aa43b0" /><Relationship Type="http://schemas.openxmlformats.org/officeDocument/2006/relationships/notesSlide" Target="/ppt/notesSlides/notesSlide1.xml" Id="R47276f9c1e9c4b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8f162b1a6c54b3f" /><Relationship Type="http://schemas.openxmlformats.org/officeDocument/2006/relationships/notesSlide" Target="/ppt/notesSlides/notesSlide2.xml" Id="R8a03422e72224a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57d34c9522c4045" /><Relationship Type="http://schemas.openxmlformats.org/officeDocument/2006/relationships/notesSlide" Target="/ppt/notesSlides/notesSlide3.xml" Id="R4309961398e24909" /></Relationships>
</file>

<file path=ppt/slides/slide1.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30" name="slide-1-title">
            <a:extLst xmlns:a="http://schemas.openxmlformats.org/drawingml/2006/main">
              <a:ext uri="{FF2B5EF4-FFF2-40B4-BE49-F238E27FC236}">
                <a16:creationId xmlns:a16="http://schemas.microsoft.com/office/drawing/2014/main" id="{56DD0CE9-7284-4D17-BE8B-D75C7B54369C}"/>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11232B"/>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2700" b="1">
                <a:solidFill>
                  <a:srgbClr val="11232B"/>
                </a:solidFill>
                <a:latin typeface="Arial"/>
                <a:ea typeface="Arial"/>
                <a:cs typeface="Arial"/>
              </a:defRPr>
            </a:pPr>
            <a:r>
              <a:rPr sz="2700" b="1">
                <a:solidFill>
                  <a:srgbClr val="11232B"/>
                </a:solidFill>
                <a:latin typeface="Arial"/>
                <a:ea typeface="Arial"/>
                <a:cs typeface="Arial"/>
              </a:rPr>
              <a:t>Sơ đồ đấu dây HIL</a:t>
            </a:r>
          </a:p>
        </p:txBody>
      </p:sp>
      <p:sp>
        <p:nvSpPr>
          <p:cNvPr id="2" name="slide-1-strap">
            <a:extLst xmlns:a="http://schemas.openxmlformats.org/drawingml/2006/main">
              <a:ext uri="{FF2B5EF4-FFF2-40B4-BE49-F238E27FC236}">
                <a16:creationId xmlns:a16="http://schemas.microsoft.com/office/drawing/2014/main" id="{A5EA16DB-4643-41A2-9C0D-A03D24E4A068}"/>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0636A"/>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0636A"/>
                </a:solidFill>
                <a:latin typeface="Arial"/>
                <a:ea typeface="Arial"/>
                <a:cs typeface="Arial"/>
              </a:defRPr>
            </a:pPr>
            <a:r>
              <a:rPr sz="1275" b="0">
                <a:solidFill>
                  <a:srgbClr val="50636A"/>
                </a:solidFill>
                <a:latin typeface="Arial"/>
                <a:ea typeface="Arial"/>
                <a:cs typeface="Arial"/>
              </a:rPr>
              <a:t>Dùng nhãn GPIO in trên bo. Lắp trên breadboard; nối GND chung trước khi cấp USB.</a:t>
            </a:r>
          </a:p>
        </p:txBody>
      </p:sp>
      <p:sp>
        <p:nvSpPr>
          <p:cNvPr id="3" name="slide-1-header-rule">
            <a:extLst xmlns:a="http://schemas.openxmlformats.org/drawingml/2006/main">
              <a:ext uri="{FF2B5EF4-FFF2-40B4-BE49-F238E27FC236}">
                <a16:creationId xmlns:a16="http://schemas.microsoft.com/office/drawing/2014/main" id="{3B864213-296F-4FFB-8AC3-5BAB9DA6D264}"/>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4" name="slide-1-index">
            <a:extLst xmlns:a="http://schemas.openxmlformats.org/drawingml/2006/main">
              <a:ext uri="{FF2B5EF4-FFF2-40B4-BE49-F238E27FC236}">
                <a16:creationId xmlns:a16="http://schemas.microsoft.com/office/drawing/2014/main" id="{CD499A6F-B375-49FA-B60D-58ACB500792C}"/>
              </a:ext>
            </a:extLst>
          </p:cNvPr>
          <p:cNvSpPr>
            <a:spLocks xmlns:a="http://schemas.openxmlformats.org/drawingml/2006/main" noGrp="1"/>
          </p:cNvSpPr>
          <p:nvPr/>
        </p:nvSpPr>
        <p:spPr>
          <a:xfrm xmlns:a="http://schemas.openxmlformats.org/drawingml/2006/main">
            <a:off x="609600" y="64579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0636A"/>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50636A"/>
                </a:solidFill>
                <a:latin typeface="Arial"/>
                <a:ea typeface="Arial"/>
                <a:cs typeface="Arial"/>
              </a:defRPr>
            </a:pPr>
            <a:r>
              <a:rPr sz="825" b="1">
                <a:solidFill>
                  <a:srgbClr val="50636A"/>
                </a:solidFill>
                <a:latin typeface="Arial"/>
                <a:ea typeface="Arial"/>
                <a:cs typeface="Arial"/>
              </a:rPr>
              <a:t>RELYFETAL   /   HIL PLAN                                      01  /  03</a:t>
            </a:r>
          </a:p>
        </p:txBody>
      </p:sp>
      <p:sp>
        <p:nvSpPr>
          <p:cNvPr id="31" name="source-board">
            <a:extLst xmlns:a="http://schemas.openxmlformats.org/drawingml/2006/main">
              <a:ext uri="{FF2B5EF4-FFF2-40B4-BE49-F238E27FC236}">
                <a16:creationId xmlns:a16="http://schemas.microsoft.com/office/drawing/2014/main" id="{8FCFB1E5-9F8D-4115-8515-4FADB00BD582}"/>
              </a:ext>
            </a:extLst>
          </p:cNvPr>
          <p:cNvSpPr>
            <a:spLocks xmlns:a="http://schemas.openxmlformats.org/drawingml/2006/main" noGrp="1"/>
          </p:cNvSpPr>
          <p:nvPr/>
        </p:nvSpPr>
        <p:spPr>
          <a:xfrm xmlns:a="http://schemas.openxmlformats.org/drawingml/2006/main">
            <a:off x="628650" y="1781175"/>
            <a:ext cx="2524125" cy="3114675"/>
          </a:xfrm>
          <a:prstGeom xmlns:a="http://schemas.openxmlformats.org/drawingml/2006/main" prst="roundRect">
            <a:avLst>
              <a:gd name="adj" fmla="val 3019"/>
            </a:avLst>
          </a:prstGeom>
          <a:solidFill xmlns:a="http://schemas.openxmlformats.org/drawingml/2006/main">
            <a:srgbClr val="102A33"/>
          </a:solidFill>
          <a:ln xmlns:a="http://schemas.openxmlformats.org/drawingml/2006/main" w="0">
            <a:noFill/>
            <a:prstDash val="solid"/>
          </a:ln>
        </p:spPr>
      </p:sp>
      <p:sp>
        <p:nvSpPr>
          <p:cNvPr id="32" name="source-title">
            <a:extLst xmlns:a="http://schemas.openxmlformats.org/drawingml/2006/main">
              <a:ext uri="{FF2B5EF4-FFF2-40B4-BE49-F238E27FC236}">
                <a16:creationId xmlns:a16="http://schemas.microsoft.com/office/drawing/2014/main" id="{4560D572-5A13-4349-97B4-EC2F0045520B}"/>
              </a:ext>
            </a:extLst>
          </p:cNvPr>
          <p:cNvSpPr>
            <a:spLocks xmlns:a="http://schemas.openxmlformats.org/drawingml/2006/main" noGrp="1"/>
          </p:cNvSpPr>
          <p:nvPr/>
        </p:nvSpPr>
        <p:spPr>
          <a:xfrm xmlns:a="http://schemas.openxmlformats.org/drawingml/2006/main">
            <a:off x="800100" y="1924050"/>
            <a:ext cx="2190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CDEB5A"/>
                </a:solidFill>
                <a:latin typeface="Arial"/>
                <a:ea typeface="Arial"/>
                <a:cs typeface="Arial"/>
              </a:defRPr>
            </a:defPPr>
            <a:lvl1pPr algn="l">
              <a:defRPr sz="1200" b="1">
                <a:solidFill>
                  <a:srgbClr val="CDEB5A"/>
                </a:solidFill>
                <a:latin typeface="Arial"/>
                <a:ea typeface="Arial"/>
                <a:cs typeface="Arial"/>
              </a:defRPr>
            </a:lvl1pPr>
            <a:lvl2pPr algn="l">
              <a:defRPr sz="1200" b="1">
                <a:solidFill>
                  <a:srgbClr val="CDEB5A"/>
                </a:solidFill>
                <a:latin typeface="Arial"/>
                <a:ea typeface="Arial"/>
                <a:cs typeface="Arial"/>
              </a:defRPr>
            </a:lvl2pPr>
            <a:lvl3pPr algn="l">
              <a:defRPr sz="1200" b="1">
                <a:solidFill>
                  <a:srgbClr val="CDEB5A"/>
                </a:solidFill>
                <a:latin typeface="Arial"/>
                <a:ea typeface="Arial"/>
                <a:cs typeface="Arial"/>
              </a:defRPr>
            </a:lvl3pPr>
            <a:lvl4pPr algn="l">
              <a:defRPr sz="1200" b="1">
                <a:solidFill>
                  <a:srgbClr val="CDEB5A"/>
                </a:solidFill>
                <a:latin typeface="Arial"/>
                <a:ea typeface="Arial"/>
                <a:cs typeface="Arial"/>
              </a:defRPr>
            </a:lvl4pPr>
            <a:lvl5pPr algn="l">
              <a:defRPr sz="1200" b="1">
                <a:solidFill>
                  <a:srgbClr val="CDEB5A"/>
                </a:solidFill>
                <a:latin typeface="Arial"/>
                <a:ea typeface="Arial"/>
                <a:cs typeface="Arial"/>
              </a:defRPr>
            </a:lvl5pPr>
            <a:lvl6pPr algn="l">
              <a:defRPr sz="1200" b="1">
                <a:solidFill>
                  <a:srgbClr val="CDEB5A"/>
                </a:solidFill>
                <a:latin typeface="Arial"/>
                <a:ea typeface="Arial"/>
                <a:cs typeface="Arial"/>
              </a:defRPr>
            </a:lvl6pPr>
            <a:lvl7pPr algn="l">
              <a:defRPr sz="1200" b="1">
                <a:solidFill>
                  <a:srgbClr val="CDEB5A"/>
                </a:solidFill>
                <a:latin typeface="Arial"/>
                <a:ea typeface="Arial"/>
                <a:cs typeface="Arial"/>
              </a:defRPr>
            </a:lvl7pPr>
            <a:lvl8pPr algn="l">
              <a:defRPr sz="1200" b="1">
                <a:solidFill>
                  <a:srgbClr val="CDEB5A"/>
                </a:solidFill>
                <a:latin typeface="Arial"/>
                <a:ea typeface="Arial"/>
                <a:cs typeface="Arial"/>
              </a:defRPr>
            </a:lvl8pPr>
            <a:lvl9pPr algn="l">
              <a:defRPr sz="1200" b="1">
                <a:solidFill>
                  <a:srgbClr val="CDEB5A"/>
                </a:solidFill>
                <a:latin typeface="Arial"/>
                <a:ea typeface="Arial"/>
                <a:cs typeface="Arial"/>
              </a:defRPr>
            </a:lvl9pPr>
          </a:lstStyle>
          <a:p xmlns:a="http://schemas.openxmlformats.org/drawingml/2006/main">
            <a:pPr algn="l">
              <a:defRPr sz="1200" b="1">
                <a:solidFill>
                  <a:srgbClr val="CDEB5A"/>
                </a:solidFill>
                <a:latin typeface="Arial"/>
                <a:ea typeface="Arial"/>
                <a:cs typeface="Arial"/>
              </a:defRPr>
            </a:pPr>
            <a:r>
              <a:rPr sz="1200" b="1">
                <a:solidFill>
                  <a:srgbClr val="CDEB5A"/>
                </a:solidFill>
                <a:latin typeface="Arial"/>
                <a:ea typeface="Arial"/>
                <a:cs typeface="Arial"/>
              </a:rPr>
              <a:t>BO PHAT  /  ESP32 DevKit V1</a:t>
            </a:r>
          </a:p>
        </p:txBody>
      </p:sp>
      <p:sp>
        <p:nvSpPr>
          <p:cNvPr id="33" name="source-chip">
            <a:extLst xmlns:a="http://schemas.openxmlformats.org/drawingml/2006/main">
              <a:ext uri="{FF2B5EF4-FFF2-40B4-BE49-F238E27FC236}">
                <a16:creationId xmlns:a16="http://schemas.microsoft.com/office/drawing/2014/main" id="{CCC83310-6038-4F99-9308-A2349F71B357}"/>
              </a:ext>
            </a:extLst>
          </p:cNvPr>
          <p:cNvSpPr>
            <a:spLocks xmlns:a="http://schemas.openxmlformats.org/drawingml/2006/main" noGrp="1"/>
          </p:cNvSpPr>
          <p:nvPr/>
        </p:nvSpPr>
        <p:spPr>
          <a:xfrm xmlns:a="http://schemas.openxmlformats.org/drawingml/2006/main">
            <a:off x="800100" y="2247900"/>
            <a:ext cx="2190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7F8F3"/>
                </a:solidFill>
                <a:latin typeface="Arial"/>
                <a:ea typeface="Arial"/>
                <a:cs typeface="Arial"/>
              </a:defRPr>
            </a:defPPr>
            <a:lvl1pPr algn="l">
              <a:defRPr sz="1200" b="1">
                <a:solidFill>
                  <a:srgbClr val="F7F8F3"/>
                </a:solidFill>
                <a:latin typeface="Arial"/>
                <a:ea typeface="Arial"/>
                <a:cs typeface="Arial"/>
              </a:defRPr>
            </a:lvl1pPr>
            <a:lvl2pPr algn="l">
              <a:defRPr sz="1200" b="1">
                <a:solidFill>
                  <a:srgbClr val="F7F8F3"/>
                </a:solidFill>
                <a:latin typeface="Arial"/>
                <a:ea typeface="Arial"/>
                <a:cs typeface="Arial"/>
              </a:defRPr>
            </a:lvl2pPr>
            <a:lvl3pPr algn="l">
              <a:defRPr sz="1200" b="1">
                <a:solidFill>
                  <a:srgbClr val="F7F8F3"/>
                </a:solidFill>
                <a:latin typeface="Arial"/>
                <a:ea typeface="Arial"/>
                <a:cs typeface="Arial"/>
              </a:defRPr>
            </a:lvl3pPr>
            <a:lvl4pPr algn="l">
              <a:defRPr sz="1200" b="1">
                <a:solidFill>
                  <a:srgbClr val="F7F8F3"/>
                </a:solidFill>
                <a:latin typeface="Arial"/>
                <a:ea typeface="Arial"/>
                <a:cs typeface="Arial"/>
              </a:defRPr>
            </a:lvl4pPr>
            <a:lvl5pPr algn="l">
              <a:defRPr sz="1200" b="1">
                <a:solidFill>
                  <a:srgbClr val="F7F8F3"/>
                </a:solidFill>
                <a:latin typeface="Arial"/>
                <a:ea typeface="Arial"/>
                <a:cs typeface="Arial"/>
              </a:defRPr>
            </a:lvl5pPr>
            <a:lvl6pPr algn="l">
              <a:defRPr sz="1200" b="1">
                <a:solidFill>
                  <a:srgbClr val="F7F8F3"/>
                </a:solidFill>
                <a:latin typeface="Arial"/>
                <a:ea typeface="Arial"/>
                <a:cs typeface="Arial"/>
              </a:defRPr>
            </a:lvl6pPr>
            <a:lvl7pPr algn="l">
              <a:defRPr sz="1200" b="1">
                <a:solidFill>
                  <a:srgbClr val="F7F8F3"/>
                </a:solidFill>
                <a:latin typeface="Arial"/>
                <a:ea typeface="Arial"/>
                <a:cs typeface="Arial"/>
              </a:defRPr>
            </a:lvl7pPr>
            <a:lvl8pPr algn="l">
              <a:defRPr sz="1200" b="1">
                <a:solidFill>
                  <a:srgbClr val="F7F8F3"/>
                </a:solidFill>
                <a:latin typeface="Arial"/>
                <a:ea typeface="Arial"/>
                <a:cs typeface="Arial"/>
              </a:defRPr>
            </a:lvl8pPr>
            <a:lvl9pPr algn="l">
              <a:defRPr sz="1200" b="1">
                <a:solidFill>
                  <a:srgbClr val="F7F8F3"/>
                </a:solidFill>
                <a:latin typeface="Arial"/>
                <a:ea typeface="Arial"/>
                <a:cs typeface="Arial"/>
              </a:defRPr>
            </a:lvl9pPr>
          </a:lstStyle>
          <a:p xmlns:a="http://schemas.openxmlformats.org/drawingml/2006/main">
            <a:pPr algn="l">
              <a:defRPr sz="1200" b="1">
                <a:solidFill>
                  <a:srgbClr val="F7F8F3"/>
                </a:solidFill>
                <a:latin typeface="Arial"/>
                <a:ea typeface="Arial"/>
                <a:cs typeface="Arial"/>
              </a:defRPr>
            </a:pPr>
            <a:r>
              <a:rPr sz="1200" b="1">
                <a:solidFill>
                  <a:srgbClr val="F7F8F3"/>
                </a:solidFill>
                <a:latin typeface="Arial"/>
                <a:ea typeface="Arial"/>
                <a:cs typeface="Arial"/>
              </a:rPr>
              <a:t>ESP-WROOM-32</a:t>
            </a:r>
          </a:p>
          <a:p xmlns:a="http://schemas.openxmlformats.org/drawingml/2006/main">
            <a:pPr algn="l">
              <a:defRPr sz="1200" b="1">
                <a:solidFill>
                  <a:srgbClr val="F7F8F3"/>
                </a:solidFill>
                <a:latin typeface="Arial"/>
                <a:ea typeface="Arial"/>
                <a:cs typeface="Arial"/>
              </a:defRPr>
            </a:pPr>
            <a:r>
              <a:rPr sz="1200" b="1">
                <a:solidFill>
                  <a:srgbClr val="F7F8F3"/>
                </a:solidFill>
                <a:latin typeface="Arial"/>
                <a:ea typeface="Arial"/>
                <a:cs typeface="Arial"/>
              </a:rPr>
              <a:t>DAC 8-bit · 3,3 V max</a:t>
            </a:r>
          </a:p>
        </p:txBody>
      </p:sp>
      <p:sp>
        <p:nvSpPr>
          <p:cNvPr id="34" name="source-usb">
            <a:extLst xmlns:a="http://schemas.openxmlformats.org/drawingml/2006/main">
              <a:ext uri="{FF2B5EF4-FFF2-40B4-BE49-F238E27FC236}">
                <a16:creationId xmlns:a16="http://schemas.microsoft.com/office/drawing/2014/main" id="{FC303651-16E3-46D7-838D-24A74354739B}"/>
              </a:ext>
            </a:extLst>
          </p:cNvPr>
          <p:cNvSpPr>
            <a:spLocks xmlns:a="http://schemas.openxmlformats.org/drawingml/2006/main" noGrp="1"/>
          </p:cNvSpPr>
          <p:nvPr/>
        </p:nvSpPr>
        <p:spPr>
          <a:xfrm xmlns:a="http://schemas.openxmlformats.org/drawingml/2006/main">
            <a:off x="1381125" y="2781300"/>
            <a:ext cx="990600" cy="228600"/>
          </a:xfrm>
          <a:prstGeom xmlns:a="http://schemas.openxmlformats.org/drawingml/2006/main" prst="roundRect">
            <a:avLst>
              <a:gd name="adj" fmla="val 33333"/>
            </a:avLst>
          </a:prstGeom>
          <a:solidFill xmlns:a="http://schemas.openxmlformats.org/drawingml/2006/main">
            <a:srgbClr val="34515B"/>
          </a:solidFill>
          <a:ln xmlns:a="http://schemas.openxmlformats.org/drawingml/2006/main" w="0">
            <a:noFill/>
            <a:prstDash val="solid"/>
          </a:ln>
        </p:spPr>
      </p:sp>
      <p:sp>
        <p:nvSpPr>
          <p:cNvPr id="35" name="source-usb-label">
            <a:extLst xmlns:a="http://schemas.openxmlformats.org/drawingml/2006/main">
              <a:ext uri="{FF2B5EF4-FFF2-40B4-BE49-F238E27FC236}">
                <a16:creationId xmlns:a16="http://schemas.microsoft.com/office/drawing/2014/main" id="{B14AEA94-3332-45BE-8890-A27439D4F94B}"/>
              </a:ext>
            </a:extLst>
          </p:cNvPr>
          <p:cNvSpPr>
            <a:spLocks xmlns:a="http://schemas.openxmlformats.org/drawingml/2006/main" noGrp="1"/>
          </p:cNvSpPr>
          <p:nvPr/>
        </p:nvSpPr>
        <p:spPr>
          <a:xfrm xmlns:a="http://schemas.openxmlformats.org/drawingml/2006/main">
            <a:off x="800100" y="27432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0">
                <a:solidFill>
                  <a:srgbClr val="F7F8F3"/>
                </a:solidFill>
                <a:latin typeface="Arial"/>
                <a:ea typeface="Arial"/>
                <a:cs typeface="Arial"/>
              </a:defRPr>
            </a:defPPr>
            <a:lvl1pPr algn="ctr">
              <a:defRPr sz="975" b="0">
                <a:solidFill>
                  <a:srgbClr val="F7F8F3"/>
                </a:solidFill>
                <a:latin typeface="Arial"/>
                <a:ea typeface="Arial"/>
                <a:cs typeface="Arial"/>
              </a:defRPr>
            </a:lvl1pPr>
            <a:lvl2pPr algn="ctr">
              <a:defRPr sz="975" b="0">
                <a:solidFill>
                  <a:srgbClr val="F7F8F3"/>
                </a:solidFill>
                <a:latin typeface="Arial"/>
                <a:ea typeface="Arial"/>
                <a:cs typeface="Arial"/>
              </a:defRPr>
            </a:lvl2pPr>
            <a:lvl3pPr algn="ctr">
              <a:defRPr sz="975" b="0">
                <a:solidFill>
                  <a:srgbClr val="F7F8F3"/>
                </a:solidFill>
                <a:latin typeface="Arial"/>
                <a:ea typeface="Arial"/>
                <a:cs typeface="Arial"/>
              </a:defRPr>
            </a:lvl3pPr>
            <a:lvl4pPr algn="ctr">
              <a:defRPr sz="975" b="0">
                <a:solidFill>
                  <a:srgbClr val="F7F8F3"/>
                </a:solidFill>
                <a:latin typeface="Arial"/>
                <a:ea typeface="Arial"/>
                <a:cs typeface="Arial"/>
              </a:defRPr>
            </a:lvl4pPr>
            <a:lvl5pPr algn="ctr">
              <a:defRPr sz="975" b="0">
                <a:solidFill>
                  <a:srgbClr val="F7F8F3"/>
                </a:solidFill>
                <a:latin typeface="Arial"/>
                <a:ea typeface="Arial"/>
                <a:cs typeface="Arial"/>
              </a:defRPr>
            </a:lvl5pPr>
            <a:lvl6pPr algn="ctr">
              <a:defRPr sz="975" b="0">
                <a:solidFill>
                  <a:srgbClr val="F7F8F3"/>
                </a:solidFill>
                <a:latin typeface="Arial"/>
                <a:ea typeface="Arial"/>
                <a:cs typeface="Arial"/>
              </a:defRPr>
            </a:lvl6pPr>
            <a:lvl7pPr algn="ctr">
              <a:defRPr sz="975" b="0">
                <a:solidFill>
                  <a:srgbClr val="F7F8F3"/>
                </a:solidFill>
                <a:latin typeface="Arial"/>
                <a:ea typeface="Arial"/>
                <a:cs typeface="Arial"/>
              </a:defRPr>
            </a:lvl7pPr>
            <a:lvl8pPr algn="ctr">
              <a:defRPr sz="975" b="0">
                <a:solidFill>
                  <a:srgbClr val="F7F8F3"/>
                </a:solidFill>
                <a:latin typeface="Arial"/>
                <a:ea typeface="Arial"/>
                <a:cs typeface="Arial"/>
              </a:defRPr>
            </a:lvl8pPr>
            <a:lvl9pPr algn="ctr">
              <a:defRPr sz="975" b="0">
                <a:solidFill>
                  <a:srgbClr val="F7F8F3"/>
                </a:solidFill>
                <a:latin typeface="Arial"/>
                <a:ea typeface="Arial"/>
                <a:cs typeface="Arial"/>
              </a:defRPr>
            </a:lvl9pPr>
          </a:lstStyle>
          <a:p xmlns:a="http://schemas.openxmlformats.org/drawingml/2006/main">
            <a:pPr algn="ctr">
              <a:defRPr sz="975" b="0">
                <a:solidFill>
                  <a:srgbClr val="F7F8F3"/>
                </a:solidFill>
                <a:latin typeface="Arial"/>
                <a:ea typeface="Arial"/>
                <a:cs typeface="Arial"/>
              </a:defRPr>
            </a:pPr>
            <a:r>
              <a:rPr sz="975" b="0">
                <a:solidFill>
                  <a:srgbClr val="F7F8F3"/>
                </a:solidFill>
                <a:latin typeface="Arial"/>
                <a:ea typeface="Arial"/>
                <a:cs typeface="Arial"/>
              </a:rPr>
              <a:t>Micro-USB / 5 V</a:t>
            </a:r>
          </a:p>
        </p:txBody>
      </p:sp>
      <p:sp>
        <p:nvSpPr>
          <p:cNvPr id="36" name="source-dac-pin">
            <a:extLst xmlns:a="http://schemas.openxmlformats.org/drawingml/2006/main">
              <a:ext uri="{FF2B5EF4-FFF2-40B4-BE49-F238E27FC236}">
                <a16:creationId xmlns:a16="http://schemas.microsoft.com/office/drawing/2014/main" id="{66265ED5-4FB9-459D-AEB3-A4085B7CEB49}"/>
              </a:ext>
            </a:extLst>
          </p:cNvPr>
          <p:cNvSpPr>
            <a:spLocks xmlns:a="http://schemas.openxmlformats.org/drawingml/2006/main" noGrp="1"/>
          </p:cNvSpPr>
          <p:nvPr/>
        </p:nvSpPr>
        <p:spPr>
          <a:xfrm xmlns:a="http://schemas.openxmlformats.org/drawingml/2006/main">
            <a:off x="800100" y="3305175"/>
            <a:ext cx="1809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F7F8F3"/>
                </a:solidFill>
                <a:latin typeface="Arial"/>
                <a:ea typeface="Arial"/>
                <a:cs typeface="Arial"/>
              </a:defRPr>
            </a:defPPr>
            <a:lvl1pPr algn="l">
              <a:defRPr sz="1050" b="1">
                <a:solidFill>
                  <a:srgbClr val="F7F8F3"/>
                </a:solidFill>
                <a:latin typeface="Arial"/>
                <a:ea typeface="Arial"/>
                <a:cs typeface="Arial"/>
              </a:defRPr>
            </a:lvl1pPr>
            <a:lvl2pPr algn="l">
              <a:defRPr sz="1050" b="1">
                <a:solidFill>
                  <a:srgbClr val="F7F8F3"/>
                </a:solidFill>
                <a:latin typeface="Arial"/>
                <a:ea typeface="Arial"/>
                <a:cs typeface="Arial"/>
              </a:defRPr>
            </a:lvl2pPr>
            <a:lvl3pPr algn="l">
              <a:defRPr sz="1050" b="1">
                <a:solidFill>
                  <a:srgbClr val="F7F8F3"/>
                </a:solidFill>
                <a:latin typeface="Arial"/>
                <a:ea typeface="Arial"/>
                <a:cs typeface="Arial"/>
              </a:defRPr>
            </a:lvl3pPr>
            <a:lvl4pPr algn="l">
              <a:defRPr sz="1050" b="1">
                <a:solidFill>
                  <a:srgbClr val="F7F8F3"/>
                </a:solidFill>
                <a:latin typeface="Arial"/>
                <a:ea typeface="Arial"/>
                <a:cs typeface="Arial"/>
              </a:defRPr>
            </a:lvl4pPr>
            <a:lvl5pPr algn="l">
              <a:defRPr sz="1050" b="1">
                <a:solidFill>
                  <a:srgbClr val="F7F8F3"/>
                </a:solidFill>
                <a:latin typeface="Arial"/>
                <a:ea typeface="Arial"/>
                <a:cs typeface="Arial"/>
              </a:defRPr>
            </a:lvl5pPr>
            <a:lvl6pPr algn="l">
              <a:defRPr sz="1050" b="1">
                <a:solidFill>
                  <a:srgbClr val="F7F8F3"/>
                </a:solidFill>
                <a:latin typeface="Arial"/>
                <a:ea typeface="Arial"/>
                <a:cs typeface="Arial"/>
              </a:defRPr>
            </a:lvl6pPr>
            <a:lvl7pPr algn="l">
              <a:defRPr sz="1050" b="1">
                <a:solidFill>
                  <a:srgbClr val="F7F8F3"/>
                </a:solidFill>
                <a:latin typeface="Arial"/>
                <a:ea typeface="Arial"/>
                <a:cs typeface="Arial"/>
              </a:defRPr>
            </a:lvl7pPr>
            <a:lvl8pPr algn="l">
              <a:defRPr sz="1050" b="1">
                <a:solidFill>
                  <a:srgbClr val="F7F8F3"/>
                </a:solidFill>
                <a:latin typeface="Arial"/>
                <a:ea typeface="Arial"/>
                <a:cs typeface="Arial"/>
              </a:defRPr>
            </a:lvl8pPr>
            <a:lvl9pPr algn="l">
              <a:defRPr sz="1050" b="1">
                <a:solidFill>
                  <a:srgbClr val="F7F8F3"/>
                </a:solidFill>
                <a:latin typeface="Arial"/>
                <a:ea typeface="Arial"/>
                <a:cs typeface="Arial"/>
              </a:defRPr>
            </a:lvl9pPr>
          </a:lstStyle>
          <a:p xmlns:a="http://schemas.openxmlformats.org/drawingml/2006/main">
            <a:pPr algn="l">
              <a:defRPr sz="1050" b="1">
                <a:solidFill>
                  <a:srgbClr val="F7F8F3"/>
                </a:solidFill>
                <a:latin typeface="Arial"/>
                <a:ea typeface="Arial"/>
                <a:cs typeface="Arial"/>
              </a:defRPr>
            </a:pPr>
            <a:r>
              <a:rPr sz="1050" b="1">
                <a:solidFill>
                  <a:srgbClr val="F7F8F3"/>
                </a:solidFill>
                <a:latin typeface="Arial"/>
                <a:ea typeface="Arial"/>
                <a:cs typeface="Arial"/>
              </a:rPr>
              <a:t>GPIO25  ·  DAC1</a:t>
            </a:r>
          </a:p>
        </p:txBody>
      </p:sp>
      <p:sp>
        <p:nvSpPr>
          <p:cNvPr id="37" name="source-gnd-pin">
            <a:extLst xmlns:a="http://schemas.openxmlformats.org/drawingml/2006/main">
              <a:ext uri="{FF2B5EF4-FFF2-40B4-BE49-F238E27FC236}">
                <a16:creationId xmlns:a16="http://schemas.microsoft.com/office/drawing/2014/main" id="{BF1EF5FA-7EE9-44D8-9EFF-9BFCF3EB7A93}"/>
              </a:ext>
            </a:extLst>
          </p:cNvPr>
          <p:cNvSpPr>
            <a:spLocks xmlns:a="http://schemas.openxmlformats.org/drawingml/2006/main" noGrp="1"/>
          </p:cNvSpPr>
          <p:nvPr/>
        </p:nvSpPr>
        <p:spPr>
          <a:xfrm xmlns:a="http://schemas.openxmlformats.org/drawingml/2006/main">
            <a:off x="800100" y="4324350"/>
            <a:ext cx="1809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F7F8F3"/>
                </a:solidFill>
                <a:latin typeface="Arial"/>
                <a:ea typeface="Arial"/>
                <a:cs typeface="Arial"/>
              </a:defRPr>
            </a:defPPr>
            <a:lvl1pPr algn="l">
              <a:defRPr sz="1050" b="1">
                <a:solidFill>
                  <a:srgbClr val="F7F8F3"/>
                </a:solidFill>
                <a:latin typeface="Arial"/>
                <a:ea typeface="Arial"/>
                <a:cs typeface="Arial"/>
              </a:defRPr>
            </a:lvl1pPr>
            <a:lvl2pPr algn="l">
              <a:defRPr sz="1050" b="1">
                <a:solidFill>
                  <a:srgbClr val="F7F8F3"/>
                </a:solidFill>
                <a:latin typeface="Arial"/>
                <a:ea typeface="Arial"/>
                <a:cs typeface="Arial"/>
              </a:defRPr>
            </a:lvl2pPr>
            <a:lvl3pPr algn="l">
              <a:defRPr sz="1050" b="1">
                <a:solidFill>
                  <a:srgbClr val="F7F8F3"/>
                </a:solidFill>
                <a:latin typeface="Arial"/>
                <a:ea typeface="Arial"/>
                <a:cs typeface="Arial"/>
              </a:defRPr>
            </a:lvl3pPr>
            <a:lvl4pPr algn="l">
              <a:defRPr sz="1050" b="1">
                <a:solidFill>
                  <a:srgbClr val="F7F8F3"/>
                </a:solidFill>
                <a:latin typeface="Arial"/>
                <a:ea typeface="Arial"/>
                <a:cs typeface="Arial"/>
              </a:defRPr>
            </a:lvl4pPr>
            <a:lvl5pPr algn="l">
              <a:defRPr sz="1050" b="1">
                <a:solidFill>
                  <a:srgbClr val="F7F8F3"/>
                </a:solidFill>
                <a:latin typeface="Arial"/>
                <a:ea typeface="Arial"/>
                <a:cs typeface="Arial"/>
              </a:defRPr>
            </a:lvl5pPr>
            <a:lvl6pPr algn="l">
              <a:defRPr sz="1050" b="1">
                <a:solidFill>
                  <a:srgbClr val="F7F8F3"/>
                </a:solidFill>
                <a:latin typeface="Arial"/>
                <a:ea typeface="Arial"/>
                <a:cs typeface="Arial"/>
              </a:defRPr>
            </a:lvl6pPr>
            <a:lvl7pPr algn="l">
              <a:defRPr sz="1050" b="1">
                <a:solidFill>
                  <a:srgbClr val="F7F8F3"/>
                </a:solidFill>
                <a:latin typeface="Arial"/>
                <a:ea typeface="Arial"/>
                <a:cs typeface="Arial"/>
              </a:defRPr>
            </a:lvl7pPr>
            <a:lvl8pPr algn="l">
              <a:defRPr sz="1050" b="1">
                <a:solidFill>
                  <a:srgbClr val="F7F8F3"/>
                </a:solidFill>
                <a:latin typeface="Arial"/>
                <a:ea typeface="Arial"/>
                <a:cs typeface="Arial"/>
              </a:defRPr>
            </a:lvl8pPr>
            <a:lvl9pPr algn="l">
              <a:defRPr sz="1050" b="1">
                <a:solidFill>
                  <a:srgbClr val="F7F8F3"/>
                </a:solidFill>
                <a:latin typeface="Arial"/>
                <a:ea typeface="Arial"/>
                <a:cs typeface="Arial"/>
              </a:defRPr>
            </a:lvl9pPr>
          </a:lstStyle>
          <a:p xmlns:a="http://schemas.openxmlformats.org/drawingml/2006/main">
            <a:pPr algn="l">
              <a:defRPr sz="1050" b="1">
                <a:solidFill>
                  <a:srgbClr val="F7F8F3"/>
                </a:solidFill>
                <a:latin typeface="Arial"/>
                <a:ea typeface="Arial"/>
                <a:cs typeface="Arial"/>
              </a:defRPr>
            </a:pPr>
            <a:r>
              <a:rPr sz="1050" b="1">
                <a:solidFill>
                  <a:srgbClr val="F7F8F3"/>
                </a:solidFill>
                <a:latin typeface="Arial"/>
                <a:ea typeface="Arial"/>
                <a:cs typeface="Arial"/>
              </a:rPr>
              <a:t>GND  ·  0 V</a:t>
            </a:r>
          </a:p>
        </p:txBody>
      </p:sp>
      <p:sp>
        <p:nvSpPr>
          <p:cNvPr id="38" name="source-dac-terminal">
            <a:extLst xmlns:a="http://schemas.openxmlformats.org/drawingml/2006/main">
              <a:ext uri="{FF2B5EF4-FFF2-40B4-BE49-F238E27FC236}">
                <a16:creationId xmlns:a16="http://schemas.microsoft.com/office/drawing/2014/main" id="{F1AAC30D-E379-4CDD-AE15-0E174AF6E604}"/>
              </a:ext>
            </a:extLst>
          </p:cNvPr>
          <p:cNvSpPr>
            <a:spLocks xmlns:a="http://schemas.openxmlformats.org/drawingml/2006/main" noGrp="1"/>
          </p:cNvSpPr>
          <p:nvPr/>
        </p:nvSpPr>
        <p:spPr>
          <a:xfrm xmlns:a="http://schemas.openxmlformats.org/drawingml/2006/main">
            <a:off x="2943225" y="3352800"/>
            <a:ext cx="114300" cy="114300"/>
          </a:xfrm>
          <a:prstGeom xmlns:a="http://schemas.openxmlformats.org/drawingml/2006/main" prst="ellipse">
            <a:avLst/>
          </a:prstGeom>
          <a:solidFill xmlns:a="http://schemas.openxmlformats.org/drawingml/2006/main">
            <a:srgbClr val="CDEB5A"/>
          </a:solidFill>
          <a:ln xmlns:a="http://schemas.openxmlformats.org/drawingml/2006/main" w="0">
            <a:noFill/>
            <a:prstDash val="solid"/>
          </a:ln>
        </p:spPr>
      </p:sp>
      <p:sp>
        <p:nvSpPr>
          <p:cNvPr id="39" name="source-gnd-terminal">
            <a:extLst xmlns:a="http://schemas.openxmlformats.org/drawingml/2006/main">
              <a:ext uri="{FF2B5EF4-FFF2-40B4-BE49-F238E27FC236}">
                <a16:creationId xmlns:a16="http://schemas.microsoft.com/office/drawing/2014/main" id="{D7299D27-7703-454A-86F7-6899D194CAE1}"/>
              </a:ext>
            </a:extLst>
          </p:cNvPr>
          <p:cNvSpPr>
            <a:spLocks xmlns:a="http://schemas.openxmlformats.org/drawingml/2006/main" noGrp="1"/>
          </p:cNvSpPr>
          <p:nvPr/>
        </p:nvSpPr>
        <p:spPr>
          <a:xfrm xmlns:a="http://schemas.openxmlformats.org/drawingml/2006/main">
            <a:off x="2943225" y="4371975"/>
            <a:ext cx="114300" cy="114300"/>
          </a:xfrm>
          <a:prstGeom xmlns:a="http://schemas.openxmlformats.org/drawingml/2006/main" prst="ellipse">
            <a:avLst/>
          </a:prstGeom>
          <a:solidFill xmlns:a="http://schemas.openxmlformats.org/drawingml/2006/main">
            <a:srgbClr val="F7F8F3"/>
          </a:solidFill>
          <a:ln xmlns:a="http://schemas.openxmlformats.org/drawingml/2006/main" w="0">
            <a:noFill/>
            <a:prstDash val="solid"/>
          </a:ln>
        </p:spPr>
      </p:sp>
      <p:sp>
        <p:nvSpPr>
          <p:cNvPr id="40" name="receiver-board">
            <a:extLst xmlns:a="http://schemas.openxmlformats.org/drawingml/2006/main">
              <a:ext uri="{FF2B5EF4-FFF2-40B4-BE49-F238E27FC236}">
                <a16:creationId xmlns:a16="http://schemas.microsoft.com/office/drawing/2014/main" id="{E505F2DC-C62E-4251-BB2B-B1281A169FD3}"/>
              </a:ext>
            </a:extLst>
          </p:cNvPr>
          <p:cNvSpPr>
            <a:spLocks xmlns:a="http://schemas.openxmlformats.org/drawingml/2006/main" noGrp="1"/>
          </p:cNvSpPr>
          <p:nvPr/>
        </p:nvSpPr>
        <p:spPr>
          <a:xfrm xmlns:a="http://schemas.openxmlformats.org/drawingml/2006/main">
            <a:off x="8277225" y="1781175"/>
            <a:ext cx="3219450" cy="3114675"/>
          </a:xfrm>
          <a:prstGeom xmlns:a="http://schemas.openxmlformats.org/drawingml/2006/main" prst="roundRect">
            <a:avLst>
              <a:gd name="adj" fmla="val 2446"/>
            </a:avLst>
          </a:prstGeom>
          <a:solidFill xmlns:a="http://schemas.openxmlformats.org/drawingml/2006/main">
            <a:srgbClr val="102A33"/>
          </a:solidFill>
          <a:ln xmlns:a="http://schemas.openxmlformats.org/drawingml/2006/main" w="0">
            <a:noFill/>
            <a:prstDash val="solid"/>
          </a:ln>
        </p:spPr>
      </p:sp>
      <p:sp>
        <p:nvSpPr>
          <p:cNvPr id="41" name="receiver-title">
            <a:extLst xmlns:a="http://schemas.openxmlformats.org/drawingml/2006/main">
              <a:ext uri="{FF2B5EF4-FFF2-40B4-BE49-F238E27FC236}">
                <a16:creationId xmlns:a16="http://schemas.microsoft.com/office/drawing/2014/main" id="{000EA62B-096C-42EB-A47B-0DE6B9867541}"/>
              </a:ext>
            </a:extLst>
          </p:cNvPr>
          <p:cNvSpPr>
            <a:spLocks xmlns:a="http://schemas.openxmlformats.org/drawingml/2006/main" noGrp="1"/>
          </p:cNvSpPr>
          <p:nvPr/>
        </p:nvSpPr>
        <p:spPr>
          <a:xfrm xmlns:a="http://schemas.openxmlformats.org/drawingml/2006/main">
            <a:off x="8448675" y="1924050"/>
            <a:ext cx="2876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CDEB5A"/>
                </a:solidFill>
                <a:latin typeface="Arial"/>
                <a:ea typeface="Arial"/>
                <a:cs typeface="Arial"/>
              </a:defRPr>
            </a:defPPr>
            <a:lvl1pPr algn="l">
              <a:defRPr sz="1200" b="1">
                <a:solidFill>
                  <a:srgbClr val="CDEB5A"/>
                </a:solidFill>
                <a:latin typeface="Arial"/>
                <a:ea typeface="Arial"/>
                <a:cs typeface="Arial"/>
              </a:defRPr>
            </a:lvl1pPr>
            <a:lvl2pPr algn="l">
              <a:defRPr sz="1200" b="1">
                <a:solidFill>
                  <a:srgbClr val="CDEB5A"/>
                </a:solidFill>
                <a:latin typeface="Arial"/>
                <a:ea typeface="Arial"/>
                <a:cs typeface="Arial"/>
              </a:defRPr>
            </a:lvl2pPr>
            <a:lvl3pPr algn="l">
              <a:defRPr sz="1200" b="1">
                <a:solidFill>
                  <a:srgbClr val="CDEB5A"/>
                </a:solidFill>
                <a:latin typeface="Arial"/>
                <a:ea typeface="Arial"/>
                <a:cs typeface="Arial"/>
              </a:defRPr>
            </a:lvl3pPr>
            <a:lvl4pPr algn="l">
              <a:defRPr sz="1200" b="1">
                <a:solidFill>
                  <a:srgbClr val="CDEB5A"/>
                </a:solidFill>
                <a:latin typeface="Arial"/>
                <a:ea typeface="Arial"/>
                <a:cs typeface="Arial"/>
              </a:defRPr>
            </a:lvl4pPr>
            <a:lvl5pPr algn="l">
              <a:defRPr sz="1200" b="1">
                <a:solidFill>
                  <a:srgbClr val="CDEB5A"/>
                </a:solidFill>
                <a:latin typeface="Arial"/>
                <a:ea typeface="Arial"/>
                <a:cs typeface="Arial"/>
              </a:defRPr>
            </a:lvl5pPr>
            <a:lvl6pPr algn="l">
              <a:defRPr sz="1200" b="1">
                <a:solidFill>
                  <a:srgbClr val="CDEB5A"/>
                </a:solidFill>
                <a:latin typeface="Arial"/>
                <a:ea typeface="Arial"/>
                <a:cs typeface="Arial"/>
              </a:defRPr>
            </a:lvl6pPr>
            <a:lvl7pPr algn="l">
              <a:defRPr sz="1200" b="1">
                <a:solidFill>
                  <a:srgbClr val="CDEB5A"/>
                </a:solidFill>
                <a:latin typeface="Arial"/>
                <a:ea typeface="Arial"/>
                <a:cs typeface="Arial"/>
              </a:defRPr>
            </a:lvl7pPr>
            <a:lvl8pPr algn="l">
              <a:defRPr sz="1200" b="1">
                <a:solidFill>
                  <a:srgbClr val="CDEB5A"/>
                </a:solidFill>
                <a:latin typeface="Arial"/>
                <a:ea typeface="Arial"/>
                <a:cs typeface="Arial"/>
              </a:defRPr>
            </a:lvl8pPr>
            <a:lvl9pPr algn="l">
              <a:defRPr sz="1200" b="1">
                <a:solidFill>
                  <a:srgbClr val="CDEB5A"/>
                </a:solidFill>
                <a:latin typeface="Arial"/>
                <a:ea typeface="Arial"/>
                <a:cs typeface="Arial"/>
              </a:defRPr>
            </a:lvl9pPr>
          </a:lstStyle>
          <a:p xmlns:a="http://schemas.openxmlformats.org/drawingml/2006/main">
            <a:pPr algn="l">
              <a:defRPr sz="1200" b="1">
                <a:solidFill>
                  <a:srgbClr val="CDEB5A"/>
                </a:solidFill>
                <a:latin typeface="Arial"/>
                <a:ea typeface="Arial"/>
                <a:cs typeface="Arial"/>
              </a:defRPr>
            </a:pPr>
            <a:r>
              <a:rPr sz="1200" b="1">
                <a:solidFill>
                  <a:srgbClr val="CDEB5A"/>
                </a:solidFill>
                <a:latin typeface="Arial"/>
                <a:ea typeface="Arial"/>
                <a:cs typeface="Arial"/>
              </a:rPr>
              <a:t>BO THU  /  ESP32-S3 DevKitC-1</a:t>
            </a:r>
          </a:p>
        </p:txBody>
      </p:sp>
      <p:sp>
        <p:nvSpPr>
          <p:cNvPr id="42" name="receiver-chip">
            <a:extLst xmlns:a="http://schemas.openxmlformats.org/drawingml/2006/main">
              <a:ext uri="{FF2B5EF4-FFF2-40B4-BE49-F238E27FC236}">
                <a16:creationId xmlns:a16="http://schemas.microsoft.com/office/drawing/2014/main" id="{7FB7CE7D-5462-467A-96EF-B2F7BAA68FC0}"/>
              </a:ext>
            </a:extLst>
          </p:cNvPr>
          <p:cNvSpPr>
            <a:spLocks xmlns:a="http://schemas.openxmlformats.org/drawingml/2006/main" noGrp="1"/>
          </p:cNvSpPr>
          <p:nvPr/>
        </p:nvSpPr>
        <p:spPr>
          <a:xfrm xmlns:a="http://schemas.openxmlformats.org/drawingml/2006/main">
            <a:off x="8448675" y="22479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F7F8F3"/>
                </a:solidFill>
                <a:latin typeface="Arial"/>
                <a:ea typeface="Arial"/>
                <a:cs typeface="Arial"/>
              </a:defRPr>
            </a:defPPr>
            <a:lvl1pPr algn="l">
              <a:defRPr sz="1125" b="1">
                <a:solidFill>
                  <a:srgbClr val="F7F8F3"/>
                </a:solidFill>
                <a:latin typeface="Arial"/>
                <a:ea typeface="Arial"/>
                <a:cs typeface="Arial"/>
              </a:defRPr>
            </a:lvl1pPr>
            <a:lvl2pPr algn="l">
              <a:defRPr sz="1125" b="1">
                <a:solidFill>
                  <a:srgbClr val="F7F8F3"/>
                </a:solidFill>
                <a:latin typeface="Arial"/>
                <a:ea typeface="Arial"/>
                <a:cs typeface="Arial"/>
              </a:defRPr>
            </a:lvl2pPr>
            <a:lvl3pPr algn="l">
              <a:defRPr sz="1125" b="1">
                <a:solidFill>
                  <a:srgbClr val="F7F8F3"/>
                </a:solidFill>
                <a:latin typeface="Arial"/>
                <a:ea typeface="Arial"/>
                <a:cs typeface="Arial"/>
              </a:defRPr>
            </a:lvl3pPr>
            <a:lvl4pPr algn="l">
              <a:defRPr sz="1125" b="1">
                <a:solidFill>
                  <a:srgbClr val="F7F8F3"/>
                </a:solidFill>
                <a:latin typeface="Arial"/>
                <a:ea typeface="Arial"/>
                <a:cs typeface="Arial"/>
              </a:defRPr>
            </a:lvl4pPr>
            <a:lvl5pPr algn="l">
              <a:defRPr sz="1125" b="1">
                <a:solidFill>
                  <a:srgbClr val="F7F8F3"/>
                </a:solidFill>
                <a:latin typeface="Arial"/>
                <a:ea typeface="Arial"/>
                <a:cs typeface="Arial"/>
              </a:defRPr>
            </a:lvl5pPr>
            <a:lvl6pPr algn="l">
              <a:defRPr sz="1125" b="1">
                <a:solidFill>
                  <a:srgbClr val="F7F8F3"/>
                </a:solidFill>
                <a:latin typeface="Arial"/>
                <a:ea typeface="Arial"/>
                <a:cs typeface="Arial"/>
              </a:defRPr>
            </a:lvl6pPr>
            <a:lvl7pPr algn="l">
              <a:defRPr sz="1125" b="1">
                <a:solidFill>
                  <a:srgbClr val="F7F8F3"/>
                </a:solidFill>
                <a:latin typeface="Arial"/>
                <a:ea typeface="Arial"/>
                <a:cs typeface="Arial"/>
              </a:defRPr>
            </a:lvl7pPr>
            <a:lvl8pPr algn="l">
              <a:defRPr sz="1125" b="1">
                <a:solidFill>
                  <a:srgbClr val="F7F8F3"/>
                </a:solidFill>
                <a:latin typeface="Arial"/>
                <a:ea typeface="Arial"/>
                <a:cs typeface="Arial"/>
              </a:defRPr>
            </a:lvl8pPr>
            <a:lvl9pPr algn="l">
              <a:defRPr sz="1125" b="1">
                <a:solidFill>
                  <a:srgbClr val="F7F8F3"/>
                </a:solidFill>
                <a:latin typeface="Arial"/>
                <a:ea typeface="Arial"/>
                <a:cs typeface="Arial"/>
              </a:defRPr>
            </a:lvl9pPr>
          </a:lstStyle>
          <a:p xmlns:a="http://schemas.openxmlformats.org/drawingml/2006/main">
            <a:pPr algn="l">
              <a:defRPr sz="1125" b="1">
                <a:solidFill>
                  <a:srgbClr val="F7F8F3"/>
                </a:solidFill>
                <a:latin typeface="Arial"/>
                <a:ea typeface="Arial"/>
                <a:cs typeface="Arial"/>
              </a:defRPr>
            </a:pPr>
            <a:r>
              <a:rPr sz="1125" b="1">
                <a:solidFill>
                  <a:srgbClr val="F7F8F3"/>
                </a:solidFill>
                <a:latin typeface="Arial"/>
                <a:ea typeface="Arial"/>
                <a:cs typeface="Arial"/>
              </a:rPr>
              <a:t>N8R8  ·  8 MB Flash + 8 MB PSRAM</a:t>
            </a:r>
          </a:p>
        </p:txBody>
      </p:sp>
      <p:sp>
        <p:nvSpPr>
          <p:cNvPr id="43" name="receiver-usb">
            <a:extLst xmlns:a="http://schemas.openxmlformats.org/drawingml/2006/main">
              <a:ext uri="{FF2B5EF4-FFF2-40B4-BE49-F238E27FC236}">
                <a16:creationId xmlns:a16="http://schemas.microsoft.com/office/drawing/2014/main" id="{7A4886CF-CB40-4F09-A4A7-BFF6800B7BC4}"/>
              </a:ext>
            </a:extLst>
          </p:cNvPr>
          <p:cNvSpPr>
            <a:spLocks xmlns:a="http://schemas.openxmlformats.org/drawingml/2006/main" noGrp="1"/>
          </p:cNvSpPr>
          <p:nvPr/>
        </p:nvSpPr>
        <p:spPr>
          <a:xfrm xmlns:a="http://schemas.openxmlformats.org/drawingml/2006/main">
            <a:off x="9391650" y="2590800"/>
            <a:ext cx="990600" cy="228600"/>
          </a:xfrm>
          <a:prstGeom xmlns:a="http://schemas.openxmlformats.org/drawingml/2006/main" prst="roundRect">
            <a:avLst>
              <a:gd name="adj" fmla="val 33333"/>
            </a:avLst>
          </a:prstGeom>
          <a:solidFill xmlns:a="http://schemas.openxmlformats.org/drawingml/2006/main">
            <a:srgbClr val="34515B"/>
          </a:solidFill>
          <a:ln xmlns:a="http://schemas.openxmlformats.org/drawingml/2006/main" w="0">
            <a:noFill/>
            <a:prstDash val="solid"/>
          </a:ln>
        </p:spPr>
      </p:sp>
      <p:sp>
        <p:nvSpPr>
          <p:cNvPr id="44" name="receiver-usb-label">
            <a:extLst xmlns:a="http://schemas.openxmlformats.org/drawingml/2006/main">
              <a:ext uri="{FF2B5EF4-FFF2-40B4-BE49-F238E27FC236}">
                <a16:creationId xmlns:a16="http://schemas.microsoft.com/office/drawing/2014/main" id="{9085CCFC-435A-43EA-B7B3-47BB06FD1877}"/>
              </a:ext>
            </a:extLst>
          </p:cNvPr>
          <p:cNvSpPr>
            <a:spLocks xmlns:a="http://schemas.openxmlformats.org/drawingml/2006/main" noGrp="1"/>
          </p:cNvSpPr>
          <p:nvPr/>
        </p:nvSpPr>
        <p:spPr>
          <a:xfrm xmlns:a="http://schemas.openxmlformats.org/drawingml/2006/main">
            <a:off x="8448675" y="2562225"/>
            <a:ext cx="2876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0">
                <a:solidFill>
                  <a:srgbClr val="F7F8F3"/>
                </a:solidFill>
                <a:latin typeface="Arial"/>
                <a:ea typeface="Arial"/>
                <a:cs typeface="Arial"/>
              </a:defRPr>
            </a:defPPr>
            <a:lvl1pPr algn="ctr">
              <a:defRPr sz="975" b="0">
                <a:solidFill>
                  <a:srgbClr val="F7F8F3"/>
                </a:solidFill>
                <a:latin typeface="Arial"/>
                <a:ea typeface="Arial"/>
                <a:cs typeface="Arial"/>
              </a:defRPr>
            </a:lvl1pPr>
            <a:lvl2pPr algn="ctr">
              <a:defRPr sz="975" b="0">
                <a:solidFill>
                  <a:srgbClr val="F7F8F3"/>
                </a:solidFill>
                <a:latin typeface="Arial"/>
                <a:ea typeface="Arial"/>
                <a:cs typeface="Arial"/>
              </a:defRPr>
            </a:lvl2pPr>
            <a:lvl3pPr algn="ctr">
              <a:defRPr sz="975" b="0">
                <a:solidFill>
                  <a:srgbClr val="F7F8F3"/>
                </a:solidFill>
                <a:latin typeface="Arial"/>
                <a:ea typeface="Arial"/>
                <a:cs typeface="Arial"/>
              </a:defRPr>
            </a:lvl3pPr>
            <a:lvl4pPr algn="ctr">
              <a:defRPr sz="975" b="0">
                <a:solidFill>
                  <a:srgbClr val="F7F8F3"/>
                </a:solidFill>
                <a:latin typeface="Arial"/>
                <a:ea typeface="Arial"/>
                <a:cs typeface="Arial"/>
              </a:defRPr>
            </a:lvl4pPr>
            <a:lvl5pPr algn="ctr">
              <a:defRPr sz="975" b="0">
                <a:solidFill>
                  <a:srgbClr val="F7F8F3"/>
                </a:solidFill>
                <a:latin typeface="Arial"/>
                <a:ea typeface="Arial"/>
                <a:cs typeface="Arial"/>
              </a:defRPr>
            </a:lvl5pPr>
            <a:lvl6pPr algn="ctr">
              <a:defRPr sz="975" b="0">
                <a:solidFill>
                  <a:srgbClr val="F7F8F3"/>
                </a:solidFill>
                <a:latin typeface="Arial"/>
                <a:ea typeface="Arial"/>
                <a:cs typeface="Arial"/>
              </a:defRPr>
            </a:lvl6pPr>
            <a:lvl7pPr algn="ctr">
              <a:defRPr sz="975" b="0">
                <a:solidFill>
                  <a:srgbClr val="F7F8F3"/>
                </a:solidFill>
                <a:latin typeface="Arial"/>
                <a:ea typeface="Arial"/>
                <a:cs typeface="Arial"/>
              </a:defRPr>
            </a:lvl7pPr>
            <a:lvl8pPr algn="ctr">
              <a:defRPr sz="975" b="0">
                <a:solidFill>
                  <a:srgbClr val="F7F8F3"/>
                </a:solidFill>
                <a:latin typeface="Arial"/>
                <a:ea typeface="Arial"/>
                <a:cs typeface="Arial"/>
              </a:defRPr>
            </a:lvl8pPr>
            <a:lvl9pPr algn="ctr">
              <a:defRPr sz="975" b="0">
                <a:solidFill>
                  <a:srgbClr val="F7F8F3"/>
                </a:solidFill>
                <a:latin typeface="Arial"/>
                <a:ea typeface="Arial"/>
                <a:cs typeface="Arial"/>
              </a:defRPr>
            </a:lvl9pPr>
          </a:lstStyle>
          <a:p xmlns:a="http://schemas.openxmlformats.org/drawingml/2006/main">
            <a:pPr algn="ctr">
              <a:defRPr sz="975" b="0">
                <a:solidFill>
                  <a:srgbClr val="F7F8F3"/>
                </a:solidFill>
                <a:latin typeface="Arial"/>
                <a:ea typeface="Arial"/>
                <a:cs typeface="Arial"/>
              </a:defRPr>
            </a:pPr>
            <a:r>
              <a:rPr sz="975" b="0">
                <a:solidFill>
                  <a:srgbClr val="F7F8F3"/>
                </a:solidFill>
                <a:latin typeface="Arial"/>
                <a:ea typeface="Arial"/>
                <a:cs typeface="Arial"/>
              </a:rPr>
              <a:t>USB-C / 5 V</a:t>
            </a:r>
          </a:p>
        </p:txBody>
      </p:sp>
      <p:sp>
        <p:nvSpPr>
          <p:cNvPr id="45" name="receiver-adc-pin">
            <a:extLst xmlns:a="http://schemas.openxmlformats.org/drawingml/2006/main">
              <a:ext uri="{FF2B5EF4-FFF2-40B4-BE49-F238E27FC236}">
                <a16:creationId xmlns:a16="http://schemas.microsoft.com/office/drawing/2014/main" id="{772D5ED7-3502-410A-A35C-97053C889C4B}"/>
              </a:ext>
            </a:extLst>
          </p:cNvPr>
          <p:cNvSpPr>
            <a:spLocks xmlns:a="http://schemas.openxmlformats.org/drawingml/2006/main" noGrp="1"/>
          </p:cNvSpPr>
          <p:nvPr/>
        </p:nvSpPr>
        <p:spPr>
          <a:xfrm xmlns:a="http://schemas.openxmlformats.org/drawingml/2006/main">
            <a:off x="8448675" y="3305175"/>
            <a:ext cx="24288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F7F8F3"/>
                </a:solidFill>
                <a:latin typeface="Arial"/>
                <a:ea typeface="Arial"/>
                <a:cs typeface="Arial"/>
              </a:defRPr>
            </a:defPPr>
            <a:lvl1pPr algn="l">
              <a:defRPr sz="1050" b="1">
                <a:solidFill>
                  <a:srgbClr val="F7F8F3"/>
                </a:solidFill>
                <a:latin typeface="Arial"/>
                <a:ea typeface="Arial"/>
                <a:cs typeface="Arial"/>
              </a:defRPr>
            </a:lvl1pPr>
            <a:lvl2pPr algn="l">
              <a:defRPr sz="1050" b="1">
                <a:solidFill>
                  <a:srgbClr val="F7F8F3"/>
                </a:solidFill>
                <a:latin typeface="Arial"/>
                <a:ea typeface="Arial"/>
                <a:cs typeface="Arial"/>
              </a:defRPr>
            </a:lvl2pPr>
            <a:lvl3pPr algn="l">
              <a:defRPr sz="1050" b="1">
                <a:solidFill>
                  <a:srgbClr val="F7F8F3"/>
                </a:solidFill>
                <a:latin typeface="Arial"/>
                <a:ea typeface="Arial"/>
                <a:cs typeface="Arial"/>
              </a:defRPr>
            </a:lvl3pPr>
            <a:lvl4pPr algn="l">
              <a:defRPr sz="1050" b="1">
                <a:solidFill>
                  <a:srgbClr val="F7F8F3"/>
                </a:solidFill>
                <a:latin typeface="Arial"/>
                <a:ea typeface="Arial"/>
                <a:cs typeface="Arial"/>
              </a:defRPr>
            </a:lvl4pPr>
            <a:lvl5pPr algn="l">
              <a:defRPr sz="1050" b="1">
                <a:solidFill>
                  <a:srgbClr val="F7F8F3"/>
                </a:solidFill>
                <a:latin typeface="Arial"/>
                <a:ea typeface="Arial"/>
                <a:cs typeface="Arial"/>
              </a:defRPr>
            </a:lvl5pPr>
            <a:lvl6pPr algn="l">
              <a:defRPr sz="1050" b="1">
                <a:solidFill>
                  <a:srgbClr val="F7F8F3"/>
                </a:solidFill>
                <a:latin typeface="Arial"/>
                <a:ea typeface="Arial"/>
                <a:cs typeface="Arial"/>
              </a:defRPr>
            </a:lvl6pPr>
            <a:lvl7pPr algn="l">
              <a:defRPr sz="1050" b="1">
                <a:solidFill>
                  <a:srgbClr val="F7F8F3"/>
                </a:solidFill>
                <a:latin typeface="Arial"/>
                <a:ea typeface="Arial"/>
                <a:cs typeface="Arial"/>
              </a:defRPr>
            </a:lvl7pPr>
            <a:lvl8pPr algn="l">
              <a:defRPr sz="1050" b="1">
                <a:solidFill>
                  <a:srgbClr val="F7F8F3"/>
                </a:solidFill>
                <a:latin typeface="Arial"/>
                <a:ea typeface="Arial"/>
                <a:cs typeface="Arial"/>
              </a:defRPr>
            </a:lvl8pPr>
            <a:lvl9pPr algn="l">
              <a:defRPr sz="1050" b="1">
                <a:solidFill>
                  <a:srgbClr val="F7F8F3"/>
                </a:solidFill>
                <a:latin typeface="Arial"/>
                <a:ea typeface="Arial"/>
                <a:cs typeface="Arial"/>
              </a:defRPr>
            </a:lvl9pPr>
          </a:lstStyle>
          <a:p xmlns:a="http://schemas.openxmlformats.org/drawingml/2006/main">
            <a:pPr algn="l">
              <a:defRPr sz="1050" b="1">
                <a:solidFill>
                  <a:srgbClr val="F7F8F3"/>
                </a:solidFill>
                <a:latin typeface="Arial"/>
                <a:ea typeface="Arial"/>
                <a:cs typeface="Arial"/>
              </a:defRPr>
            </a:pPr>
            <a:r>
              <a:rPr sz="1050" b="1">
                <a:solidFill>
                  <a:srgbClr val="F7F8F3"/>
                </a:solidFill>
                <a:latin typeface="Arial"/>
                <a:ea typeface="Arial"/>
                <a:cs typeface="Arial"/>
              </a:rPr>
              <a:t>GPIO1  ·  ADC1_CH0</a:t>
            </a:r>
          </a:p>
        </p:txBody>
      </p:sp>
      <p:sp>
        <p:nvSpPr>
          <p:cNvPr id="46" name="receiver-3v3-pin">
            <a:extLst xmlns:a="http://schemas.openxmlformats.org/drawingml/2006/main">
              <a:ext uri="{FF2B5EF4-FFF2-40B4-BE49-F238E27FC236}">
                <a16:creationId xmlns:a16="http://schemas.microsoft.com/office/drawing/2014/main" id="{D9AC1BE0-03E7-4079-A6AC-E44A55AEBF89}"/>
              </a:ext>
            </a:extLst>
          </p:cNvPr>
          <p:cNvSpPr>
            <a:spLocks xmlns:a="http://schemas.openxmlformats.org/drawingml/2006/main" noGrp="1"/>
          </p:cNvSpPr>
          <p:nvPr/>
        </p:nvSpPr>
        <p:spPr>
          <a:xfrm xmlns:a="http://schemas.openxmlformats.org/drawingml/2006/main">
            <a:off x="8448675" y="3667125"/>
            <a:ext cx="6477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F7F8F3"/>
                </a:solidFill>
                <a:latin typeface="Arial"/>
                <a:ea typeface="Arial"/>
                <a:cs typeface="Arial"/>
              </a:defRPr>
            </a:defPPr>
            <a:lvl1pPr algn="l">
              <a:defRPr sz="1050" b="1">
                <a:solidFill>
                  <a:srgbClr val="F7F8F3"/>
                </a:solidFill>
                <a:latin typeface="Arial"/>
                <a:ea typeface="Arial"/>
                <a:cs typeface="Arial"/>
              </a:defRPr>
            </a:lvl1pPr>
            <a:lvl2pPr algn="l">
              <a:defRPr sz="1050" b="1">
                <a:solidFill>
                  <a:srgbClr val="F7F8F3"/>
                </a:solidFill>
                <a:latin typeface="Arial"/>
                <a:ea typeface="Arial"/>
                <a:cs typeface="Arial"/>
              </a:defRPr>
            </a:lvl2pPr>
            <a:lvl3pPr algn="l">
              <a:defRPr sz="1050" b="1">
                <a:solidFill>
                  <a:srgbClr val="F7F8F3"/>
                </a:solidFill>
                <a:latin typeface="Arial"/>
                <a:ea typeface="Arial"/>
                <a:cs typeface="Arial"/>
              </a:defRPr>
            </a:lvl3pPr>
            <a:lvl4pPr algn="l">
              <a:defRPr sz="1050" b="1">
                <a:solidFill>
                  <a:srgbClr val="F7F8F3"/>
                </a:solidFill>
                <a:latin typeface="Arial"/>
                <a:ea typeface="Arial"/>
                <a:cs typeface="Arial"/>
              </a:defRPr>
            </a:lvl4pPr>
            <a:lvl5pPr algn="l">
              <a:defRPr sz="1050" b="1">
                <a:solidFill>
                  <a:srgbClr val="F7F8F3"/>
                </a:solidFill>
                <a:latin typeface="Arial"/>
                <a:ea typeface="Arial"/>
                <a:cs typeface="Arial"/>
              </a:defRPr>
            </a:lvl5pPr>
            <a:lvl6pPr algn="l">
              <a:defRPr sz="1050" b="1">
                <a:solidFill>
                  <a:srgbClr val="F7F8F3"/>
                </a:solidFill>
                <a:latin typeface="Arial"/>
                <a:ea typeface="Arial"/>
                <a:cs typeface="Arial"/>
              </a:defRPr>
            </a:lvl6pPr>
            <a:lvl7pPr algn="l">
              <a:defRPr sz="1050" b="1">
                <a:solidFill>
                  <a:srgbClr val="F7F8F3"/>
                </a:solidFill>
                <a:latin typeface="Arial"/>
                <a:ea typeface="Arial"/>
                <a:cs typeface="Arial"/>
              </a:defRPr>
            </a:lvl7pPr>
            <a:lvl8pPr algn="l">
              <a:defRPr sz="1050" b="1">
                <a:solidFill>
                  <a:srgbClr val="F7F8F3"/>
                </a:solidFill>
                <a:latin typeface="Arial"/>
                <a:ea typeface="Arial"/>
                <a:cs typeface="Arial"/>
              </a:defRPr>
            </a:lvl8pPr>
            <a:lvl9pPr algn="l">
              <a:defRPr sz="1050" b="1">
                <a:solidFill>
                  <a:srgbClr val="F7F8F3"/>
                </a:solidFill>
                <a:latin typeface="Arial"/>
                <a:ea typeface="Arial"/>
                <a:cs typeface="Arial"/>
              </a:defRPr>
            </a:lvl9pPr>
          </a:lstStyle>
          <a:p xmlns:a="http://schemas.openxmlformats.org/drawingml/2006/main">
            <a:pPr algn="l">
              <a:defRPr sz="1050" b="1">
                <a:solidFill>
                  <a:srgbClr val="F7F8F3"/>
                </a:solidFill>
                <a:latin typeface="Arial"/>
                <a:ea typeface="Arial"/>
                <a:cs typeface="Arial"/>
              </a:defRPr>
            </a:pPr>
            <a:r>
              <a:rPr sz="1050" b="1">
                <a:solidFill>
                  <a:srgbClr val="F7F8F3"/>
                </a:solidFill>
                <a:latin typeface="Arial"/>
                <a:ea typeface="Arial"/>
                <a:cs typeface="Arial"/>
              </a:rPr>
              <a:t>3V3</a:t>
            </a:r>
          </a:p>
        </p:txBody>
      </p:sp>
      <p:sp>
        <p:nvSpPr>
          <p:cNvPr id="47" name="receiver-sda-pin">
            <a:extLst xmlns:a="http://schemas.openxmlformats.org/drawingml/2006/main">
              <a:ext uri="{FF2B5EF4-FFF2-40B4-BE49-F238E27FC236}">
                <a16:creationId xmlns:a16="http://schemas.microsoft.com/office/drawing/2014/main" id="{4CBF391A-2CBC-49FA-83B1-6803F90A0F1D}"/>
              </a:ext>
            </a:extLst>
          </p:cNvPr>
          <p:cNvSpPr>
            <a:spLocks xmlns:a="http://schemas.openxmlformats.org/drawingml/2006/main" noGrp="1"/>
          </p:cNvSpPr>
          <p:nvPr/>
        </p:nvSpPr>
        <p:spPr>
          <a:xfrm xmlns:a="http://schemas.openxmlformats.org/drawingml/2006/main">
            <a:off x="8448675" y="3981450"/>
            <a:ext cx="1619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F7F8F3"/>
                </a:solidFill>
                <a:latin typeface="Arial"/>
                <a:ea typeface="Arial"/>
                <a:cs typeface="Arial"/>
              </a:defRPr>
            </a:defPPr>
            <a:lvl1pPr algn="l">
              <a:defRPr sz="1050" b="1">
                <a:solidFill>
                  <a:srgbClr val="F7F8F3"/>
                </a:solidFill>
                <a:latin typeface="Arial"/>
                <a:ea typeface="Arial"/>
                <a:cs typeface="Arial"/>
              </a:defRPr>
            </a:lvl1pPr>
            <a:lvl2pPr algn="l">
              <a:defRPr sz="1050" b="1">
                <a:solidFill>
                  <a:srgbClr val="F7F8F3"/>
                </a:solidFill>
                <a:latin typeface="Arial"/>
                <a:ea typeface="Arial"/>
                <a:cs typeface="Arial"/>
              </a:defRPr>
            </a:lvl2pPr>
            <a:lvl3pPr algn="l">
              <a:defRPr sz="1050" b="1">
                <a:solidFill>
                  <a:srgbClr val="F7F8F3"/>
                </a:solidFill>
                <a:latin typeface="Arial"/>
                <a:ea typeface="Arial"/>
                <a:cs typeface="Arial"/>
              </a:defRPr>
            </a:lvl3pPr>
            <a:lvl4pPr algn="l">
              <a:defRPr sz="1050" b="1">
                <a:solidFill>
                  <a:srgbClr val="F7F8F3"/>
                </a:solidFill>
                <a:latin typeface="Arial"/>
                <a:ea typeface="Arial"/>
                <a:cs typeface="Arial"/>
              </a:defRPr>
            </a:lvl4pPr>
            <a:lvl5pPr algn="l">
              <a:defRPr sz="1050" b="1">
                <a:solidFill>
                  <a:srgbClr val="F7F8F3"/>
                </a:solidFill>
                <a:latin typeface="Arial"/>
                <a:ea typeface="Arial"/>
                <a:cs typeface="Arial"/>
              </a:defRPr>
            </a:lvl5pPr>
            <a:lvl6pPr algn="l">
              <a:defRPr sz="1050" b="1">
                <a:solidFill>
                  <a:srgbClr val="F7F8F3"/>
                </a:solidFill>
                <a:latin typeface="Arial"/>
                <a:ea typeface="Arial"/>
                <a:cs typeface="Arial"/>
              </a:defRPr>
            </a:lvl6pPr>
            <a:lvl7pPr algn="l">
              <a:defRPr sz="1050" b="1">
                <a:solidFill>
                  <a:srgbClr val="F7F8F3"/>
                </a:solidFill>
                <a:latin typeface="Arial"/>
                <a:ea typeface="Arial"/>
                <a:cs typeface="Arial"/>
              </a:defRPr>
            </a:lvl7pPr>
            <a:lvl8pPr algn="l">
              <a:defRPr sz="1050" b="1">
                <a:solidFill>
                  <a:srgbClr val="F7F8F3"/>
                </a:solidFill>
                <a:latin typeface="Arial"/>
                <a:ea typeface="Arial"/>
                <a:cs typeface="Arial"/>
              </a:defRPr>
            </a:lvl8pPr>
            <a:lvl9pPr algn="l">
              <a:defRPr sz="1050" b="1">
                <a:solidFill>
                  <a:srgbClr val="F7F8F3"/>
                </a:solidFill>
                <a:latin typeface="Arial"/>
                <a:ea typeface="Arial"/>
                <a:cs typeface="Arial"/>
              </a:defRPr>
            </a:lvl9pPr>
          </a:lstStyle>
          <a:p xmlns:a="http://schemas.openxmlformats.org/drawingml/2006/main">
            <a:pPr algn="l">
              <a:defRPr sz="1050" b="1">
                <a:solidFill>
                  <a:srgbClr val="F7F8F3"/>
                </a:solidFill>
                <a:latin typeface="Arial"/>
                <a:ea typeface="Arial"/>
                <a:cs typeface="Arial"/>
              </a:defRPr>
            </a:pPr>
            <a:r>
              <a:rPr sz="1050" b="1">
                <a:solidFill>
                  <a:srgbClr val="F7F8F3"/>
                </a:solidFill>
                <a:latin typeface="Arial"/>
                <a:ea typeface="Arial"/>
                <a:cs typeface="Arial"/>
              </a:rPr>
              <a:t>GPIO8  ·  SDA</a:t>
            </a:r>
          </a:p>
        </p:txBody>
      </p:sp>
      <p:sp>
        <p:nvSpPr>
          <p:cNvPr id="48" name="receiver-scl-pin">
            <a:extLst xmlns:a="http://schemas.openxmlformats.org/drawingml/2006/main">
              <a:ext uri="{FF2B5EF4-FFF2-40B4-BE49-F238E27FC236}">
                <a16:creationId xmlns:a16="http://schemas.microsoft.com/office/drawing/2014/main" id="{EFD7E114-D04F-4827-82A5-7F2340C2198B}"/>
              </a:ext>
            </a:extLst>
          </p:cNvPr>
          <p:cNvSpPr>
            <a:spLocks xmlns:a="http://schemas.openxmlformats.org/drawingml/2006/main" noGrp="1"/>
          </p:cNvSpPr>
          <p:nvPr/>
        </p:nvSpPr>
        <p:spPr>
          <a:xfrm xmlns:a="http://schemas.openxmlformats.org/drawingml/2006/main">
            <a:off x="8448675" y="4229100"/>
            <a:ext cx="1619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F7F8F3"/>
                </a:solidFill>
                <a:latin typeface="Arial"/>
                <a:ea typeface="Arial"/>
                <a:cs typeface="Arial"/>
              </a:defRPr>
            </a:defPPr>
            <a:lvl1pPr algn="l">
              <a:defRPr sz="1050" b="1">
                <a:solidFill>
                  <a:srgbClr val="F7F8F3"/>
                </a:solidFill>
                <a:latin typeface="Arial"/>
                <a:ea typeface="Arial"/>
                <a:cs typeface="Arial"/>
              </a:defRPr>
            </a:lvl1pPr>
            <a:lvl2pPr algn="l">
              <a:defRPr sz="1050" b="1">
                <a:solidFill>
                  <a:srgbClr val="F7F8F3"/>
                </a:solidFill>
                <a:latin typeface="Arial"/>
                <a:ea typeface="Arial"/>
                <a:cs typeface="Arial"/>
              </a:defRPr>
            </a:lvl2pPr>
            <a:lvl3pPr algn="l">
              <a:defRPr sz="1050" b="1">
                <a:solidFill>
                  <a:srgbClr val="F7F8F3"/>
                </a:solidFill>
                <a:latin typeface="Arial"/>
                <a:ea typeface="Arial"/>
                <a:cs typeface="Arial"/>
              </a:defRPr>
            </a:lvl3pPr>
            <a:lvl4pPr algn="l">
              <a:defRPr sz="1050" b="1">
                <a:solidFill>
                  <a:srgbClr val="F7F8F3"/>
                </a:solidFill>
                <a:latin typeface="Arial"/>
                <a:ea typeface="Arial"/>
                <a:cs typeface="Arial"/>
              </a:defRPr>
            </a:lvl4pPr>
            <a:lvl5pPr algn="l">
              <a:defRPr sz="1050" b="1">
                <a:solidFill>
                  <a:srgbClr val="F7F8F3"/>
                </a:solidFill>
                <a:latin typeface="Arial"/>
                <a:ea typeface="Arial"/>
                <a:cs typeface="Arial"/>
              </a:defRPr>
            </a:lvl5pPr>
            <a:lvl6pPr algn="l">
              <a:defRPr sz="1050" b="1">
                <a:solidFill>
                  <a:srgbClr val="F7F8F3"/>
                </a:solidFill>
                <a:latin typeface="Arial"/>
                <a:ea typeface="Arial"/>
                <a:cs typeface="Arial"/>
              </a:defRPr>
            </a:lvl6pPr>
            <a:lvl7pPr algn="l">
              <a:defRPr sz="1050" b="1">
                <a:solidFill>
                  <a:srgbClr val="F7F8F3"/>
                </a:solidFill>
                <a:latin typeface="Arial"/>
                <a:ea typeface="Arial"/>
                <a:cs typeface="Arial"/>
              </a:defRPr>
            </a:lvl7pPr>
            <a:lvl8pPr algn="l">
              <a:defRPr sz="1050" b="1">
                <a:solidFill>
                  <a:srgbClr val="F7F8F3"/>
                </a:solidFill>
                <a:latin typeface="Arial"/>
                <a:ea typeface="Arial"/>
                <a:cs typeface="Arial"/>
              </a:defRPr>
            </a:lvl8pPr>
            <a:lvl9pPr algn="l">
              <a:defRPr sz="1050" b="1">
                <a:solidFill>
                  <a:srgbClr val="F7F8F3"/>
                </a:solidFill>
                <a:latin typeface="Arial"/>
                <a:ea typeface="Arial"/>
                <a:cs typeface="Arial"/>
              </a:defRPr>
            </a:lvl9pPr>
          </a:lstStyle>
          <a:p xmlns:a="http://schemas.openxmlformats.org/drawingml/2006/main">
            <a:pPr algn="l">
              <a:defRPr sz="1050" b="1">
                <a:solidFill>
                  <a:srgbClr val="F7F8F3"/>
                </a:solidFill>
                <a:latin typeface="Arial"/>
                <a:ea typeface="Arial"/>
                <a:cs typeface="Arial"/>
              </a:defRPr>
            </a:pPr>
            <a:r>
              <a:rPr sz="1050" b="1">
                <a:solidFill>
                  <a:srgbClr val="F7F8F3"/>
                </a:solidFill>
                <a:latin typeface="Arial"/>
                <a:ea typeface="Arial"/>
                <a:cs typeface="Arial"/>
              </a:rPr>
              <a:t>GPIO9  ·  SCL</a:t>
            </a:r>
          </a:p>
        </p:txBody>
      </p:sp>
      <p:sp>
        <p:nvSpPr>
          <p:cNvPr id="49" name="receiver-gnd-pin">
            <a:extLst xmlns:a="http://schemas.openxmlformats.org/drawingml/2006/main">
              <a:ext uri="{FF2B5EF4-FFF2-40B4-BE49-F238E27FC236}">
                <a16:creationId xmlns:a16="http://schemas.microsoft.com/office/drawing/2014/main" id="{5C7D9345-C672-481D-87EE-A8ADA1595B8B}"/>
              </a:ext>
            </a:extLst>
          </p:cNvPr>
          <p:cNvSpPr>
            <a:spLocks xmlns:a="http://schemas.openxmlformats.org/drawingml/2006/main" noGrp="1"/>
          </p:cNvSpPr>
          <p:nvPr/>
        </p:nvSpPr>
        <p:spPr>
          <a:xfrm xmlns:a="http://schemas.openxmlformats.org/drawingml/2006/main">
            <a:off x="8448675" y="4524375"/>
            <a:ext cx="6191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F7F8F3"/>
                </a:solidFill>
                <a:latin typeface="Arial"/>
                <a:ea typeface="Arial"/>
                <a:cs typeface="Arial"/>
              </a:defRPr>
            </a:defPPr>
            <a:lvl1pPr algn="l">
              <a:defRPr sz="1050" b="1">
                <a:solidFill>
                  <a:srgbClr val="F7F8F3"/>
                </a:solidFill>
                <a:latin typeface="Arial"/>
                <a:ea typeface="Arial"/>
                <a:cs typeface="Arial"/>
              </a:defRPr>
            </a:lvl1pPr>
            <a:lvl2pPr algn="l">
              <a:defRPr sz="1050" b="1">
                <a:solidFill>
                  <a:srgbClr val="F7F8F3"/>
                </a:solidFill>
                <a:latin typeface="Arial"/>
                <a:ea typeface="Arial"/>
                <a:cs typeface="Arial"/>
              </a:defRPr>
            </a:lvl2pPr>
            <a:lvl3pPr algn="l">
              <a:defRPr sz="1050" b="1">
                <a:solidFill>
                  <a:srgbClr val="F7F8F3"/>
                </a:solidFill>
                <a:latin typeface="Arial"/>
                <a:ea typeface="Arial"/>
                <a:cs typeface="Arial"/>
              </a:defRPr>
            </a:lvl3pPr>
            <a:lvl4pPr algn="l">
              <a:defRPr sz="1050" b="1">
                <a:solidFill>
                  <a:srgbClr val="F7F8F3"/>
                </a:solidFill>
                <a:latin typeface="Arial"/>
                <a:ea typeface="Arial"/>
                <a:cs typeface="Arial"/>
              </a:defRPr>
            </a:lvl4pPr>
            <a:lvl5pPr algn="l">
              <a:defRPr sz="1050" b="1">
                <a:solidFill>
                  <a:srgbClr val="F7F8F3"/>
                </a:solidFill>
                <a:latin typeface="Arial"/>
                <a:ea typeface="Arial"/>
                <a:cs typeface="Arial"/>
              </a:defRPr>
            </a:lvl5pPr>
            <a:lvl6pPr algn="l">
              <a:defRPr sz="1050" b="1">
                <a:solidFill>
                  <a:srgbClr val="F7F8F3"/>
                </a:solidFill>
                <a:latin typeface="Arial"/>
                <a:ea typeface="Arial"/>
                <a:cs typeface="Arial"/>
              </a:defRPr>
            </a:lvl6pPr>
            <a:lvl7pPr algn="l">
              <a:defRPr sz="1050" b="1">
                <a:solidFill>
                  <a:srgbClr val="F7F8F3"/>
                </a:solidFill>
                <a:latin typeface="Arial"/>
                <a:ea typeface="Arial"/>
                <a:cs typeface="Arial"/>
              </a:defRPr>
            </a:lvl7pPr>
            <a:lvl8pPr algn="l">
              <a:defRPr sz="1050" b="1">
                <a:solidFill>
                  <a:srgbClr val="F7F8F3"/>
                </a:solidFill>
                <a:latin typeface="Arial"/>
                <a:ea typeface="Arial"/>
                <a:cs typeface="Arial"/>
              </a:defRPr>
            </a:lvl8pPr>
            <a:lvl9pPr algn="l">
              <a:defRPr sz="1050" b="1">
                <a:solidFill>
                  <a:srgbClr val="F7F8F3"/>
                </a:solidFill>
                <a:latin typeface="Arial"/>
                <a:ea typeface="Arial"/>
                <a:cs typeface="Arial"/>
              </a:defRPr>
            </a:lvl9pPr>
          </a:lstStyle>
          <a:p xmlns:a="http://schemas.openxmlformats.org/drawingml/2006/main">
            <a:pPr algn="l">
              <a:defRPr sz="1050" b="1">
                <a:solidFill>
                  <a:srgbClr val="F7F8F3"/>
                </a:solidFill>
                <a:latin typeface="Arial"/>
                <a:ea typeface="Arial"/>
                <a:cs typeface="Arial"/>
              </a:defRPr>
            </a:pPr>
            <a:r>
              <a:rPr sz="1050" b="1">
                <a:solidFill>
                  <a:srgbClr val="F7F8F3"/>
                </a:solidFill>
                <a:latin typeface="Arial"/>
                <a:ea typeface="Arial"/>
                <a:cs typeface="Arial"/>
              </a:rPr>
              <a:t>GND</a:t>
            </a:r>
          </a:p>
        </p:txBody>
      </p:sp>
      <p:sp>
        <p:nvSpPr>
          <p:cNvPr id="50" name="receiver-adc-terminal">
            <a:extLst xmlns:a="http://schemas.openxmlformats.org/drawingml/2006/main">
              <a:ext uri="{FF2B5EF4-FFF2-40B4-BE49-F238E27FC236}">
                <a16:creationId xmlns:a16="http://schemas.microsoft.com/office/drawing/2014/main" id="{679D6223-D654-460A-B02B-BC0099B08F40}"/>
              </a:ext>
            </a:extLst>
          </p:cNvPr>
          <p:cNvSpPr>
            <a:spLocks xmlns:a="http://schemas.openxmlformats.org/drawingml/2006/main" noGrp="1"/>
          </p:cNvSpPr>
          <p:nvPr/>
        </p:nvSpPr>
        <p:spPr>
          <a:xfrm xmlns:a="http://schemas.openxmlformats.org/drawingml/2006/main">
            <a:off x="8201025" y="3352800"/>
            <a:ext cx="114300" cy="114300"/>
          </a:xfrm>
          <a:prstGeom xmlns:a="http://schemas.openxmlformats.org/drawingml/2006/main" prst="ellipse">
            <a:avLst/>
          </a:prstGeom>
          <a:solidFill xmlns:a="http://schemas.openxmlformats.org/drawingml/2006/main">
            <a:srgbClr val="CDEB5A"/>
          </a:solidFill>
          <a:ln xmlns:a="http://schemas.openxmlformats.org/drawingml/2006/main" w="0">
            <a:noFill/>
            <a:prstDash val="solid"/>
          </a:ln>
        </p:spPr>
      </p:sp>
      <p:sp>
        <p:nvSpPr>
          <p:cNvPr id="51" name="receiver-sda-terminal">
            <a:extLst xmlns:a="http://schemas.openxmlformats.org/drawingml/2006/main">
              <a:ext uri="{FF2B5EF4-FFF2-40B4-BE49-F238E27FC236}">
                <a16:creationId xmlns:a16="http://schemas.microsoft.com/office/drawing/2014/main" id="{DD322BF2-ADAE-4CE8-B933-CE65ACAA9E3F}"/>
              </a:ext>
            </a:extLst>
          </p:cNvPr>
          <p:cNvSpPr>
            <a:spLocks xmlns:a="http://schemas.openxmlformats.org/drawingml/2006/main" noGrp="1"/>
          </p:cNvSpPr>
          <p:nvPr/>
        </p:nvSpPr>
        <p:spPr>
          <a:xfrm xmlns:a="http://schemas.openxmlformats.org/drawingml/2006/main">
            <a:off x="8201025" y="4029075"/>
            <a:ext cx="114300" cy="114300"/>
          </a:xfrm>
          <a:prstGeom xmlns:a="http://schemas.openxmlformats.org/drawingml/2006/main" prst="ellipse">
            <a:avLst/>
          </a:prstGeom>
          <a:solidFill xmlns:a="http://schemas.openxmlformats.org/drawingml/2006/main">
            <a:srgbClr val="B87A24"/>
          </a:solidFill>
          <a:ln xmlns:a="http://schemas.openxmlformats.org/drawingml/2006/main" w="0">
            <a:noFill/>
            <a:prstDash val="solid"/>
          </a:ln>
        </p:spPr>
      </p:sp>
      <p:sp>
        <p:nvSpPr>
          <p:cNvPr id="52" name="receiver-scl-terminal">
            <a:extLst xmlns:a="http://schemas.openxmlformats.org/drawingml/2006/main">
              <a:ext uri="{FF2B5EF4-FFF2-40B4-BE49-F238E27FC236}">
                <a16:creationId xmlns:a16="http://schemas.microsoft.com/office/drawing/2014/main" id="{030E9A6F-1829-4903-8685-312FCC25E5FA}"/>
              </a:ext>
            </a:extLst>
          </p:cNvPr>
          <p:cNvSpPr>
            <a:spLocks xmlns:a="http://schemas.openxmlformats.org/drawingml/2006/main" noGrp="1"/>
          </p:cNvSpPr>
          <p:nvPr/>
        </p:nvSpPr>
        <p:spPr>
          <a:xfrm xmlns:a="http://schemas.openxmlformats.org/drawingml/2006/main">
            <a:off x="8201025" y="4276725"/>
            <a:ext cx="114300" cy="114300"/>
          </a:xfrm>
          <a:prstGeom xmlns:a="http://schemas.openxmlformats.org/drawingml/2006/main" prst="ellipse">
            <a:avLst/>
          </a:prstGeom>
          <a:solidFill xmlns:a="http://schemas.openxmlformats.org/drawingml/2006/main">
            <a:srgbClr val="B87A24"/>
          </a:solidFill>
          <a:ln xmlns:a="http://schemas.openxmlformats.org/drawingml/2006/main" w="0">
            <a:noFill/>
            <a:prstDash val="solid"/>
          </a:ln>
        </p:spPr>
      </p:sp>
      <p:sp>
        <p:nvSpPr>
          <p:cNvPr id="53" name="receiver-gnd-terminal">
            <a:extLst xmlns:a="http://schemas.openxmlformats.org/drawingml/2006/main">
              <a:ext uri="{FF2B5EF4-FFF2-40B4-BE49-F238E27FC236}">
                <a16:creationId xmlns:a16="http://schemas.microsoft.com/office/drawing/2014/main" id="{FD1C8086-DA4C-4AD0-ADE8-0821ECEF61F9}"/>
              </a:ext>
            </a:extLst>
          </p:cNvPr>
          <p:cNvSpPr>
            <a:spLocks xmlns:a="http://schemas.openxmlformats.org/drawingml/2006/main" noGrp="1"/>
          </p:cNvSpPr>
          <p:nvPr/>
        </p:nvSpPr>
        <p:spPr>
          <a:xfrm xmlns:a="http://schemas.openxmlformats.org/drawingml/2006/main">
            <a:off x="8201025" y="4572000"/>
            <a:ext cx="114300" cy="114300"/>
          </a:xfrm>
          <a:prstGeom xmlns:a="http://schemas.openxmlformats.org/drawingml/2006/main" prst="ellipse">
            <a:avLst/>
          </a:prstGeom>
          <a:solidFill xmlns:a="http://schemas.openxmlformats.org/drawingml/2006/main">
            <a:srgbClr val="F7F8F3"/>
          </a:solidFill>
          <a:ln xmlns:a="http://schemas.openxmlformats.org/drawingml/2006/main" w="0">
            <a:noFill/>
            <a:prstDash val="solid"/>
          </a:ln>
        </p:spPr>
      </p:sp>
      <p:sp>
        <p:nvSpPr>
          <p:cNvPr id="54" name="dac-wire-to-r1">
            <a:extLst xmlns:a="http://schemas.openxmlformats.org/drawingml/2006/main">
              <a:ext uri="{FF2B5EF4-FFF2-40B4-BE49-F238E27FC236}">
                <a16:creationId xmlns:a16="http://schemas.microsoft.com/office/drawing/2014/main" id="{C84200B3-BB44-4C8B-9026-863E13249A8A}"/>
              </a:ext>
            </a:extLst>
          </p:cNvPr>
          <p:cNvSpPr>
            <a:spLocks xmlns:a="http://schemas.openxmlformats.org/drawingml/2006/main" noGrp="1"/>
          </p:cNvSpPr>
          <p:nvPr/>
        </p:nvSpPr>
        <p:spPr>
          <a:xfrm xmlns:a="http://schemas.openxmlformats.org/drawingml/2006/main">
            <a:off x="3057525" y="3409950"/>
            <a:ext cx="666750" cy="0"/>
          </a:xfrm>
          <a:prstGeom xmlns:a="http://schemas.openxmlformats.org/drawingml/2006/main" prst="line">
            <a:avLst/>
          </a:prstGeom>
          <a:noFill xmlns:a="http://schemas.openxmlformats.org/drawingml/2006/main"/>
          <a:ln xmlns:a="http://schemas.openxmlformats.org/drawingml/2006/main" w="28575">
            <a:solidFill>
              <a:srgbClr val="CDEB5A"/>
            </a:solidFill>
            <a:prstDash val="solid"/>
          </a:ln>
        </p:spPr>
      </p:sp>
      <p:sp>
        <p:nvSpPr>
          <p:cNvPr id="55" name="r1-symbol">
            <a:extLst xmlns:a="http://schemas.openxmlformats.org/drawingml/2006/main">
              <a:ext uri="{FF2B5EF4-FFF2-40B4-BE49-F238E27FC236}">
                <a16:creationId xmlns:a16="http://schemas.microsoft.com/office/drawing/2014/main" id="{E79FCF70-9AD4-41D0-A564-03B348F1D1B9}"/>
              </a:ext>
            </a:extLst>
          </p:cNvPr>
          <p:cNvSpPr>
            <a:spLocks xmlns:a="http://schemas.openxmlformats.org/drawingml/2006/main" noGrp="1"/>
          </p:cNvSpPr>
          <p:nvPr/>
        </p:nvSpPr>
        <p:spPr>
          <a:xfrm xmlns:a="http://schemas.openxmlformats.org/drawingml/2006/main">
            <a:off x="3724275" y="3219450"/>
            <a:ext cx="971550" cy="381000"/>
          </a:xfrm>
          <a:prstGeom xmlns:a="http://schemas.openxmlformats.org/drawingml/2006/main" prst="rect">
            <a:avLst/>
          </a:prstGeom>
          <a:solidFill xmlns:a="http://schemas.openxmlformats.org/drawingml/2006/main">
            <a:srgbClr val="FFFFFF"/>
          </a:solidFill>
          <a:ln xmlns:a="http://schemas.openxmlformats.org/drawingml/2006/main" w="19050">
            <a:solidFill>
              <a:srgbClr val="006F68"/>
            </a:solidFill>
            <a:prstDash val="solid"/>
          </a:ln>
        </p:spPr>
      </p:sp>
      <p:sp>
        <p:nvSpPr>
          <p:cNvPr id="56" name="r1-label">
            <a:extLst xmlns:a="http://schemas.openxmlformats.org/drawingml/2006/main">
              <a:ext uri="{FF2B5EF4-FFF2-40B4-BE49-F238E27FC236}">
                <a16:creationId xmlns:a16="http://schemas.microsoft.com/office/drawing/2014/main" id="{47F2D320-2C9A-401B-8A98-A851A4DADF26}"/>
              </a:ext>
            </a:extLst>
          </p:cNvPr>
          <p:cNvSpPr>
            <a:spLocks xmlns:a="http://schemas.openxmlformats.org/drawingml/2006/main" noGrp="1"/>
          </p:cNvSpPr>
          <p:nvPr/>
        </p:nvSpPr>
        <p:spPr>
          <a:xfrm xmlns:a="http://schemas.openxmlformats.org/drawingml/2006/main">
            <a:off x="3752850" y="3228975"/>
            <a:ext cx="914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1232B"/>
                </a:solidFill>
                <a:latin typeface="Arial"/>
                <a:ea typeface="Arial"/>
                <a:cs typeface="Arial"/>
              </a:defRPr>
            </a:defPPr>
            <a:lvl1pPr algn="ctr">
              <a:defRPr sz="1050" b="1">
                <a:solidFill>
                  <a:srgbClr val="11232B"/>
                </a:solidFill>
                <a:latin typeface="Arial"/>
                <a:ea typeface="Arial"/>
                <a:cs typeface="Arial"/>
              </a:defRPr>
            </a:lvl1pPr>
            <a:lvl2pPr algn="ctr">
              <a:defRPr sz="1050" b="1">
                <a:solidFill>
                  <a:srgbClr val="11232B"/>
                </a:solidFill>
                <a:latin typeface="Arial"/>
                <a:ea typeface="Arial"/>
                <a:cs typeface="Arial"/>
              </a:defRPr>
            </a:lvl2pPr>
            <a:lvl3pPr algn="ctr">
              <a:defRPr sz="1050" b="1">
                <a:solidFill>
                  <a:srgbClr val="11232B"/>
                </a:solidFill>
                <a:latin typeface="Arial"/>
                <a:ea typeface="Arial"/>
                <a:cs typeface="Arial"/>
              </a:defRPr>
            </a:lvl3pPr>
            <a:lvl4pPr algn="ctr">
              <a:defRPr sz="1050" b="1">
                <a:solidFill>
                  <a:srgbClr val="11232B"/>
                </a:solidFill>
                <a:latin typeface="Arial"/>
                <a:ea typeface="Arial"/>
                <a:cs typeface="Arial"/>
              </a:defRPr>
            </a:lvl4pPr>
            <a:lvl5pPr algn="ctr">
              <a:defRPr sz="1050" b="1">
                <a:solidFill>
                  <a:srgbClr val="11232B"/>
                </a:solidFill>
                <a:latin typeface="Arial"/>
                <a:ea typeface="Arial"/>
                <a:cs typeface="Arial"/>
              </a:defRPr>
            </a:lvl5pPr>
            <a:lvl6pPr algn="ctr">
              <a:defRPr sz="1050" b="1">
                <a:solidFill>
                  <a:srgbClr val="11232B"/>
                </a:solidFill>
                <a:latin typeface="Arial"/>
                <a:ea typeface="Arial"/>
                <a:cs typeface="Arial"/>
              </a:defRPr>
            </a:lvl6pPr>
            <a:lvl7pPr algn="ctr">
              <a:defRPr sz="1050" b="1">
                <a:solidFill>
                  <a:srgbClr val="11232B"/>
                </a:solidFill>
                <a:latin typeface="Arial"/>
                <a:ea typeface="Arial"/>
                <a:cs typeface="Arial"/>
              </a:defRPr>
            </a:lvl7pPr>
            <a:lvl8pPr algn="ctr">
              <a:defRPr sz="1050" b="1">
                <a:solidFill>
                  <a:srgbClr val="11232B"/>
                </a:solidFill>
                <a:latin typeface="Arial"/>
                <a:ea typeface="Arial"/>
                <a:cs typeface="Arial"/>
              </a:defRPr>
            </a:lvl8pPr>
            <a:lvl9pPr algn="ctr">
              <a:defRPr sz="1050" b="1">
                <a:solidFill>
                  <a:srgbClr val="11232B"/>
                </a:solidFill>
                <a:latin typeface="Arial"/>
                <a:ea typeface="Arial"/>
                <a:cs typeface="Arial"/>
              </a:defRPr>
            </a:lvl9pPr>
          </a:lstStyle>
          <a:p xmlns:a="http://schemas.openxmlformats.org/drawingml/2006/main">
            <a:pPr algn="ctr">
              <a:defRPr sz="1050" b="1">
                <a:solidFill>
                  <a:srgbClr val="11232B"/>
                </a:solidFill>
                <a:latin typeface="Arial"/>
                <a:ea typeface="Arial"/>
                <a:cs typeface="Arial"/>
              </a:defRPr>
            </a:pPr>
            <a:r>
              <a:rPr sz="1050" b="1">
                <a:solidFill>
                  <a:srgbClr val="11232B"/>
                </a:solidFill>
                <a:latin typeface="Arial"/>
                <a:ea typeface="Arial"/>
                <a:cs typeface="Arial"/>
              </a:rPr>
              <a:t>R1</a:t>
            </a:r>
          </a:p>
          <a:p xmlns:a="http://schemas.openxmlformats.org/drawingml/2006/main">
            <a:pPr algn="ctr">
              <a:defRPr sz="1050" b="1">
                <a:solidFill>
                  <a:srgbClr val="11232B"/>
                </a:solidFill>
                <a:latin typeface="Arial"/>
                <a:ea typeface="Arial"/>
                <a:cs typeface="Arial"/>
              </a:defRPr>
            </a:pPr>
            <a:r>
              <a:rPr sz="1050" b="1">
                <a:solidFill>
                  <a:srgbClr val="11232B"/>
                </a:solidFill>
                <a:latin typeface="Arial"/>
                <a:ea typeface="Arial"/>
                <a:cs typeface="Arial"/>
              </a:rPr>
              <a:t>10 kΩ</a:t>
            </a:r>
          </a:p>
        </p:txBody>
      </p:sp>
      <p:sp>
        <p:nvSpPr>
          <p:cNvPr id="57" name="r1-to-node">
            <a:extLst xmlns:a="http://schemas.openxmlformats.org/drawingml/2006/main">
              <a:ext uri="{FF2B5EF4-FFF2-40B4-BE49-F238E27FC236}">
                <a16:creationId xmlns:a16="http://schemas.microsoft.com/office/drawing/2014/main" id="{BFC0FDA8-6D06-4151-9B6A-4FE9582B6F98}"/>
              </a:ext>
            </a:extLst>
          </p:cNvPr>
          <p:cNvSpPr>
            <a:spLocks xmlns:a="http://schemas.openxmlformats.org/drawingml/2006/main" noGrp="1"/>
          </p:cNvSpPr>
          <p:nvPr/>
        </p:nvSpPr>
        <p:spPr>
          <a:xfrm xmlns:a="http://schemas.openxmlformats.org/drawingml/2006/main">
            <a:off x="4695825" y="3409950"/>
            <a:ext cx="495300" cy="0"/>
          </a:xfrm>
          <a:prstGeom xmlns:a="http://schemas.openxmlformats.org/drawingml/2006/main" prst="line">
            <a:avLst/>
          </a:prstGeom>
          <a:noFill xmlns:a="http://schemas.openxmlformats.org/drawingml/2006/main"/>
          <a:ln xmlns:a="http://schemas.openxmlformats.org/drawingml/2006/main" w="28575">
            <a:solidFill>
              <a:srgbClr val="CDEB5A"/>
            </a:solidFill>
            <a:prstDash val="solid"/>
          </a:ln>
        </p:spPr>
      </p:sp>
      <p:sp>
        <p:nvSpPr>
          <p:cNvPr id="58" name="adc-node">
            <a:extLst xmlns:a="http://schemas.openxmlformats.org/drawingml/2006/main">
              <a:ext uri="{FF2B5EF4-FFF2-40B4-BE49-F238E27FC236}">
                <a16:creationId xmlns:a16="http://schemas.microsoft.com/office/drawing/2014/main" id="{C02B6485-377F-4136-80A3-5E488D46C8C8}"/>
              </a:ext>
            </a:extLst>
          </p:cNvPr>
          <p:cNvSpPr>
            <a:spLocks xmlns:a="http://schemas.openxmlformats.org/drawingml/2006/main" noGrp="1"/>
          </p:cNvSpPr>
          <p:nvPr/>
        </p:nvSpPr>
        <p:spPr>
          <a:xfrm xmlns:a="http://schemas.openxmlformats.org/drawingml/2006/main">
            <a:off x="5124450" y="3343275"/>
            <a:ext cx="133350" cy="133350"/>
          </a:xfrm>
          <a:prstGeom xmlns:a="http://schemas.openxmlformats.org/drawingml/2006/main" prst="ellipse">
            <a:avLst/>
          </a:prstGeom>
          <a:solidFill xmlns:a="http://schemas.openxmlformats.org/drawingml/2006/main">
            <a:srgbClr val="CDEB5A"/>
          </a:solidFill>
          <a:ln xmlns:a="http://schemas.openxmlformats.org/drawingml/2006/main" w="0">
            <a:noFill/>
            <a:prstDash val="solid"/>
          </a:ln>
        </p:spPr>
      </p:sp>
      <p:sp>
        <p:nvSpPr>
          <p:cNvPr id="59" name="node-to-adc">
            <a:extLst xmlns:a="http://schemas.openxmlformats.org/drawingml/2006/main">
              <a:ext uri="{FF2B5EF4-FFF2-40B4-BE49-F238E27FC236}">
                <a16:creationId xmlns:a16="http://schemas.microsoft.com/office/drawing/2014/main" id="{E2D39551-F513-4D08-9DA2-59376038CA3D}"/>
              </a:ext>
            </a:extLst>
          </p:cNvPr>
          <p:cNvSpPr>
            <a:spLocks xmlns:a="http://schemas.openxmlformats.org/drawingml/2006/main" noGrp="1"/>
          </p:cNvSpPr>
          <p:nvPr/>
        </p:nvSpPr>
        <p:spPr>
          <a:xfrm xmlns:a="http://schemas.openxmlformats.org/drawingml/2006/main">
            <a:off x="5191125" y="3409950"/>
            <a:ext cx="3009900" cy="0"/>
          </a:xfrm>
          <a:prstGeom xmlns:a="http://schemas.openxmlformats.org/drawingml/2006/main" prst="line">
            <a:avLst/>
          </a:prstGeom>
          <a:noFill xmlns:a="http://schemas.openxmlformats.org/drawingml/2006/main"/>
          <a:ln xmlns:a="http://schemas.openxmlformats.org/drawingml/2006/main" w="28575">
            <a:solidFill>
              <a:srgbClr val="CDEB5A"/>
            </a:solidFill>
            <a:prstDash val="solid"/>
          </a:ln>
        </p:spPr>
      </p:sp>
      <p:sp>
        <p:nvSpPr>
          <p:cNvPr id="60" name="signal-tag">
            <a:extLst xmlns:a="http://schemas.openxmlformats.org/drawingml/2006/main">
              <a:ext uri="{FF2B5EF4-FFF2-40B4-BE49-F238E27FC236}">
                <a16:creationId xmlns:a16="http://schemas.microsoft.com/office/drawing/2014/main" id="{21EBA08B-4A75-4D6F-918F-194F2EE39DF8}"/>
              </a:ext>
            </a:extLst>
          </p:cNvPr>
          <p:cNvSpPr>
            <a:spLocks xmlns:a="http://schemas.openxmlformats.org/drawingml/2006/main" noGrp="1"/>
          </p:cNvSpPr>
          <p:nvPr/>
        </p:nvSpPr>
        <p:spPr>
          <a:xfrm xmlns:a="http://schemas.openxmlformats.org/drawingml/2006/main">
            <a:off x="4114800" y="29527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006F68"/>
                </a:solidFill>
                <a:latin typeface="Arial"/>
                <a:ea typeface="Arial"/>
                <a:cs typeface="Arial"/>
              </a:defRPr>
            </a:defPPr>
            <a:lvl1pPr algn="ctr">
              <a:defRPr sz="900" b="1">
                <a:solidFill>
                  <a:srgbClr val="006F68"/>
                </a:solidFill>
                <a:latin typeface="Arial"/>
                <a:ea typeface="Arial"/>
                <a:cs typeface="Arial"/>
              </a:defRPr>
            </a:lvl1pPr>
            <a:lvl2pPr algn="ctr">
              <a:defRPr sz="900" b="1">
                <a:solidFill>
                  <a:srgbClr val="006F68"/>
                </a:solidFill>
                <a:latin typeface="Arial"/>
                <a:ea typeface="Arial"/>
                <a:cs typeface="Arial"/>
              </a:defRPr>
            </a:lvl2pPr>
            <a:lvl3pPr algn="ctr">
              <a:defRPr sz="900" b="1">
                <a:solidFill>
                  <a:srgbClr val="006F68"/>
                </a:solidFill>
                <a:latin typeface="Arial"/>
                <a:ea typeface="Arial"/>
                <a:cs typeface="Arial"/>
              </a:defRPr>
            </a:lvl3pPr>
            <a:lvl4pPr algn="ctr">
              <a:defRPr sz="900" b="1">
                <a:solidFill>
                  <a:srgbClr val="006F68"/>
                </a:solidFill>
                <a:latin typeface="Arial"/>
                <a:ea typeface="Arial"/>
                <a:cs typeface="Arial"/>
              </a:defRPr>
            </a:lvl4pPr>
            <a:lvl5pPr algn="ctr">
              <a:defRPr sz="900" b="1">
                <a:solidFill>
                  <a:srgbClr val="006F68"/>
                </a:solidFill>
                <a:latin typeface="Arial"/>
                <a:ea typeface="Arial"/>
                <a:cs typeface="Arial"/>
              </a:defRPr>
            </a:lvl5pPr>
            <a:lvl6pPr algn="ctr">
              <a:defRPr sz="900" b="1">
                <a:solidFill>
                  <a:srgbClr val="006F68"/>
                </a:solidFill>
                <a:latin typeface="Arial"/>
                <a:ea typeface="Arial"/>
                <a:cs typeface="Arial"/>
              </a:defRPr>
            </a:lvl6pPr>
            <a:lvl7pPr algn="ctr">
              <a:defRPr sz="900" b="1">
                <a:solidFill>
                  <a:srgbClr val="006F68"/>
                </a:solidFill>
                <a:latin typeface="Arial"/>
                <a:ea typeface="Arial"/>
                <a:cs typeface="Arial"/>
              </a:defRPr>
            </a:lvl7pPr>
            <a:lvl8pPr algn="ctr">
              <a:defRPr sz="900" b="1">
                <a:solidFill>
                  <a:srgbClr val="006F68"/>
                </a:solidFill>
                <a:latin typeface="Arial"/>
                <a:ea typeface="Arial"/>
                <a:cs typeface="Arial"/>
              </a:defRPr>
            </a:lvl8pPr>
            <a:lvl9pPr algn="ctr">
              <a:defRPr sz="900" b="1">
                <a:solidFill>
                  <a:srgbClr val="006F68"/>
                </a:solidFill>
                <a:latin typeface="Arial"/>
                <a:ea typeface="Arial"/>
                <a:cs typeface="Arial"/>
              </a:defRPr>
            </a:lvl9pPr>
          </a:lstStyle>
          <a:p xmlns:a="http://schemas.openxmlformats.org/drawingml/2006/main">
            <a:pPr algn="ctr">
              <a:defRPr sz="900" b="1">
                <a:solidFill>
                  <a:srgbClr val="006F68"/>
                </a:solidFill>
                <a:latin typeface="Arial"/>
                <a:ea typeface="Arial"/>
                <a:cs typeface="Arial"/>
              </a:defRPr>
            </a:pPr>
            <a:r>
              <a:rPr sz="900" b="1">
                <a:solidFill>
                  <a:srgbClr val="006F68"/>
                </a:solidFill>
                <a:latin typeface="Arial"/>
                <a:ea typeface="Arial"/>
                <a:cs typeface="Arial"/>
              </a:rPr>
              <a:t>TÍN HIỆU DAC → ADC</a:t>
            </a:r>
          </a:p>
        </p:txBody>
      </p:sp>
      <p:sp>
        <p:nvSpPr>
          <p:cNvPr id="61" name="node-down-r2">
            <a:extLst xmlns:a="http://schemas.openxmlformats.org/drawingml/2006/main">
              <a:ext uri="{FF2B5EF4-FFF2-40B4-BE49-F238E27FC236}">
                <a16:creationId xmlns:a16="http://schemas.microsoft.com/office/drawing/2014/main" id="{A12356CD-95EC-45C7-A9B8-2CD659C3A443}"/>
              </a:ext>
            </a:extLst>
          </p:cNvPr>
          <p:cNvSpPr>
            <a:spLocks xmlns:a="http://schemas.openxmlformats.org/drawingml/2006/main" noGrp="1"/>
          </p:cNvSpPr>
          <p:nvPr/>
        </p:nvSpPr>
        <p:spPr>
          <a:xfrm xmlns:a="http://schemas.openxmlformats.org/drawingml/2006/main">
            <a:off x="5191125" y="3409950"/>
            <a:ext cx="0" cy="304800"/>
          </a:xfrm>
          <a:prstGeom xmlns:a="http://schemas.openxmlformats.org/drawingml/2006/main" prst="line">
            <a:avLst/>
          </a:prstGeom>
          <a:noFill xmlns:a="http://schemas.openxmlformats.org/drawingml/2006/main"/>
          <a:ln xmlns:a="http://schemas.openxmlformats.org/drawingml/2006/main" w="28575">
            <a:solidFill>
              <a:srgbClr val="CDEB5A"/>
            </a:solidFill>
            <a:prstDash val="solid"/>
          </a:ln>
        </p:spPr>
      </p:sp>
      <p:sp>
        <p:nvSpPr>
          <p:cNvPr id="62" name="r2-symbol">
            <a:extLst xmlns:a="http://schemas.openxmlformats.org/drawingml/2006/main">
              <a:ext uri="{FF2B5EF4-FFF2-40B4-BE49-F238E27FC236}">
                <a16:creationId xmlns:a16="http://schemas.microsoft.com/office/drawing/2014/main" id="{3269606C-02CB-48AC-A99A-94725E44EB09}"/>
              </a:ext>
            </a:extLst>
          </p:cNvPr>
          <p:cNvSpPr>
            <a:spLocks xmlns:a="http://schemas.openxmlformats.org/drawingml/2006/main" noGrp="1"/>
          </p:cNvSpPr>
          <p:nvPr/>
        </p:nvSpPr>
        <p:spPr>
          <a:xfrm xmlns:a="http://schemas.openxmlformats.org/drawingml/2006/main">
            <a:off x="4857750" y="3714750"/>
            <a:ext cx="666750" cy="400050"/>
          </a:xfrm>
          <a:prstGeom xmlns:a="http://schemas.openxmlformats.org/drawingml/2006/main" prst="rect">
            <a:avLst/>
          </a:prstGeom>
          <a:solidFill xmlns:a="http://schemas.openxmlformats.org/drawingml/2006/main">
            <a:srgbClr val="FFFFFF"/>
          </a:solidFill>
          <a:ln xmlns:a="http://schemas.openxmlformats.org/drawingml/2006/main" w="19050">
            <a:solidFill>
              <a:srgbClr val="006F68"/>
            </a:solidFill>
            <a:prstDash val="solid"/>
          </a:ln>
        </p:spPr>
      </p:sp>
      <p:sp>
        <p:nvSpPr>
          <p:cNvPr id="63" name="r2-label">
            <a:extLst xmlns:a="http://schemas.openxmlformats.org/drawingml/2006/main">
              <a:ext uri="{FF2B5EF4-FFF2-40B4-BE49-F238E27FC236}">
                <a16:creationId xmlns:a16="http://schemas.microsoft.com/office/drawing/2014/main" id="{DA32907B-099B-4399-B8D4-28A061297BF4}"/>
              </a:ext>
            </a:extLst>
          </p:cNvPr>
          <p:cNvSpPr>
            <a:spLocks xmlns:a="http://schemas.openxmlformats.org/drawingml/2006/main" noGrp="1"/>
          </p:cNvSpPr>
          <p:nvPr/>
        </p:nvSpPr>
        <p:spPr>
          <a:xfrm xmlns:a="http://schemas.openxmlformats.org/drawingml/2006/main">
            <a:off x="4876800" y="3724275"/>
            <a:ext cx="628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1232B"/>
                </a:solidFill>
                <a:latin typeface="Arial"/>
                <a:ea typeface="Arial"/>
                <a:cs typeface="Arial"/>
              </a:defRPr>
            </a:defPPr>
            <a:lvl1pPr algn="ctr">
              <a:defRPr sz="975" b="1">
                <a:solidFill>
                  <a:srgbClr val="11232B"/>
                </a:solidFill>
                <a:latin typeface="Arial"/>
                <a:ea typeface="Arial"/>
                <a:cs typeface="Arial"/>
              </a:defRPr>
            </a:lvl1pPr>
            <a:lvl2pPr algn="ctr">
              <a:defRPr sz="975" b="1">
                <a:solidFill>
                  <a:srgbClr val="11232B"/>
                </a:solidFill>
                <a:latin typeface="Arial"/>
                <a:ea typeface="Arial"/>
                <a:cs typeface="Arial"/>
              </a:defRPr>
            </a:lvl2pPr>
            <a:lvl3pPr algn="ctr">
              <a:defRPr sz="975" b="1">
                <a:solidFill>
                  <a:srgbClr val="11232B"/>
                </a:solidFill>
                <a:latin typeface="Arial"/>
                <a:ea typeface="Arial"/>
                <a:cs typeface="Arial"/>
              </a:defRPr>
            </a:lvl3pPr>
            <a:lvl4pPr algn="ctr">
              <a:defRPr sz="975" b="1">
                <a:solidFill>
                  <a:srgbClr val="11232B"/>
                </a:solidFill>
                <a:latin typeface="Arial"/>
                <a:ea typeface="Arial"/>
                <a:cs typeface="Arial"/>
              </a:defRPr>
            </a:lvl4pPr>
            <a:lvl5pPr algn="ctr">
              <a:defRPr sz="975" b="1">
                <a:solidFill>
                  <a:srgbClr val="11232B"/>
                </a:solidFill>
                <a:latin typeface="Arial"/>
                <a:ea typeface="Arial"/>
                <a:cs typeface="Arial"/>
              </a:defRPr>
            </a:lvl5pPr>
            <a:lvl6pPr algn="ctr">
              <a:defRPr sz="975" b="1">
                <a:solidFill>
                  <a:srgbClr val="11232B"/>
                </a:solidFill>
                <a:latin typeface="Arial"/>
                <a:ea typeface="Arial"/>
                <a:cs typeface="Arial"/>
              </a:defRPr>
            </a:lvl6pPr>
            <a:lvl7pPr algn="ctr">
              <a:defRPr sz="975" b="1">
                <a:solidFill>
                  <a:srgbClr val="11232B"/>
                </a:solidFill>
                <a:latin typeface="Arial"/>
                <a:ea typeface="Arial"/>
                <a:cs typeface="Arial"/>
              </a:defRPr>
            </a:lvl7pPr>
            <a:lvl8pPr algn="ctr">
              <a:defRPr sz="975" b="1">
                <a:solidFill>
                  <a:srgbClr val="11232B"/>
                </a:solidFill>
                <a:latin typeface="Arial"/>
                <a:ea typeface="Arial"/>
                <a:cs typeface="Arial"/>
              </a:defRPr>
            </a:lvl8pPr>
            <a:lvl9pPr algn="ctr">
              <a:defRPr sz="975" b="1">
                <a:solidFill>
                  <a:srgbClr val="11232B"/>
                </a:solidFill>
                <a:latin typeface="Arial"/>
                <a:ea typeface="Arial"/>
                <a:cs typeface="Arial"/>
              </a:defRPr>
            </a:lvl9pPr>
          </a:lstStyle>
          <a:p xmlns:a="http://schemas.openxmlformats.org/drawingml/2006/main">
            <a:pPr algn="ctr">
              <a:defRPr sz="975" b="1">
                <a:solidFill>
                  <a:srgbClr val="11232B"/>
                </a:solidFill>
                <a:latin typeface="Arial"/>
                <a:ea typeface="Arial"/>
                <a:cs typeface="Arial"/>
              </a:defRPr>
            </a:pPr>
            <a:r>
              <a:rPr sz="975" b="1">
                <a:solidFill>
                  <a:srgbClr val="11232B"/>
                </a:solidFill>
                <a:latin typeface="Arial"/>
                <a:ea typeface="Arial"/>
                <a:cs typeface="Arial"/>
              </a:rPr>
              <a:t>R2</a:t>
            </a:r>
          </a:p>
          <a:p xmlns:a="http://schemas.openxmlformats.org/drawingml/2006/main">
            <a:pPr algn="ctr">
              <a:defRPr sz="975" b="1">
                <a:solidFill>
                  <a:srgbClr val="11232B"/>
                </a:solidFill>
                <a:latin typeface="Arial"/>
                <a:ea typeface="Arial"/>
                <a:cs typeface="Arial"/>
              </a:defRPr>
            </a:pPr>
            <a:r>
              <a:rPr sz="975" b="1">
                <a:solidFill>
                  <a:srgbClr val="11232B"/>
                </a:solidFill>
                <a:latin typeface="Arial"/>
                <a:ea typeface="Arial"/>
                <a:cs typeface="Arial"/>
              </a:rPr>
              <a:t>56 kΩ</a:t>
            </a:r>
          </a:p>
        </p:txBody>
      </p:sp>
      <p:sp>
        <p:nvSpPr>
          <p:cNvPr id="64" name="r2-to-ground">
            <a:extLst xmlns:a="http://schemas.openxmlformats.org/drawingml/2006/main">
              <a:ext uri="{FF2B5EF4-FFF2-40B4-BE49-F238E27FC236}">
                <a16:creationId xmlns:a16="http://schemas.microsoft.com/office/drawing/2014/main" id="{04171DD7-FF47-4A2A-8B9E-C026508E770D}"/>
              </a:ext>
            </a:extLst>
          </p:cNvPr>
          <p:cNvSpPr>
            <a:spLocks xmlns:a="http://schemas.openxmlformats.org/drawingml/2006/main" noGrp="1"/>
          </p:cNvSpPr>
          <p:nvPr/>
        </p:nvSpPr>
        <p:spPr>
          <a:xfrm xmlns:a="http://schemas.openxmlformats.org/drawingml/2006/main">
            <a:off x="5191125" y="4114800"/>
            <a:ext cx="0" cy="914400"/>
          </a:xfrm>
          <a:prstGeom xmlns:a="http://schemas.openxmlformats.org/drawingml/2006/main" prst="line">
            <a:avLst/>
          </a:prstGeom>
          <a:noFill xmlns:a="http://schemas.openxmlformats.org/drawingml/2006/main"/>
          <a:ln xmlns:a="http://schemas.openxmlformats.org/drawingml/2006/main" w="28575">
            <a:solidFill>
              <a:srgbClr val="263B42"/>
            </a:solidFill>
            <a:prstDash val="solid"/>
          </a:ln>
        </p:spPr>
      </p:sp>
      <p:sp>
        <p:nvSpPr>
          <p:cNvPr id="65" name="node-down-c1">
            <a:extLst xmlns:a="http://schemas.openxmlformats.org/drawingml/2006/main">
              <a:ext uri="{FF2B5EF4-FFF2-40B4-BE49-F238E27FC236}">
                <a16:creationId xmlns:a16="http://schemas.microsoft.com/office/drawing/2014/main" id="{AAB1B292-C98C-4879-B4D2-82ADDFC974E4}"/>
              </a:ext>
            </a:extLst>
          </p:cNvPr>
          <p:cNvSpPr>
            <a:spLocks xmlns:a="http://schemas.openxmlformats.org/drawingml/2006/main" noGrp="1"/>
          </p:cNvSpPr>
          <p:nvPr/>
        </p:nvSpPr>
        <p:spPr>
          <a:xfrm xmlns:a="http://schemas.openxmlformats.org/drawingml/2006/main">
            <a:off x="6315075" y="3409950"/>
            <a:ext cx="0" cy="304800"/>
          </a:xfrm>
          <a:prstGeom xmlns:a="http://schemas.openxmlformats.org/drawingml/2006/main" prst="line">
            <a:avLst/>
          </a:prstGeom>
          <a:noFill xmlns:a="http://schemas.openxmlformats.org/drawingml/2006/main"/>
          <a:ln xmlns:a="http://schemas.openxmlformats.org/drawingml/2006/main" w="28575">
            <a:solidFill>
              <a:srgbClr val="CDEB5A"/>
            </a:solidFill>
            <a:prstDash val="solid"/>
          </a:ln>
        </p:spPr>
      </p:sp>
      <p:sp>
        <p:nvSpPr>
          <p:cNvPr id="66" name="c1-top-wire">
            <a:extLst xmlns:a="http://schemas.openxmlformats.org/drawingml/2006/main">
              <a:ext uri="{FF2B5EF4-FFF2-40B4-BE49-F238E27FC236}">
                <a16:creationId xmlns:a16="http://schemas.microsoft.com/office/drawing/2014/main" id="{E45E2F3A-00F0-425F-80D2-3EFF8908DDCC}"/>
              </a:ext>
            </a:extLst>
          </p:cNvPr>
          <p:cNvSpPr>
            <a:spLocks xmlns:a="http://schemas.openxmlformats.org/drawingml/2006/main" noGrp="1"/>
          </p:cNvSpPr>
          <p:nvPr/>
        </p:nvSpPr>
        <p:spPr>
          <a:xfrm xmlns:a="http://schemas.openxmlformats.org/drawingml/2006/main">
            <a:off x="6315075" y="3714750"/>
            <a:ext cx="0" cy="11430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67" name="c1-plate-a">
            <a:extLst xmlns:a="http://schemas.openxmlformats.org/drawingml/2006/main">
              <a:ext uri="{FF2B5EF4-FFF2-40B4-BE49-F238E27FC236}">
                <a16:creationId xmlns:a16="http://schemas.microsoft.com/office/drawing/2014/main" id="{37E93938-672D-4424-9D86-AA3C5B65CBA9}"/>
              </a:ext>
            </a:extLst>
          </p:cNvPr>
          <p:cNvSpPr>
            <a:spLocks xmlns:a="http://schemas.openxmlformats.org/drawingml/2006/main" noGrp="1"/>
          </p:cNvSpPr>
          <p:nvPr/>
        </p:nvSpPr>
        <p:spPr>
          <a:xfrm xmlns:a="http://schemas.openxmlformats.org/drawingml/2006/main">
            <a:off x="6134100" y="3829050"/>
            <a:ext cx="361950" cy="0"/>
          </a:xfrm>
          <a:prstGeom xmlns:a="http://schemas.openxmlformats.org/drawingml/2006/main" prst="line">
            <a:avLst/>
          </a:prstGeom>
          <a:noFill xmlns:a="http://schemas.openxmlformats.org/drawingml/2006/main"/>
          <a:ln xmlns:a="http://schemas.openxmlformats.org/drawingml/2006/main" w="28575">
            <a:solidFill>
              <a:srgbClr val="006F68"/>
            </a:solidFill>
            <a:prstDash val="solid"/>
          </a:ln>
        </p:spPr>
      </p:sp>
      <p:sp>
        <p:nvSpPr>
          <p:cNvPr id="68" name="c1-plate-b">
            <a:extLst xmlns:a="http://schemas.openxmlformats.org/drawingml/2006/main">
              <a:ext uri="{FF2B5EF4-FFF2-40B4-BE49-F238E27FC236}">
                <a16:creationId xmlns:a16="http://schemas.microsoft.com/office/drawing/2014/main" id="{81954D73-42B9-43F4-B131-5BE5FFAEDA63}"/>
              </a:ext>
            </a:extLst>
          </p:cNvPr>
          <p:cNvSpPr>
            <a:spLocks xmlns:a="http://schemas.openxmlformats.org/drawingml/2006/main" noGrp="1"/>
          </p:cNvSpPr>
          <p:nvPr/>
        </p:nvSpPr>
        <p:spPr>
          <a:xfrm xmlns:a="http://schemas.openxmlformats.org/drawingml/2006/main">
            <a:off x="6134100" y="3905250"/>
            <a:ext cx="361950" cy="0"/>
          </a:xfrm>
          <a:prstGeom xmlns:a="http://schemas.openxmlformats.org/drawingml/2006/main" prst="line">
            <a:avLst/>
          </a:prstGeom>
          <a:noFill xmlns:a="http://schemas.openxmlformats.org/drawingml/2006/main"/>
          <a:ln xmlns:a="http://schemas.openxmlformats.org/drawingml/2006/main" w="28575">
            <a:solidFill>
              <a:srgbClr val="006F68"/>
            </a:solidFill>
            <a:prstDash val="solid"/>
          </a:ln>
        </p:spPr>
      </p:sp>
      <p:sp>
        <p:nvSpPr>
          <p:cNvPr id="69" name="c1-bottom-wire">
            <a:extLst xmlns:a="http://schemas.openxmlformats.org/drawingml/2006/main">
              <a:ext uri="{FF2B5EF4-FFF2-40B4-BE49-F238E27FC236}">
                <a16:creationId xmlns:a16="http://schemas.microsoft.com/office/drawing/2014/main" id="{114C4BF5-8E56-4381-8AEB-D83537642141}"/>
              </a:ext>
            </a:extLst>
          </p:cNvPr>
          <p:cNvSpPr>
            <a:spLocks xmlns:a="http://schemas.openxmlformats.org/drawingml/2006/main" noGrp="1"/>
          </p:cNvSpPr>
          <p:nvPr/>
        </p:nvSpPr>
        <p:spPr>
          <a:xfrm xmlns:a="http://schemas.openxmlformats.org/drawingml/2006/main">
            <a:off x="6315075" y="3905250"/>
            <a:ext cx="0" cy="1123950"/>
          </a:xfrm>
          <a:prstGeom xmlns:a="http://schemas.openxmlformats.org/drawingml/2006/main" prst="line">
            <a:avLst/>
          </a:prstGeom>
          <a:noFill xmlns:a="http://schemas.openxmlformats.org/drawingml/2006/main"/>
          <a:ln xmlns:a="http://schemas.openxmlformats.org/drawingml/2006/main" w="28575">
            <a:solidFill>
              <a:srgbClr val="263B42"/>
            </a:solidFill>
            <a:prstDash val="solid"/>
          </a:ln>
        </p:spPr>
      </p:sp>
      <p:sp>
        <p:nvSpPr>
          <p:cNvPr id="70" name="c1-label">
            <a:extLst xmlns:a="http://schemas.openxmlformats.org/drawingml/2006/main">
              <a:ext uri="{FF2B5EF4-FFF2-40B4-BE49-F238E27FC236}">
                <a16:creationId xmlns:a16="http://schemas.microsoft.com/office/drawing/2014/main" id="{BB8825C3-3711-49F4-8861-C562DE633985}"/>
              </a:ext>
            </a:extLst>
          </p:cNvPr>
          <p:cNvSpPr>
            <a:spLocks xmlns:a="http://schemas.openxmlformats.org/drawingml/2006/main" noGrp="1"/>
          </p:cNvSpPr>
          <p:nvPr/>
        </p:nvSpPr>
        <p:spPr>
          <a:xfrm xmlns:a="http://schemas.openxmlformats.org/drawingml/2006/main">
            <a:off x="6505575" y="3724275"/>
            <a:ext cx="114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1232B"/>
                </a:solidFill>
                <a:latin typeface="Arial"/>
                <a:ea typeface="Arial"/>
                <a:cs typeface="Arial"/>
              </a:defRPr>
            </a:defPPr>
            <a:lvl1pPr algn="l">
              <a:defRPr sz="1050" b="1">
                <a:solidFill>
                  <a:srgbClr val="11232B"/>
                </a:solidFill>
                <a:latin typeface="Arial"/>
                <a:ea typeface="Arial"/>
                <a:cs typeface="Arial"/>
              </a:defRPr>
            </a:lvl1pPr>
            <a:lvl2pPr algn="l">
              <a:defRPr sz="1050" b="1">
                <a:solidFill>
                  <a:srgbClr val="11232B"/>
                </a:solidFill>
                <a:latin typeface="Arial"/>
                <a:ea typeface="Arial"/>
                <a:cs typeface="Arial"/>
              </a:defRPr>
            </a:lvl2pPr>
            <a:lvl3pPr algn="l">
              <a:defRPr sz="1050" b="1">
                <a:solidFill>
                  <a:srgbClr val="11232B"/>
                </a:solidFill>
                <a:latin typeface="Arial"/>
                <a:ea typeface="Arial"/>
                <a:cs typeface="Arial"/>
              </a:defRPr>
            </a:lvl3pPr>
            <a:lvl4pPr algn="l">
              <a:defRPr sz="1050" b="1">
                <a:solidFill>
                  <a:srgbClr val="11232B"/>
                </a:solidFill>
                <a:latin typeface="Arial"/>
                <a:ea typeface="Arial"/>
                <a:cs typeface="Arial"/>
              </a:defRPr>
            </a:lvl4pPr>
            <a:lvl5pPr algn="l">
              <a:defRPr sz="1050" b="1">
                <a:solidFill>
                  <a:srgbClr val="11232B"/>
                </a:solidFill>
                <a:latin typeface="Arial"/>
                <a:ea typeface="Arial"/>
                <a:cs typeface="Arial"/>
              </a:defRPr>
            </a:lvl5pPr>
            <a:lvl6pPr algn="l">
              <a:defRPr sz="1050" b="1">
                <a:solidFill>
                  <a:srgbClr val="11232B"/>
                </a:solidFill>
                <a:latin typeface="Arial"/>
                <a:ea typeface="Arial"/>
                <a:cs typeface="Arial"/>
              </a:defRPr>
            </a:lvl6pPr>
            <a:lvl7pPr algn="l">
              <a:defRPr sz="1050" b="1">
                <a:solidFill>
                  <a:srgbClr val="11232B"/>
                </a:solidFill>
                <a:latin typeface="Arial"/>
                <a:ea typeface="Arial"/>
                <a:cs typeface="Arial"/>
              </a:defRPr>
            </a:lvl7pPr>
            <a:lvl8pPr algn="l">
              <a:defRPr sz="1050" b="1">
                <a:solidFill>
                  <a:srgbClr val="11232B"/>
                </a:solidFill>
                <a:latin typeface="Arial"/>
                <a:ea typeface="Arial"/>
                <a:cs typeface="Arial"/>
              </a:defRPr>
            </a:lvl8pPr>
            <a:lvl9pPr algn="l">
              <a:defRPr sz="1050" b="1">
                <a:solidFill>
                  <a:srgbClr val="11232B"/>
                </a:solidFill>
                <a:latin typeface="Arial"/>
                <a:ea typeface="Arial"/>
                <a:cs typeface="Arial"/>
              </a:defRPr>
            </a:lvl9pPr>
          </a:lstStyle>
          <a:p xmlns:a="http://schemas.openxmlformats.org/drawingml/2006/main">
            <a:pPr algn="l">
              <a:defRPr sz="1050" b="1">
                <a:solidFill>
                  <a:srgbClr val="11232B"/>
                </a:solidFill>
                <a:latin typeface="Arial"/>
                <a:ea typeface="Arial"/>
                <a:cs typeface="Arial"/>
              </a:defRPr>
            </a:pPr>
            <a:r>
              <a:rPr sz="1050" b="1">
                <a:solidFill>
                  <a:srgbClr val="11232B"/>
                </a:solidFill>
                <a:latin typeface="Arial"/>
                <a:ea typeface="Arial"/>
                <a:cs typeface="Arial"/>
              </a:rPr>
              <a:t>C1  100 nF</a:t>
            </a:r>
          </a:p>
        </p:txBody>
      </p:sp>
      <p:sp>
        <p:nvSpPr>
          <p:cNvPr id="71" name="parallel-note">
            <a:extLst xmlns:a="http://schemas.openxmlformats.org/drawingml/2006/main">
              <a:ext uri="{FF2B5EF4-FFF2-40B4-BE49-F238E27FC236}">
                <a16:creationId xmlns:a16="http://schemas.microsoft.com/office/drawing/2014/main" id="{62846A9A-26FA-4448-80D5-587E36DADA2B}"/>
              </a:ext>
            </a:extLst>
          </p:cNvPr>
          <p:cNvSpPr>
            <a:spLocks xmlns:a="http://schemas.openxmlformats.org/drawingml/2006/main" noGrp="1"/>
          </p:cNvSpPr>
          <p:nvPr/>
        </p:nvSpPr>
        <p:spPr>
          <a:xfrm xmlns:a="http://schemas.openxmlformats.org/drawingml/2006/main">
            <a:off x="6505575" y="3971925"/>
            <a:ext cx="1095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0636A"/>
                </a:solidFill>
                <a:latin typeface="Arial"/>
                <a:ea typeface="Arial"/>
                <a:cs typeface="Arial"/>
              </a:defRPr>
            </a:defPPr>
            <a:lvl1pPr algn="l">
              <a:defRPr sz="900" b="0">
                <a:solidFill>
                  <a:srgbClr val="50636A"/>
                </a:solidFill>
                <a:latin typeface="Arial"/>
                <a:ea typeface="Arial"/>
                <a:cs typeface="Arial"/>
              </a:defRPr>
            </a:lvl1pPr>
            <a:lvl2pPr algn="l">
              <a:defRPr sz="900" b="0">
                <a:solidFill>
                  <a:srgbClr val="50636A"/>
                </a:solidFill>
                <a:latin typeface="Arial"/>
                <a:ea typeface="Arial"/>
                <a:cs typeface="Arial"/>
              </a:defRPr>
            </a:lvl2pPr>
            <a:lvl3pPr algn="l">
              <a:defRPr sz="900" b="0">
                <a:solidFill>
                  <a:srgbClr val="50636A"/>
                </a:solidFill>
                <a:latin typeface="Arial"/>
                <a:ea typeface="Arial"/>
                <a:cs typeface="Arial"/>
              </a:defRPr>
            </a:lvl3pPr>
            <a:lvl4pPr algn="l">
              <a:defRPr sz="900" b="0">
                <a:solidFill>
                  <a:srgbClr val="50636A"/>
                </a:solidFill>
                <a:latin typeface="Arial"/>
                <a:ea typeface="Arial"/>
                <a:cs typeface="Arial"/>
              </a:defRPr>
            </a:lvl4pPr>
            <a:lvl5pPr algn="l">
              <a:defRPr sz="900" b="0">
                <a:solidFill>
                  <a:srgbClr val="50636A"/>
                </a:solidFill>
                <a:latin typeface="Arial"/>
                <a:ea typeface="Arial"/>
                <a:cs typeface="Arial"/>
              </a:defRPr>
            </a:lvl5pPr>
            <a:lvl6pPr algn="l">
              <a:defRPr sz="900" b="0">
                <a:solidFill>
                  <a:srgbClr val="50636A"/>
                </a:solidFill>
                <a:latin typeface="Arial"/>
                <a:ea typeface="Arial"/>
                <a:cs typeface="Arial"/>
              </a:defRPr>
            </a:lvl6pPr>
            <a:lvl7pPr algn="l">
              <a:defRPr sz="900" b="0">
                <a:solidFill>
                  <a:srgbClr val="50636A"/>
                </a:solidFill>
                <a:latin typeface="Arial"/>
                <a:ea typeface="Arial"/>
                <a:cs typeface="Arial"/>
              </a:defRPr>
            </a:lvl7pPr>
            <a:lvl8pPr algn="l">
              <a:defRPr sz="900" b="0">
                <a:solidFill>
                  <a:srgbClr val="50636A"/>
                </a:solidFill>
                <a:latin typeface="Arial"/>
                <a:ea typeface="Arial"/>
                <a:cs typeface="Arial"/>
              </a:defRPr>
            </a:lvl8pPr>
            <a:lvl9pPr algn="l">
              <a:defRPr sz="900" b="0">
                <a:solidFill>
                  <a:srgbClr val="50636A"/>
                </a:solidFill>
                <a:latin typeface="Arial"/>
                <a:ea typeface="Arial"/>
                <a:cs typeface="Arial"/>
              </a:defRPr>
            </a:lvl9pPr>
          </a:lstStyle>
          <a:p xmlns:a="http://schemas.openxmlformats.org/drawingml/2006/main">
            <a:pPr algn="l">
              <a:defRPr sz="900" b="0">
                <a:solidFill>
                  <a:srgbClr val="50636A"/>
                </a:solidFill>
                <a:latin typeface="Arial"/>
                <a:ea typeface="Arial"/>
                <a:cs typeface="Arial"/>
              </a:defRPr>
            </a:pPr>
            <a:r>
              <a:rPr sz="900" b="0">
                <a:solidFill>
                  <a:srgbClr val="50636A"/>
                </a:solidFill>
                <a:latin typeface="Arial"/>
                <a:ea typeface="Arial"/>
                <a:cs typeface="Arial"/>
              </a:rPr>
              <a:t>R2 ∥ C1</a:t>
            </a:r>
          </a:p>
        </p:txBody>
      </p:sp>
      <p:sp>
        <p:nvSpPr>
          <p:cNvPr id="72" name="source-ground-wire">
            <a:extLst xmlns:a="http://schemas.openxmlformats.org/drawingml/2006/main">
              <a:ext uri="{FF2B5EF4-FFF2-40B4-BE49-F238E27FC236}">
                <a16:creationId xmlns:a16="http://schemas.microsoft.com/office/drawing/2014/main" id="{093F5C14-34DC-42FA-8707-53F4709A626A}"/>
              </a:ext>
            </a:extLst>
          </p:cNvPr>
          <p:cNvSpPr>
            <a:spLocks xmlns:a="http://schemas.openxmlformats.org/drawingml/2006/main" noGrp="1"/>
          </p:cNvSpPr>
          <p:nvPr/>
        </p:nvSpPr>
        <p:spPr>
          <a:xfrm xmlns:a="http://schemas.openxmlformats.org/drawingml/2006/main">
            <a:off x="3057525" y="4429125"/>
            <a:ext cx="419100" cy="0"/>
          </a:xfrm>
          <a:prstGeom xmlns:a="http://schemas.openxmlformats.org/drawingml/2006/main" prst="line">
            <a:avLst/>
          </a:prstGeom>
          <a:noFill xmlns:a="http://schemas.openxmlformats.org/drawingml/2006/main"/>
          <a:ln xmlns:a="http://schemas.openxmlformats.org/drawingml/2006/main" w="28575">
            <a:solidFill>
              <a:srgbClr val="263B42"/>
            </a:solidFill>
            <a:prstDash val="solid"/>
          </a:ln>
        </p:spPr>
      </p:sp>
      <p:sp>
        <p:nvSpPr>
          <p:cNvPr id="73" name="ground-bus-left">
            <a:extLst xmlns:a="http://schemas.openxmlformats.org/drawingml/2006/main">
              <a:ext uri="{FF2B5EF4-FFF2-40B4-BE49-F238E27FC236}">
                <a16:creationId xmlns:a16="http://schemas.microsoft.com/office/drawing/2014/main" id="{70DA8699-4190-48CF-B979-259EAEF085E6}"/>
              </a:ext>
            </a:extLst>
          </p:cNvPr>
          <p:cNvSpPr>
            <a:spLocks xmlns:a="http://schemas.openxmlformats.org/drawingml/2006/main" noGrp="1"/>
          </p:cNvSpPr>
          <p:nvPr/>
        </p:nvSpPr>
        <p:spPr>
          <a:xfrm xmlns:a="http://schemas.openxmlformats.org/drawingml/2006/main">
            <a:off x="3476625" y="4429125"/>
            <a:ext cx="0" cy="600075"/>
          </a:xfrm>
          <a:prstGeom xmlns:a="http://schemas.openxmlformats.org/drawingml/2006/main" prst="line">
            <a:avLst/>
          </a:prstGeom>
          <a:noFill xmlns:a="http://schemas.openxmlformats.org/drawingml/2006/main"/>
          <a:ln xmlns:a="http://schemas.openxmlformats.org/drawingml/2006/main" w="28575">
            <a:solidFill>
              <a:srgbClr val="263B42"/>
            </a:solidFill>
            <a:prstDash val="solid"/>
          </a:ln>
        </p:spPr>
      </p:sp>
      <p:sp>
        <p:nvSpPr>
          <p:cNvPr id="74" name="ground-bus">
            <a:extLst xmlns:a="http://schemas.openxmlformats.org/drawingml/2006/main">
              <a:ext uri="{FF2B5EF4-FFF2-40B4-BE49-F238E27FC236}">
                <a16:creationId xmlns:a16="http://schemas.microsoft.com/office/drawing/2014/main" id="{4F692A02-EE61-448F-8082-5681B21A83EF}"/>
              </a:ext>
            </a:extLst>
          </p:cNvPr>
          <p:cNvSpPr>
            <a:spLocks xmlns:a="http://schemas.openxmlformats.org/drawingml/2006/main" noGrp="1"/>
          </p:cNvSpPr>
          <p:nvPr/>
        </p:nvSpPr>
        <p:spPr>
          <a:xfrm xmlns:a="http://schemas.openxmlformats.org/drawingml/2006/main">
            <a:off x="3476625" y="5029200"/>
            <a:ext cx="4724400" cy="0"/>
          </a:xfrm>
          <a:prstGeom xmlns:a="http://schemas.openxmlformats.org/drawingml/2006/main" prst="line">
            <a:avLst/>
          </a:prstGeom>
          <a:noFill xmlns:a="http://schemas.openxmlformats.org/drawingml/2006/main"/>
          <a:ln xmlns:a="http://schemas.openxmlformats.org/drawingml/2006/main" w="28575">
            <a:solidFill>
              <a:srgbClr val="263B42"/>
            </a:solidFill>
            <a:prstDash val="solid"/>
          </a:ln>
        </p:spPr>
      </p:sp>
      <p:sp>
        <p:nvSpPr>
          <p:cNvPr id="75" name="ground-bus-right-up">
            <a:extLst xmlns:a="http://schemas.openxmlformats.org/drawingml/2006/main">
              <a:ext uri="{FF2B5EF4-FFF2-40B4-BE49-F238E27FC236}">
                <a16:creationId xmlns:a16="http://schemas.microsoft.com/office/drawing/2014/main" id="{7ECEA16F-97F7-4BEF-B5A4-B1BA6FA49292}"/>
              </a:ext>
            </a:extLst>
          </p:cNvPr>
          <p:cNvSpPr>
            <a:spLocks xmlns:a="http://schemas.openxmlformats.org/drawingml/2006/main" noGrp="1"/>
          </p:cNvSpPr>
          <p:nvPr/>
        </p:nvSpPr>
        <p:spPr>
          <a:xfrm xmlns:a="http://schemas.openxmlformats.org/drawingml/2006/main">
            <a:off x="8001000" y="4629150"/>
            <a:ext cx="0" cy="400050"/>
          </a:xfrm>
          <a:prstGeom xmlns:a="http://schemas.openxmlformats.org/drawingml/2006/main" prst="line">
            <a:avLst/>
          </a:prstGeom>
          <a:noFill xmlns:a="http://schemas.openxmlformats.org/drawingml/2006/main"/>
          <a:ln xmlns:a="http://schemas.openxmlformats.org/drawingml/2006/main" w="28575">
            <a:solidFill>
              <a:srgbClr val="263B42"/>
            </a:solidFill>
            <a:prstDash val="solid"/>
          </a:ln>
        </p:spPr>
      </p:sp>
      <p:sp>
        <p:nvSpPr>
          <p:cNvPr id="76" name="ground-bus-right-pin">
            <a:extLst xmlns:a="http://schemas.openxmlformats.org/drawingml/2006/main">
              <a:ext uri="{FF2B5EF4-FFF2-40B4-BE49-F238E27FC236}">
                <a16:creationId xmlns:a16="http://schemas.microsoft.com/office/drawing/2014/main" id="{BC18C8BE-D7C5-4558-BADD-94BCC268D8D2}"/>
              </a:ext>
            </a:extLst>
          </p:cNvPr>
          <p:cNvSpPr>
            <a:spLocks xmlns:a="http://schemas.openxmlformats.org/drawingml/2006/main" noGrp="1"/>
          </p:cNvSpPr>
          <p:nvPr/>
        </p:nvSpPr>
        <p:spPr>
          <a:xfrm xmlns:a="http://schemas.openxmlformats.org/drawingml/2006/main">
            <a:off x="8001000" y="4629150"/>
            <a:ext cx="200025" cy="0"/>
          </a:xfrm>
          <a:prstGeom xmlns:a="http://schemas.openxmlformats.org/drawingml/2006/main" prst="line">
            <a:avLst/>
          </a:prstGeom>
          <a:noFill xmlns:a="http://schemas.openxmlformats.org/drawingml/2006/main"/>
          <a:ln xmlns:a="http://schemas.openxmlformats.org/drawingml/2006/main" w="28575">
            <a:solidFill>
              <a:srgbClr val="263B42"/>
            </a:solidFill>
            <a:prstDash val="solid"/>
          </a:ln>
        </p:spPr>
      </p:sp>
      <p:sp>
        <p:nvSpPr>
          <p:cNvPr id="77" name="ground-label">
            <a:extLst xmlns:a="http://schemas.openxmlformats.org/drawingml/2006/main">
              <a:ext uri="{FF2B5EF4-FFF2-40B4-BE49-F238E27FC236}">
                <a16:creationId xmlns:a16="http://schemas.microsoft.com/office/drawing/2014/main" id="{726EAA76-B1A1-4AE4-AE9E-FC3FA3BF874F}"/>
              </a:ext>
            </a:extLst>
          </p:cNvPr>
          <p:cNvSpPr>
            <a:spLocks xmlns:a="http://schemas.openxmlformats.org/drawingml/2006/main" noGrp="1"/>
          </p:cNvSpPr>
          <p:nvPr/>
        </p:nvSpPr>
        <p:spPr>
          <a:xfrm xmlns:a="http://schemas.openxmlformats.org/drawingml/2006/main">
            <a:off x="4076700" y="5095875"/>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63B42"/>
                </a:solidFill>
                <a:latin typeface="Arial"/>
                <a:ea typeface="Arial"/>
                <a:cs typeface="Arial"/>
              </a:defRPr>
            </a:defPPr>
            <a:lvl1pPr algn="ctr">
              <a:defRPr sz="975" b="1">
                <a:solidFill>
                  <a:srgbClr val="263B42"/>
                </a:solidFill>
                <a:latin typeface="Arial"/>
                <a:ea typeface="Arial"/>
                <a:cs typeface="Arial"/>
              </a:defRPr>
            </a:lvl1pPr>
            <a:lvl2pPr algn="ctr">
              <a:defRPr sz="975" b="1">
                <a:solidFill>
                  <a:srgbClr val="263B42"/>
                </a:solidFill>
                <a:latin typeface="Arial"/>
                <a:ea typeface="Arial"/>
                <a:cs typeface="Arial"/>
              </a:defRPr>
            </a:lvl2pPr>
            <a:lvl3pPr algn="ctr">
              <a:defRPr sz="975" b="1">
                <a:solidFill>
                  <a:srgbClr val="263B42"/>
                </a:solidFill>
                <a:latin typeface="Arial"/>
                <a:ea typeface="Arial"/>
                <a:cs typeface="Arial"/>
              </a:defRPr>
            </a:lvl3pPr>
            <a:lvl4pPr algn="ctr">
              <a:defRPr sz="975" b="1">
                <a:solidFill>
                  <a:srgbClr val="263B42"/>
                </a:solidFill>
                <a:latin typeface="Arial"/>
                <a:ea typeface="Arial"/>
                <a:cs typeface="Arial"/>
              </a:defRPr>
            </a:lvl4pPr>
            <a:lvl5pPr algn="ctr">
              <a:defRPr sz="975" b="1">
                <a:solidFill>
                  <a:srgbClr val="263B42"/>
                </a:solidFill>
                <a:latin typeface="Arial"/>
                <a:ea typeface="Arial"/>
                <a:cs typeface="Arial"/>
              </a:defRPr>
            </a:lvl5pPr>
            <a:lvl6pPr algn="ctr">
              <a:defRPr sz="975" b="1">
                <a:solidFill>
                  <a:srgbClr val="263B42"/>
                </a:solidFill>
                <a:latin typeface="Arial"/>
                <a:ea typeface="Arial"/>
                <a:cs typeface="Arial"/>
              </a:defRPr>
            </a:lvl6pPr>
            <a:lvl7pPr algn="ctr">
              <a:defRPr sz="975" b="1">
                <a:solidFill>
                  <a:srgbClr val="263B42"/>
                </a:solidFill>
                <a:latin typeface="Arial"/>
                <a:ea typeface="Arial"/>
                <a:cs typeface="Arial"/>
              </a:defRPr>
            </a:lvl7pPr>
            <a:lvl8pPr algn="ctr">
              <a:defRPr sz="975" b="1">
                <a:solidFill>
                  <a:srgbClr val="263B42"/>
                </a:solidFill>
                <a:latin typeface="Arial"/>
                <a:ea typeface="Arial"/>
                <a:cs typeface="Arial"/>
              </a:defRPr>
            </a:lvl8pPr>
            <a:lvl9pPr algn="ctr">
              <a:defRPr sz="975" b="1">
                <a:solidFill>
                  <a:srgbClr val="263B42"/>
                </a:solidFill>
                <a:latin typeface="Arial"/>
                <a:ea typeface="Arial"/>
                <a:cs typeface="Arial"/>
              </a:defRPr>
            </a:lvl9pPr>
          </a:lstStyle>
          <a:p xmlns:a="http://schemas.openxmlformats.org/drawingml/2006/main">
            <a:pPr algn="ctr">
              <a:defRPr sz="975" b="1">
                <a:solidFill>
                  <a:srgbClr val="263B42"/>
                </a:solidFill>
                <a:latin typeface="Arial"/>
                <a:ea typeface="Arial"/>
                <a:cs typeface="Arial"/>
              </a:defRPr>
            </a:pPr>
            <a:r>
              <a:rPr sz="975" b="1">
                <a:solidFill>
                  <a:srgbClr val="263B42"/>
                </a:solidFill>
                <a:latin typeface="Arial"/>
                <a:ea typeface="Arial"/>
                <a:cs typeface="Arial"/>
              </a:rPr>
              <a:t>MASS CHUNG  ·  GND</a:t>
            </a:r>
          </a:p>
        </p:txBody>
      </p:sp>
      <p:sp>
        <p:nvSpPr>
          <p:cNvPr id="78" name="oled-module">
            <a:extLst xmlns:a="http://schemas.openxmlformats.org/drawingml/2006/main">
              <a:ext uri="{FF2B5EF4-FFF2-40B4-BE49-F238E27FC236}">
                <a16:creationId xmlns:a16="http://schemas.microsoft.com/office/drawing/2014/main" id="{531022C0-7755-4261-9830-57E9EDB33245}"/>
              </a:ext>
            </a:extLst>
          </p:cNvPr>
          <p:cNvSpPr>
            <a:spLocks xmlns:a="http://schemas.openxmlformats.org/drawingml/2006/main" noGrp="1"/>
          </p:cNvSpPr>
          <p:nvPr/>
        </p:nvSpPr>
        <p:spPr>
          <a:xfrm xmlns:a="http://schemas.openxmlformats.org/drawingml/2006/main">
            <a:off x="8905875" y="5238750"/>
            <a:ext cx="2590800" cy="714375"/>
          </a:xfrm>
          <a:prstGeom xmlns:a="http://schemas.openxmlformats.org/drawingml/2006/main" prst="roundRect">
            <a:avLst>
              <a:gd name="adj" fmla="val 10667"/>
            </a:avLst>
          </a:prstGeom>
          <a:solidFill xmlns:a="http://schemas.openxmlformats.org/drawingml/2006/main">
            <a:srgbClr val="D9ECE7"/>
          </a:solidFill>
          <a:ln xmlns:a="http://schemas.openxmlformats.org/drawingml/2006/main" w="0">
            <a:noFill/>
            <a:prstDash val="solid"/>
          </a:ln>
        </p:spPr>
      </p:sp>
      <p:sp>
        <p:nvSpPr>
          <p:cNvPr id="79" name="oled-name">
            <a:extLst xmlns:a="http://schemas.openxmlformats.org/drawingml/2006/main">
              <a:ext uri="{FF2B5EF4-FFF2-40B4-BE49-F238E27FC236}">
                <a16:creationId xmlns:a16="http://schemas.microsoft.com/office/drawing/2014/main" id="{0C1A2156-D1F4-4587-8F97-DBF85836646E}"/>
              </a:ext>
            </a:extLst>
          </p:cNvPr>
          <p:cNvSpPr>
            <a:spLocks xmlns:a="http://schemas.openxmlformats.org/drawingml/2006/main" noGrp="1"/>
          </p:cNvSpPr>
          <p:nvPr/>
        </p:nvSpPr>
        <p:spPr>
          <a:xfrm xmlns:a="http://schemas.openxmlformats.org/drawingml/2006/main">
            <a:off x="9048750" y="5305425"/>
            <a:ext cx="2333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11232B"/>
                </a:solidFill>
                <a:latin typeface="Arial"/>
                <a:ea typeface="Arial"/>
                <a:cs typeface="Arial"/>
              </a:defRPr>
            </a:defPPr>
            <a:lvl1pPr algn="l">
              <a:defRPr sz="1125" b="1">
                <a:solidFill>
                  <a:srgbClr val="11232B"/>
                </a:solidFill>
                <a:latin typeface="Arial"/>
                <a:ea typeface="Arial"/>
                <a:cs typeface="Arial"/>
              </a:defRPr>
            </a:lvl1pPr>
            <a:lvl2pPr algn="l">
              <a:defRPr sz="1125" b="1">
                <a:solidFill>
                  <a:srgbClr val="11232B"/>
                </a:solidFill>
                <a:latin typeface="Arial"/>
                <a:ea typeface="Arial"/>
                <a:cs typeface="Arial"/>
              </a:defRPr>
            </a:lvl2pPr>
            <a:lvl3pPr algn="l">
              <a:defRPr sz="1125" b="1">
                <a:solidFill>
                  <a:srgbClr val="11232B"/>
                </a:solidFill>
                <a:latin typeface="Arial"/>
                <a:ea typeface="Arial"/>
                <a:cs typeface="Arial"/>
              </a:defRPr>
            </a:lvl3pPr>
            <a:lvl4pPr algn="l">
              <a:defRPr sz="1125" b="1">
                <a:solidFill>
                  <a:srgbClr val="11232B"/>
                </a:solidFill>
                <a:latin typeface="Arial"/>
                <a:ea typeface="Arial"/>
                <a:cs typeface="Arial"/>
              </a:defRPr>
            </a:lvl4pPr>
            <a:lvl5pPr algn="l">
              <a:defRPr sz="1125" b="1">
                <a:solidFill>
                  <a:srgbClr val="11232B"/>
                </a:solidFill>
                <a:latin typeface="Arial"/>
                <a:ea typeface="Arial"/>
                <a:cs typeface="Arial"/>
              </a:defRPr>
            </a:lvl5pPr>
            <a:lvl6pPr algn="l">
              <a:defRPr sz="1125" b="1">
                <a:solidFill>
                  <a:srgbClr val="11232B"/>
                </a:solidFill>
                <a:latin typeface="Arial"/>
                <a:ea typeface="Arial"/>
                <a:cs typeface="Arial"/>
              </a:defRPr>
            </a:lvl6pPr>
            <a:lvl7pPr algn="l">
              <a:defRPr sz="1125" b="1">
                <a:solidFill>
                  <a:srgbClr val="11232B"/>
                </a:solidFill>
                <a:latin typeface="Arial"/>
                <a:ea typeface="Arial"/>
                <a:cs typeface="Arial"/>
              </a:defRPr>
            </a:lvl7pPr>
            <a:lvl8pPr algn="l">
              <a:defRPr sz="1125" b="1">
                <a:solidFill>
                  <a:srgbClr val="11232B"/>
                </a:solidFill>
                <a:latin typeface="Arial"/>
                <a:ea typeface="Arial"/>
                <a:cs typeface="Arial"/>
              </a:defRPr>
            </a:lvl8pPr>
            <a:lvl9pPr algn="l">
              <a:defRPr sz="1125" b="1">
                <a:solidFill>
                  <a:srgbClr val="11232B"/>
                </a:solidFill>
                <a:latin typeface="Arial"/>
                <a:ea typeface="Arial"/>
                <a:cs typeface="Arial"/>
              </a:defRPr>
            </a:lvl9pPr>
          </a:lstStyle>
          <a:p xmlns:a="http://schemas.openxmlformats.org/drawingml/2006/main">
            <a:pPr algn="l">
              <a:defRPr sz="1125" b="1">
                <a:solidFill>
                  <a:srgbClr val="11232B"/>
                </a:solidFill>
                <a:latin typeface="Arial"/>
                <a:ea typeface="Arial"/>
                <a:cs typeface="Arial"/>
              </a:defRPr>
            </a:pPr>
            <a:r>
              <a:rPr sz="1125" b="1">
                <a:solidFill>
                  <a:srgbClr val="11232B"/>
                </a:solidFill>
                <a:latin typeface="Arial"/>
                <a:ea typeface="Arial"/>
                <a:cs typeface="Arial"/>
              </a:rPr>
              <a:t>OLED 0,96 in  ·  SSD1306 / I²C</a:t>
            </a:r>
          </a:p>
        </p:txBody>
      </p:sp>
      <p:sp>
        <p:nvSpPr>
          <p:cNvPr id="80" name="oled-pins">
            <a:extLst xmlns:a="http://schemas.openxmlformats.org/drawingml/2006/main">
              <a:ext uri="{FF2B5EF4-FFF2-40B4-BE49-F238E27FC236}">
                <a16:creationId xmlns:a16="http://schemas.microsoft.com/office/drawing/2014/main" id="{E8E5B726-6D42-44B0-82BF-89715CC34802}"/>
              </a:ext>
            </a:extLst>
          </p:cNvPr>
          <p:cNvSpPr>
            <a:spLocks xmlns:a="http://schemas.openxmlformats.org/drawingml/2006/main" noGrp="1"/>
          </p:cNvSpPr>
          <p:nvPr/>
        </p:nvSpPr>
        <p:spPr>
          <a:xfrm xmlns:a="http://schemas.openxmlformats.org/drawingml/2006/main">
            <a:off x="9048750" y="5534025"/>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11232B"/>
                </a:solidFill>
                <a:latin typeface="Arial"/>
                <a:ea typeface="Arial"/>
                <a:cs typeface="Arial"/>
              </a:defRPr>
            </a:defPPr>
            <a:lvl1pPr algn="l">
              <a:defRPr sz="975" b="0">
                <a:solidFill>
                  <a:srgbClr val="11232B"/>
                </a:solidFill>
                <a:latin typeface="Arial"/>
                <a:ea typeface="Arial"/>
                <a:cs typeface="Arial"/>
              </a:defRPr>
            </a:lvl1pPr>
            <a:lvl2pPr algn="l">
              <a:defRPr sz="975" b="0">
                <a:solidFill>
                  <a:srgbClr val="11232B"/>
                </a:solidFill>
                <a:latin typeface="Arial"/>
                <a:ea typeface="Arial"/>
                <a:cs typeface="Arial"/>
              </a:defRPr>
            </a:lvl2pPr>
            <a:lvl3pPr algn="l">
              <a:defRPr sz="975" b="0">
                <a:solidFill>
                  <a:srgbClr val="11232B"/>
                </a:solidFill>
                <a:latin typeface="Arial"/>
                <a:ea typeface="Arial"/>
                <a:cs typeface="Arial"/>
              </a:defRPr>
            </a:lvl3pPr>
            <a:lvl4pPr algn="l">
              <a:defRPr sz="975" b="0">
                <a:solidFill>
                  <a:srgbClr val="11232B"/>
                </a:solidFill>
                <a:latin typeface="Arial"/>
                <a:ea typeface="Arial"/>
                <a:cs typeface="Arial"/>
              </a:defRPr>
            </a:lvl4pPr>
            <a:lvl5pPr algn="l">
              <a:defRPr sz="975" b="0">
                <a:solidFill>
                  <a:srgbClr val="11232B"/>
                </a:solidFill>
                <a:latin typeface="Arial"/>
                <a:ea typeface="Arial"/>
                <a:cs typeface="Arial"/>
              </a:defRPr>
            </a:lvl5pPr>
            <a:lvl6pPr algn="l">
              <a:defRPr sz="975" b="0">
                <a:solidFill>
                  <a:srgbClr val="11232B"/>
                </a:solidFill>
                <a:latin typeface="Arial"/>
                <a:ea typeface="Arial"/>
                <a:cs typeface="Arial"/>
              </a:defRPr>
            </a:lvl6pPr>
            <a:lvl7pPr algn="l">
              <a:defRPr sz="975" b="0">
                <a:solidFill>
                  <a:srgbClr val="11232B"/>
                </a:solidFill>
                <a:latin typeface="Arial"/>
                <a:ea typeface="Arial"/>
                <a:cs typeface="Arial"/>
              </a:defRPr>
            </a:lvl7pPr>
            <a:lvl8pPr algn="l">
              <a:defRPr sz="975" b="0">
                <a:solidFill>
                  <a:srgbClr val="11232B"/>
                </a:solidFill>
                <a:latin typeface="Arial"/>
                <a:ea typeface="Arial"/>
                <a:cs typeface="Arial"/>
              </a:defRPr>
            </a:lvl8pPr>
            <a:lvl9pPr algn="l">
              <a:defRPr sz="975" b="0">
                <a:solidFill>
                  <a:srgbClr val="11232B"/>
                </a:solidFill>
                <a:latin typeface="Arial"/>
                <a:ea typeface="Arial"/>
                <a:cs typeface="Arial"/>
              </a:defRPr>
            </a:lvl9pPr>
          </a:lstStyle>
          <a:p xmlns:a="http://schemas.openxmlformats.org/drawingml/2006/main">
            <a:pPr algn="l">
              <a:defRPr sz="975" b="0">
                <a:solidFill>
                  <a:srgbClr val="11232B"/>
                </a:solidFill>
                <a:latin typeface="Arial"/>
                <a:ea typeface="Arial"/>
                <a:cs typeface="Arial"/>
              </a:defRPr>
            </a:pPr>
            <a:r>
              <a:rPr sz="975" b="0">
                <a:solidFill>
                  <a:srgbClr val="11232B"/>
                </a:solidFill>
                <a:latin typeface="Arial"/>
                <a:ea typeface="Arial"/>
                <a:cs typeface="Arial"/>
              </a:rPr>
              <a:t>3V3 → VCC    GND → GND</a:t>
            </a:r>
          </a:p>
          <a:p xmlns:a="http://schemas.openxmlformats.org/drawingml/2006/main">
            <a:pPr algn="l">
              <a:defRPr sz="975" b="0">
                <a:solidFill>
                  <a:srgbClr val="11232B"/>
                </a:solidFill>
                <a:latin typeface="Arial"/>
                <a:ea typeface="Arial"/>
                <a:cs typeface="Arial"/>
              </a:defRPr>
            </a:pPr>
            <a:r>
              <a:rPr sz="975" b="0">
                <a:solidFill>
                  <a:srgbClr val="11232B"/>
                </a:solidFill>
                <a:latin typeface="Arial"/>
                <a:ea typeface="Arial"/>
                <a:cs typeface="Arial"/>
              </a:rPr>
              <a:t>GPIO8 → SDA    GPIO9 → SCL</a:t>
            </a:r>
          </a:p>
        </p:txBody>
      </p:sp>
      <p:sp>
        <p:nvSpPr>
          <p:cNvPr id="81" name="sda-pin-lead">
            <a:extLst xmlns:a="http://schemas.openxmlformats.org/drawingml/2006/main">
              <a:ext uri="{FF2B5EF4-FFF2-40B4-BE49-F238E27FC236}">
                <a16:creationId xmlns:a16="http://schemas.microsoft.com/office/drawing/2014/main" id="{047D5FF2-07BC-48F1-915B-B506CD16847F}"/>
              </a:ext>
            </a:extLst>
          </p:cNvPr>
          <p:cNvSpPr>
            <a:spLocks xmlns:a="http://schemas.openxmlformats.org/drawingml/2006/main" noGrp="1"/>
          </p:cNvSpPr>
          <p:nvPr/>
        </p:nvSpPr>
        <p:spPr>
          <a:xfrm xmlns:a="http://schemas.openxmlformats.org/drawingml/2006/main">
            <a:off x="8086725" y="4086225"/>
            <a:ext cx="114300" cy="0"/>
          </a:xfrm>
          <a:prstGeom xmlns:a="http://schemas.openxmlformats.org/drawingml/2006/main" prst="line">
            <a:avLst/>
          </a:prstGeom>
          <a:noFill xmlns:a="http://schemas.openxmlformats.org/drawingml/2006/main"/>
          <a:ln xmlns:a="http://schemas.openxmlformats.org/drawingml/2006/main" w="19050">
            <a:solidFill>
              <a:srgbClr val="B87A24"/>
            </a:solidFill>
            <a:prstDash val="solid"/>
          </a:ln>
        </p:spPr>
      </p:sp>
      <p:sp>
        <p:nvSpPr>
          <p:cNvPr id="82" name="sda-route-vertical">
            <a:extLst xmlns:a="http://schemas.openxmlformats.org/drawingml/2006/main">
              <a:ext uri="{FF2B5EF4-FFF2-40B4-BE49-F238E27FC236}">
                <a16:creationId xmlns:a16="http://schemas.microsoft.com/office/drawing/2014/main" id="{9E1D8B14-BE98-48D3-AC5C-C0F13F2396DF}"/>
              </a:ext>
            </a:extLst>
          </p:cNvPr>
          <p:cNvSpPr>
            <a:spLocks xmlns:a="http://schemas.openxmlformats.org/drawingml/2006/main" noGrp="1"/>
          </p:cNvSpPr>
          <p:nvPr/>
        </p:nvSpPr>
        <p:spPr>
          <a:xfrm xmlns:a="http://schemas.openxmlformats.org/drawingml/2006/main">
            <a:off x="8086725" y="4086225"/>
            <a:ext cx="0" cy="1276350"/>
          </a:xfrm>
          <a:prstGeom xmlns:a="http://schemas.openxmlformats.org/drawingml/2006/main" prst="line">
            <a:avLst/>
          </a:prstGeom>
          <a:noFill xmlns:a="http://schemas.openxmlformats.org/drawingml/2006/main"/>
          <a:ln xmlns:a="http://schemas.openxmlformats.org/drawingml/2006/main" w="19050">
            <a:solidFill>
              <a:srgbClr val="B87A24"/>
            </a:solidFill>
            <a:prstDash val="solid"/>
          </a:ln>
        </p:spPr>
      </p:sp>
      <p:sp>
        <p:nvSpPr>
          <p:cNvPr id="83" name="sda-route-horizontal">
            <a:extLst xmlns:a="http://schemas.openxmlformats.org/drawingml/2006/main">
              <a:ext uri="{FF2B5EF4-FFF2-40B4-BE49-F238E27FC236}">
                <a16:creationId xmlns:a16="http://schemas.microsoft.com/office/drawing/2014/main" id="{C1A04F07-DDB3-40DA-96CD-95359C69C36E}"/>
              </a:ext>
            </a:extLst>
          </p:cNvPr>
          <p:cNvSpPr>
            <a:spLocks xmlns:a="http://schemas.openxmlformats.org/drawingml/2006/main" noGrp="1"/>
          </p:cNvSpPr>
          <p:nvPr/>
        </p:nvSpPr>
        <p:spPr>
          <a:xfrm xmlns:a="http://schemas.openxmlformats.org/drawingml/2006/main">
            <a:off x="8086725" y="5362575"/>
            <a:ext cx="819150" cy="0"/>
          </a:xfrm>
          <a:prstGeom xmlns:a="http://schemas.openxmlformats.org/drawingml/2006/main" prst="line">
            <a:avLst/>
          </a:prstGeom>
          <a:noFill xmlns:a="http://schemas.openxmlformats.org/drawingml/2006/main"/>
          <a:ln xmlns:a="http://schemas.openxmlformats.org/drawingml/2006/main" w="19050">
            <a:solidFill>
              <a:srgbClr val="B87A24"/>
            </a:solidFill>
            <a:prstDash val="solid"/>
          </a:ln>
        </p:spPr>
      </p:sp>
      <p:sp>
        <p:nvSpPr>
          <p:cNvPr id="84" name="scl-pin-lead">
            <a:extLst xmlns:a="http://schemas.openxmlformats.org/drawingml/2006/main">
              <a:ext uri="{FF2B5EF4-FFF2-40B4-BE49-F238E27FC236}">
                <a16:creationId xmlns:a16="http://schemas.microsoft.com/office/drawing/2014/main" id="{E324D168-56F9-4D71-8FF4-7DAAADD54AC1}"/>
              </a:ext>
            </a:extLst>
          </p:cNvPr>
          <p:cNvSpPr>
            <a:spLocks xmlns:a="http://schemas.openxmlformats.org/drawingml/2006/main" noGrp="1"/>
          </p:cNvSpPr>
          <p:nvPr/>
        </p:nvSpPr>
        <p:spPr>
          <a:xfrm xmlns:a="http://schemas.openxmlformats.org/drawingml/2006/main">
            <a:off x="7934325" y="4333875"/>
            <a:ext cx="266700" cy="0"/>
          </a:xfrm>
          <a:prstGeom xmlns:a="http://schemas.openxmlformats.org/drawingml/2006/main" prst="line">
            <a:avLst/>
          </a:prstGeom>
          <a:noFill xmlns:a="http://schemas.openxmlformats.org/drawingml/2006/main"/>
          <a:ln xmlns:a="http://schemas.openxmlformats.org/drawingml/2006/main" w="19050">
            <a:solidFill>
              <a:srgbClr val="B87A24"/>
            </a:solidFill>
            <a:prstDash val="solid"/>
          </a:ln>
        </p:spPr>
      </p:sp>
      <p:sp>
        <p:nvSpPr>
          <p:cNvPr id="85" name="scl-route-vertical">
            <a:extLst xmlns:a="http://schemas.openxmlformats.org/drawingml/2006/main">
              <a:ext uri="{FF2B5EF4-FFF2-40B4-BE49-F238E27FC236}">
                <a16:creationId xmlns:a16="http://schemas.microsoft.com/office/drawing/2014/main" id="{C7E40CFE-299E-4A93-90DD-E3F4DA100C0F}"/>
              </a:ext>
            </a:extLst>
          </p:cNvPr>
          <p:cNvSpPr>
            <a:spLocks xmlns:a="http://schemas.openxmlformats.org/drawingml/2006/main" noGrp="1"/>
          </p:cNvSpPr>
          <p:nvPr/>
        </p:nvSpPr>
        <p:spPr>
          <a:xfrm xmlns:a="http://schemas.openxmlformats.org/drawingml/2006/main">
            <a:off x="7934325" y="4333875"/>
            <a:ext cx="0" cy="1476375"/>
          </a:xfrm>
          <a:prstGeom xmlns:a="http://schemas.openxmlformats.org/drawingml/2006/main" prst="line">
            <a:avLst/>
          </a:prstGeom>
          <a:noFill xmlns:a="http://schemas.openxmlformats.org/drawingml/2006/main"/>
          <a:ln xmlns:a="http://schemas.openxmlformats.org/drawingml/2006/main" w="19050">
            <a:solidFill>
              <a:srgbClr val="B87A24"/>
            </a:solidFill>
            <a:prstDash val="solid"/>
          </a:ln>
        </p:spPr>
      </p:sp>
      <p:sp>
        <p:nvSpPr>
          <p:cNvPr id="86" name="scl-route-horizontal">
            <a:extLst xmlns:a="http://schemas.openxmlformats.org/drawingml/2006/main">
              <a:ext uri="{FF2B5EF4-FFF2-40B4-BE49-F238E27FC236}">
                <a16:creationId xmlns:a16="http://schemas.microsoft.com/office/drawing/2014/main" id="{B84DC66D-9215-4A86-8C4A-854968E4B2C9}"/>
              </a:ext>
            </a:extLst>
          </p:cNvPr>
          <p:cNvSpPr>
            <a:spLocks xmlns:a="http://schemas.openxmlformats.org/drawingml/2006/main" noGrp="1"/>
          </p:cNvSpPr>
          <p:nvPr/>
        </p:nvSpPr>
        <p:spPr>
          <a:xfrm xmlns:a="http://schemas.openxmlformats.org/drawingml/2006/main">
            <a:off x="7934325" y="5810250"/>
            <a:ext cx="971550" cy="0"/>
          </a:xfrm>
          <a:prstGeom xmlns:a="http://schemas.openxmlformats.org/drawingml/2006/main" prst="line">
            <a:avLst/>
          </a:prstGeom>
          <a:noFill xmlns:a="http://schemas.openxmlformats.org/drawingml/2006/main"/>
          <a:ln xmlns:a="http://schemas.openxmlformats.org/drawingml/2006/main" w="19050">
            <a:solidFill>
              <a:srgbClr val="B87A24"/>
            </a:solidFill>
            <a:prstDash val="solid"/>
          </a:ln>
        </p:spPr>
      </p:sp>
      <p:sp>
        <p:nvSpPr>
          <p:cNvPr id="87" name="i2c-caption">
            <a:extLst xmlns:a="http://schemas.openxmlformats.org/drawingml/2006/main">
              <a:ext uri="{FF2B5EF4-FFF2-40B4-BE49-F238E27FC236}">
                <a16:creationId xmlns:a16="http://schemas.microsoft.com/office/drawing/2014/main" id="{9AB93F5E-BA6F-4E16-A7BB-96AF8F5B1F01}"/>
              </a:ext>
            </a:extLst>
          </p:cNvPr>
          <p:cNvSpPr>
            <a:spLocks xmlns:a="http://schemas.openxmlformats.org/drawingml/2006/main" noGrp="1"/>
          </p:cNvSpPr>
          <p:nvPr/>
        </p:nvSpPr>
        <p:spPr>
          <a:xfrm xmlns:a="http://schemas.openxmlformats.org/drawingml/2006/main">
            <a:off x="7696200" y="51816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87A24"/>
                </a:solidFill>
                <a:latin typeface="Arial"/>
                <a:ea typeface="Arial"/>
                <a:cs typeface="Arial"/>
              </a:defRPr>
            </a:defPPr>
            <a:lvl1pPr algn="ctr">
              <a:defRPr sz="900" b="1">
                <a:solidFill>
                  <a:srgbClr val="B87A24"/>
                </a:solidFill>
                <a:latin typeface="Arial"/>
                <a:ea typeface="Arial"/>
                <a:cs typeface="Arial"/>
              </a:defRPr>
            </a:lvl1pPr>
            <a:lvl2pPr algn="ctr">
              <a:defRPr sz="900" b="1">
                <a:solidFill>
                  <a:srgbClr val="B87A24"/>
                </a:solidFill>
                <a:latin typeface="Arial"/>
                <a:ea typeface="Arial"/>
                <a:cs typeface="Arial"/>
              </a:defRPr>
            </a:lvl2pPr>
            <a:lvl3pPr algn="ctr">
              <a:defRPr sz="900" b="1">
                <a:solidFill>
                  <a:srgbClr val="B87A24"/>
                </a:solidFill>
                <a:latin typeface="Arial"/>
                <a:ea typeface="Arial"/>
                <a:cs typeface="Arial"/>
              </a:defRPr>
            </a:lvl3pPr>
            <a:lvl4pPr algn="ctr">
              <a:defRPr sz="900" b="1">
                <a:solidFill>
                  <a:srgbClr val="B87A24"/>
                </a:solidFill>
                <a:latin typeface="Arial"/>
                <a:ea typeface="Arial"/>
                <a:cs typeface="Arial"/>
              </a:defRPr>
            </a:lvl4pPr>
            <a:lvl5pPr algn="ctr">
              <a:defRPr sz="900" b="1">
                <a:solidFill>
                  <a:srgbClr val="B87A24"/>
                </a:solidFill>
                <a:latin typeface="Arial"/>
                <a:ea typeface="Arial"/>
                <a:cs typeface="Arial"/>
              </a:defRPr>
            </a:lvl5pPr>
            <a:lvl6pPr algn="ctr">
              <a:defRPr sz="900" b="1">
                <a:solidFill>
                  <a:srgbClr val="B87A24"/>
                </a:solidFill>
                <a:latin typeface="Arial"/>
                <a:ea typeface="Arial"/>
                <a:cs typeface="Arial"/>
              </a:defRPr>
            </a:lvl6pPr>
            <a:lvl7pPr algn="ctr">
              <a:defRPr sz="900" b="1">
                <a:solidFill>
                  <a:srgbClr val="B87A24"/>
                </a:solidFill>
                <a:latin typeface="Arial"/>
                <a:ea typeface="Arial"/>
                <a:cs typeface="Arial"/>
              </a:defRPr>
            </a:lvl7pPr>
            <a:lvl8pPr algn="ctr">
              <a:defRPr sz="900" b="1">
                <a:solidFill>
                  <a:srgbClr val="B87A24"/>
                </a:solidFill>
                <a:latin typeface="Arial"/>
                <a:ea typeface="Arial"/>
                <a:cs typeface="Arial"/>
              </a:defRPr>
            </a:lvl8pPr>
            <a:lvl9pPr algn="ctr">
              <a:defRPr sz="900" b="1">
                <a:solidFill>
                  <a:srgbClr val="B87A24"/>
                </a:solidFill>
                <a:latin typeface="Arial"/>
                <a:ea typeface="Arial"/>
                <a:cs typeface="Arial"/>
              </a:defRPr>
            </a:lvl9pPr>
          </a:lstStyle>
          <a:p xmlns:a="http://schemas.openxmlformats.org/drawingml/2006/main">
            <a:pPr algn="ctr">
              <a:defRPr sz="900" b="1">
                <a:solidFill>
                  <a:srgbClr val="B87A24"/>
                </a:solidFill>
                <a:latin typeface="Arial"/>
                <a:ea typeface="Arial"/>
                <a:cs typeface="Arial"/>
              </a:defRPr>
            </a:pPr>
            <a:r>
              <a:rPr sz="900" b="1">
                <a:solidFill>
                  <a:srgbClr val="B87A24"/>
                </a:solidFill>
                <a:latin typeface="Arial"/>
                <a:ea typeface="Arial"/>
                <a:cs typeface="Arial"/>
              </a:rPr>
              <a:t>I²C</a:t>
            </a:r>
          </a:p>
        </p:txBody>
      </p:sp>
      <p:sp>
        <p:nvSpPr>
          <p:cNvPr id="88" name="schematic-note">
            <a:extLst xmlns:a="http://schemas.openxmlformats.org/drawingml/2006/main">
              <a:ext uri="{FF2B5EF4-FFF2-40B4-BE49-F238E27FC236}">
                <a16:creationId xmlns:a16="http://schemas.microsoft.com/office/drawing/2014/main" id="{72ABE7EE-7D2C-4141-8458-AAE14A5E9A1B}"/>
              </a:ext>
            </a:extLst>
          </p:cNvPr>
          <p:cNvSpPr>
            <a:spLocks xmlns:a="http://schemas.openxmlformats.org/drawingml/2006/main" noGrp="1"/>
          </p:cNvSpPr>
          <p:nvPr/>
        </p:nvSpPr>
        <p:spPr>
          <a:xfrm xmlns:a="http://schemas.openxmlformats.org/drawingml/2006/main">
            <a:off x="628650" y="5505450"/>
            <a:ext cx="6858000" cy="561975"/>
          </a:xfrm>
          <a:prstGeom xmlns:a="http://schemas.openxmlformats.org/drawingml/2006/main" prst="roundRect">
            <a:avLst>
              <a:gd name="adj" fmla="val 13559"/>
            </a:avLst>
          </a:prstGeom>
          <a:solidFill xmlns:a="http://schemas.openxmlformats.org/drawingml/2006/main">
            <a:srgbClr val="F4EBD8"/>
          </a:solidFill>
          <a:ln xmlns:a="http://schemas.openxmlformats.org/drawingml/2006/main" w="0">
            <a:noFill/>
            <a:prstDash val="solid"/>
          </a:ln>
        </p:spPr>
      </p:sp>
      <p:sp>
        <p:nvSpPr>
          <p:cNvPr id="89" name="schematic-note-text">
            <a:extLst xmlns:a="http://schemas.openxmlformats.org/drawingml/2006/main">
              <a:ext uri="{FF2B5EF4-FFF2-40B4-BE49-F238E27FC236}">
                <a16:creationId xmlns:a16="http://schemas.microsoft.com/office/drawing/2014/main" id="{E4EA7DFB-7117-41B4-A6F7-9641512775AD}"/>
              </a:ext>
            </a:extLst>
          </p:cNvPr>
          <p:cNvSpPr>
            <a:spLocks xmlns:a="http://schemas.openxmlformats.org/drawingml/2006/main" noGrp="1"/>
          </p:cNvSpPr>
          <p:nvPr/>
        </p:nvSpPr>
        <p:spPr>
          <a:xfrm xmlns:a="http://schemas.openxmlformats.org/drawingml/2006/main">
            <a:off x="800100" y="5572125"/>
            <a:ext cx="6515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11232B"/>
                </a:solidFill>
                <a:latin typeface="Arial"/>
                <a:ea typeface="Arial"/>
                <a:cs typeface="Arial"/>
              </a:defRPr>
            </a:defPPr>
            <a:lvl1pPr algn="l">
              <a:defRPr sz="975" b="0">
                <a:solidFill>
                  <a:srgbClr val="11232B"/>
                </a:solidFill>
                <a:latin typeface="Arial"/>
                <a:ea typeface="Arial"/>
                <a:cs typeface="Arial"/>
              </a:defRPr>
            </a:lvl1pPr>
            <a:lvl2pPr algn="l">
              <a:defRPr sz="975" b="0">
                <a:solidFill>
                  <a:srgbClr val="11232B"/>
                </a:solidFill>
                <a:latin typeface="Arial"/>
                <a:ea typeface="Arial"/>
                <a:cs typeface="Arial"/>
              </a:defRPr>
            </a:lvl2pPr>
            <a:lvl3pPr algn="l">
              <a:defRPr sz="975" b="0">
                <a:solidFill>
                  <a:srgbClr val="11232B"/>
                </a:solidFill>
                <a:latin typeface="Arial"/>
                <a:ea typeface="Arial"/>
                <a:cs typeface="Arial"/>
              </a:defRPr>
            </a:lvl3pPr>
            <a:lvl4pPr algn="l">
              <a:defRPr sz="975" b="0">
                <a:solidFill>
                  <a:srgbClr val="11232B"/>
                </a:solidFill>
                <a:latin typeface="Arial"/>
                <a:ea typeface="Arial"/>
                <a:cs typeface="Arial"/>
              </a:defRPr>
            </a:lvl4pPr>
            <a:lvl5pPr algn="l">
              <a:defRPr sz="975" b="0">
                <a:solidFill>
                  <a:srgbClr val="11232B"/>
                </a:solidFill>
                <a:latin typeface="Arial"/>
                <a:ea typeface="Arial"/>
                <a:cs typeface="Arial"/>
              </a:defRPr>
            </a:lvl5pPr>
            <a:lvl6pPr algn="l">
              <a:defRPr sz="975" b="0">
                <a:solidFill>
                  <a:srgbClr val="11232B"/>
                </a:solidFill>
                <a:latin typeface="Arial"/>
                <a:ea typeface="Arial"/>
                <a:cs typeface="Arial"/>
              </a:defRPr>
            </a:lvl6pPr>
            <a:lvl7pPr algn="l">
              <a:defRPr sz="975" b="0">
                <a:solidFill>
                  <a:srgbClr val="11232B"/>
                </a:solidFill>
                <a:latin typeface="Arial"/>
                <a:ea typeface="Arial"/>
                <a:cs typeface="Arial"/>
              </a:defRPr>
            </a:lvl7pPr>
            <a:lvl8pPr algn="l">
              <a:defRPr sz="975" b="0">
                <a:solidFill>
                  <a:srgbClr val="11232B"/>
                </a:solidFill>
                <a:latin typeface="Arial"/>
                <a:ea typeface="Arial"/>
                <a:cs typeface="Arial"/>
              </a:defRPr>
            </a:lvl8pPr>
            <a:lvl9pPr algn="l">
              <a:defRPr sz="975" b="0">
                <a:solidFill>
                  <a:srgbClr val="11232B"/>
                </a:solidFill>
                <a:latin typeface="Arial"/>
                <a:ea typeface="Arial"/>
                <a:cs typeface="Arial"/>
              </a:defRPr>
            </a:lvl9pPr>
          </a:lstStyle>
          <a:p xmlns:a="http://schemas.openxmlformats.org/drawingml/2006/main">
            <a:pPr algn="l">
              <a:defRPr sz="975" b="0">
                <a:solidFill>
                  <a:srgbClr val="11232B"/>
                </a:solidFill>
                <a:latin typeface="Arial"/>
                <a:ea typeface="Arial"/>
                <a:cs typeface="Arial"/>
              </a:defRPr>
            </a:pPr>
            <a:r>
              <a:rPr sz="975" b="0">
                <a:solidFill>
                  <a:srgbClr val="11232B"/>
                </a:solidFill>
                <a:latin typeface="Arial"/>
                <a:ea typeface="Arial"/>
                <a:cs typeface="Arial"/>
              </a:rPr>
              <a:t>R1 nối tiếp; R2 // C1 từ nút ADC xuống GND. Chia áp 10 kΩ / 56 kΩ: đỉnh lý tưởng khoảng 2,8 V.</a:t>
            </a:r>
          </a:p>
        </p:txBody>
      </p:sp>
      <p:sp>
        <p:nvSpPr>
          <p:cNvPr id="90" name="usb-note">
            <a:extLst xmlns:a="http://schemas.openxmlformats.org/drawingml/2006/main">
              <a:ext uri="{FF2B5EF4-FFF2-40B4-BE49-F238E27FC236}">
                <a16:creationId xmlns:a16="http://schemas.microsoft.com/office/drawing/2014/main" id="{B5F335E8-376D-41DD-B92F-AA6A2E5683F3}"/>
              </a:ext>
            </a:extLst>
          </p:cNvPr>
          <p:cNvSpPr>
            <a:spLocks xmlns:a="http://schemas.openxmlformats.org/drawingml/2006/main" noGrp="1"/>
          </p:cNvSpPr>
          <p:nvPr/>
        </p:nvSpPr>
        <p:spPr>
          <a:xfrm xmlns:a="http://schemas.openxmlformats.org/drawingml/2006/main">
            <a:off x="647700" y="6115050"/>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0636A"/>
                </a:solidFill>
                <a:latin typeface="Arial"/>
                <a:ea typeface="Arial"/>
                <a:cs typeface="Arial"/>
              </a:defRPr>
            </a:defPPr>
            <a:lvl1pPr algn="l">
              <a:defRPr sz="900" b="0">
                <a:solidFill>
                  <a:srgbClr val="50636A"/>
                </a:solidFill>
                <a:latin typeface="Arial"/>
                <a:ea typeface="Arial"/>
                <a:cs typeface="Arial"/>
              </a:defRPr>
            </a:lvl1pPr>
            <a:lvl2pPr algn="l">
              <a:defRPr sz="900" b="0">
                <a:solidFill>
                  <a:srgbClr val="50636A"/>
                </a:solidFill>
                <a:latin typeface="Arial"/>
                <a:ea typeface="Arial"/>
                <a:cs typeface="Arial"/>
              </a:defRPr>
            </a:lvl2pPr>
            <a:lvl3pPr algn="l">
              <a:defRPr sz="900" b="0">
                <a:solidFill>
                  <a:srgbClr val="50636A"/>
                </a:solidFill>
                <a:latin typeface="Arial"/>
                <a:ea typeface="Arial"/>
                <a:cs typeface="Arial"/>
              </a:defRPr>
            </a:lvl3pPr>
            <a:lvl4pPr algn="l">
              <a:defRPr sz="900" b="0">
                <a:solidFill>
                  <a:srgbClr val="50636A"/>
                </a:solidFill>
                <a:latin typeface="Arial"/>
                <a:ea typeface="Arial"/>
                <a:cs typeface="Arial"/>
              </a:defRPr>
            </a:lvl4pPr>
            <a:lvl5pPr algn="l">
              <a:defRPr sz="900" b="0">
                <a:solidFill>
                  <a:srgbClr val="50636A"/>
                </a:solidFill>
                <a:latin typeface="Arial"/>
                <a:ea typeface="Arial"/>
                <a:cs typeface="Arial"/>
              </a:defRPr>
            </a:lvl5pPr>
            <a:lvl6pPr algn="l">
              <a:defRPr sz="900" b="0">
                <a:solidFill>
                  <a:srgbClr val="50636A"/>
                </a:solidFill>
                <a:latin typeface="Arial"/>
                <a:ea typeface="Arial"/>
                <a:cs typeface="Arial"/>
              </a:defRPr>
            </a:lvl6pPr>
            <a:lvl7pPr algn="l">
              <a:defRPr sz="900" b="0">
                <a:solidFill>
                  <a:srgbClr val="50636A"/>
                </a:solidFill>
                <a:latin typeface="Arial"/>
                <a:ea typeface="Arial"/>
                <a:cs typeface="Arial"/>
              </a:defRPr>
            </a:lvl7pPr>
            <a:lvl8pPr algn="l">
              <a:defRPr sz="900" b="0">
                <a:solidFill>
                  <a:srgbClr val="50636A"/>
                </a:solidFill>
                <a:latin typeface="Arial"/>
                <a:ea typeface="Arial"/>
                <a:cs typeface="Arial"/>
              </a:defRPr>
            </a:lvl8pPr>
            <a:lvl9pPr algn="l">
              <a:defRPr sz="900" b="0">
                <a:solidFill>
                  <a:srgbClr val="50636A"/>
                </a:solidFill>
                <a:latin typeface="Arial"/>
                <a:ea typeface="Arial"/>
                <a:cs typeface="Arial"/>
              </a:defRPr>
            </a:lvl9pPr>
          </a:lstStyle>
          <a:p xmlns:a="http://schemas.openxmlformats.org/drawingml/2006/main">
            <a:pPr algn="l">
              <a:defRPr sz="900" b="0">
                <a:solidFill>
                  <a:srgbClr val="50636A"/>
                </a:solidFill>
                <a:latin typeface="Arial"/>
                <a:ea typeface="Arial"/>
                <a:cs typeface="Arial"/>
              </a:defRPr>
            </a:pPr>
            <a:r>
              <a:rPr sz="900" b="0">
                <a:solidFill>
                  <a:srgbClr val="50636A"/>
                </a:solidFill>
                <a:latin typeface="Arial"/>
                <a:ea typeface="Arial"/>
                <a:cs typeface="Arial"/>
              </a:rPr>
              <a:t>Mỗi bo cấp nguồn qua cáp USB riêng. Cắm cáp đúng loại đầu nối; OLED cấp 3,3 V từ bo thu.</a:t>
            </a:r>
          </a:p>
        </p:txBody>
      </p:sp>
    </p:spTree>
    <p:extLst>
      <p:ext uri="{BB962C8B-B14F-4D97-AF65-F5344CB8AC3E}">
        <p14:creationId xmlns:p14="http://schemas.microsoft.com/office/powerpoint/2010/main" val="696522489"/>
      </p:ext>
    </p:extLst>
  </p:cSld>
</p:sld>
</file>

<file path=ppt/slides/slide2.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9" name="slide-2-title">
            <a:extLst xmlns:a="http://schemas.openxmlformats.org/drawingml/2006/main">
              <a:ext uri="{FF2B5EF4-FFF2-40B4-BE49-F238E27FC236}">
                <a16:creationId xmlns:a16="http://schemas.microsoft.com/office/drawing/2014/main" id="{034C72CA-02EE-498E-B864-E62DFBC6D4EB}"/>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11232B"/>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2700" b="1">
                <a:solidFill>
                  <a:srgbClr val="11232B"/>
                </a:solidFill>
                <a:latin typeface="Arial"/>
                <a:ea typeface="Arial"/>
                <a:cs typeface="Arial"/>
              </a:defRPr>
            </a:pPr>
            <a:r>
              <a:rPr sz="2700" b="1">
                <a:solidFill>
                  <a:srgbClr val="11232B"/>
                </a:solidFill>
                <a:latin typeface="Arial"/>
                <a:ea typeface="Arial"/>
                <a:cs typeface="Arial"/>
              </a:rPr>
              <a:t>Phần cứng cần mua</a:t>
            </a:r>
          </a:p>
        </p:txBody>
      </p:sp>
      <p:sp>
        <p:nvSpPr>
          <p:cNvPr id="2" name="slide-2-strap">
            <a:extLst xmlns:a="http://schemas.openxmlformats.org/drawingml/2006/main">
              <a:ext uri="{FF2B5EF4-FFF2-40B4-BE49-F238E27FC236}">
                <a16:creationId xmlns:a16="http://schemas.microsoft.com/office/drawing/2014/main" id="{CCDA945B-098C-40A1-92CD-26DC4E042504}"/>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0636A"/>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0636A"/>
                </a:solidFill>
                <a:latin typeface="Arial"/>
                <a:ea typeface="Arial"/>
                <a:cs typeface="Arial"/>
              </a:defRPr>
            </a:pPr>
            <a:r>
              <a:rPr sz="1275" b="0">
                <a:solidFill>
                  <a:srgbClr val="50636A"/>
                </a:solidFill>
                <a:latin typeface="Arial"/>
                <a:ea typeface="Arial"/>
                <a:cs typeface="Arial"/>
              </a:rPr>
              <a:t>Bộ tối thiểu cho HIL để bàn · số lượng 01 bộ · chọn bo có đúng mã chip / module.</a:t>
            </a:r>
          </a:p>
        </p:txBody>
      </p:sp>
      <p:sp>
        <p:nvSpPr>
          <p:cNvPr id="3" name="slide-2-header-rule">
            <a:extLst xmlns:a="http://schemas.openxmlformats.org/drawingml/2006/main">
              <a:ext uri="{FF2B5EF4-FFF2-40B4-BE49-F238E27FC236}">
                <a16:creationId xmlns:a16="http://schemas.microsoft.com/office/drawing/2014/main" id="{BAF0D8F7-92C0-4F5A-B8B6-EB5AA020A098}"/>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4" name="slide-2-index">
            <a:extLst xmlns:a="http://schemas.openxmlformats.org/drawingml/2006/main">
              <a:ext uri="{FF2B5EF4-FFF2-40B4-BE49-F238E27FC236}">
                <a16:creationId xmlns:a16="http://schemas.microsoft.com/office/drawing/2014/main" id="{0E90741F-3021-4065-B55B-F9CAB1157E1A}"/>
              </a:ext>
            </a:extLst>
          </p:cNvPr>
          <p:cNvSpPr>
            <a:spLocks xmlns:a="http://schemas.openxmlformats.org/drawingml/2006/main" noGrp="1"/>
          </p:cNvSpPr>
          <p:nvPr/>
        </p:nvSpPr>
        <p:spPr>
          <a:xfrm xmlns:a="http://schemas.openxmlformats.org/drawingml/2006/main">
            <a:off x="609600" y="64579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0636A"/>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50636A"/>
                </a:solidFill>
                <a:latin typeface="Arial"/>
                <a:ea typeface="Arial"/>
                <a:cs typeface="Arial"/>
              </a:defRPr>
            </a:pPr>
            <a:r>
              <a:rPr sz="825" b="1">
                <a:solidFill>
                  <a:srgbClr val="50636A"/>
                </a:solidFill>
                <a:latin typeface="Arial"/>
                <a:ea typeface="Arial"/>
                <a:cs typeface="Arial"/>
              </a:rPr>
              <a:t>RELYFETAL   /   HIL PLAN                                      02  /  03</a:t>
            </a:r>
          </a:p>
        </p:txBody>
      </p:sp>
      <p:graphicFrame>
        <p:nvGraphicFramePr>
          <p:cNvPr id="5" name="">
            <a:extLst xmlns:a="http://schemas.openxmlformats.org/drawingml/2006/main">
              <a:ext uri="{FF2B5EF4-FFF2-40B4-BE49-F238E27FC236}">
                <a16:creationId xmlns:a16="http://schemas.microsoft.com/office/drawing/2014/main" id="{34E8E9D4-10BA-4C6C-AF31-AC04AD792F11}"/>
              </a:ext>
            </a:extLst>
          </p:cNvPr>
          <p:cNvGraphicFramePr/>
          <p:nvPr/>
        </p:nvGraphicFramePr>
        <p:xfrm>
          <a:off xmlns:a="http://schemas.openxmlformats.org/drawingml/2006/main" x="628650" y="1619250"/>
          <a:ext xmlns:a="http://schemas.openxmlformats.org/drawingml/2006/main" cx="10868025" cy="3390900"/>
        </p:xfrm>
        <a:graphic xmlns:a="http://schemas.openxmlformats.org/drawingml/2006/main">
          <a:graphicData uri="http://schemas.openxmlformats.org/drawingml/2006/table">
            <a:tbl>
              <a:tblPr firstRow="1" bandRow="0"/>
              <a:tblGrid>
                <a:gridCol w="685800"/>
                <a:gridCol w="3143250"/>
                <a:gridCol w="1809750"/>
                <a:gridCol w="5229225"/>
              </a:tblGrid>
              <a:tr h="484414">
                <a:tc>
                  <a:txBody>
                    <a:bodyPr>
                      <a:normAutofit/>
                    </a:bodyPr>
                    <a:lstStyle/>
                    <a:p>
                      <a:r>
                        <a:rPr sz="1200" b="1">
                          <a:solidFill>
                            <a:srgbClr val="F7F8F3"/>
                          </a:solidFill>
                          <a:latin typeface="Arial"/>
                          <a:ea typeface="Arial"/>
                          <a:cs typeface="Arial"/>
                        </a:rPr>
                        <a:t>SL</a:t>
                      </a:r>
                    </a:p>
                  </a:txBody>
                  <a:tcPr marL="91440" marR="91440" marT="45720" marB="45720" anchor="ctr">
                    <a:lnL w="9525">
                      <a:solidFill>
                        <a:srgbClr val="D7DDD9"/>
                      </a:solidFill>
                      <a:prstDash val="solid"/>
                    </a:lnL>
                    <a:lnR w="9525">
                      <a:solidFill>
                        <a:srgbClr val="D7DDD9"/>
                      </a:solidFill>
                      <a:prstDash val="solid"/>
                    </a:lnR>
                    <a:lnT w="9525">
                      <a:solidFill>
                        <a:srgbClr val="D7DDD9"/>
                      </a:solidFill>
                      <a:prstDash val="solid"/>
                    </a:lnT>
                    <a:lnB w="9525">
                      <a:solidFill>
                        <a:srgbClr val="D7DDD9"/>
                      </a:solidFill>
                      <a:prstDash val="solid"/>
                    </a:lnB>
                    <a:solidFill>
                      <a:srgbClr val="102A33"/>
                    </a:solidFill>
                  </a:tcPr>
                </a:tc>
                <a:tc>
                  <a:txBody>
                    <a:bodyPr>
                      <a:normAutofit/>
                    </a:bodyPr>
                    <a:lstStyle/>
                    <a:p>
                      <a:r>
                        <a:rPr sz="1200" b="1">
                          <a:solidFill>
                            <a:srgbClr val="F7F8F3"/>
                          </a:solidFill>
                          <a:latin typeface="Arial"/>
                          <a:ea typeface="Arial"/>
                          <a:cs typeface="Arial"/>
                        </a:rPr>
                        <a:t>Linh kiện / mã cần tìm</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02A33"/>
                    </a:solidFill>
                  </a:tcPr>
                </a:tc>
                <a:tc>
                  <a:txBody>
                    <a:bodyPr>
                      <a:normAutofit/>
                    </a:bodyPr>
                    <a:lstStyle/>
                    <a:p>
                      <a:r>
                        <a:rPr sz="1200" b="1">
                          <a:solidFill>
                            <a:srgbClr val="F7F8F3"/>
                          </a:solidFill>
                          <a:latin typeface="Arial"/>
                          <a:ea typeface="Arial"/>
                          <a:cs typeface="Arial"/>
                        </a:rPr>
                        <a:t>Vai trò</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02A33"/>
                    </a:solidFill>
                  </a:tcPr>
                </a:tc>
                <a:tc>
                  <a:txBody>
                    <a:bodyPr>
                      <a:normAutofit/>
                    </a:bodyPr>
                    <a:lstStyle/>
                    <a:p>
                      <a:r>
                        <a:rPr sz="1200" b="1">
                          <a:solidFill>
                            <a:srgbClr val="F7F8F3"/>
                          </a:solidFill>
                          <a:latin typeface="Arial"/>
                          <a:ea typeface="Arial"/>
                          <a:cs typeface="Arial"/>
                        </a:rPr>
                        <a:t>Điểm cần xác nhận khi mua</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02A33"/>
                    </a:solidFill>
                  </a:tcPr>
                </a:tc>
              </a:tr>
              <a:tr h="484414">
                <a:tc>
                  <a:txBody>
                    <a:bodyPr>
                      <a:normAutofit/>
                    </a:bodyPr>
                    <a:lstStyle/>
                    <a:p>
                      <a:r>
                        <a:rPr sz="1163" b="1">
                          <a:solidFill>
                            <a:srgbClr val="11232B"/>
                          </a:solidFill>
                          <a:latin typeface="Arial"/>
                          <a:ea typeface="Arial"/>
                          <a:cs typeface="Arial"/>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ESP32 DevKit V1 / NodeMCU-32S</a:t>
                      </a:r>
                    </a:p>
                    <a:p>
                      <a:r>
                        <a:rPr sz="1163" b="0">
                          <a:solidFill>
                            <a:srgbClr val="11232B"/>
                          </a:solidFill>
                          <a:latin typeface="Arial"/>
                          <a:ea typeface="Arial"/>
                          <a:cs typeface="Arial"/>
                        </a:rPr>
                        <a:t>ESP-WROOM-32</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Bộ phát DAC</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Đúng ESP32 cổ điển; có DAC GPIO25. Không chọn C3/C6/S3 cho bo phát.</a:t>
                      </a:r>
                    </a:p>
                  </a:txBody>
                  <a:tcPr marL="91440" marR="91440" marT="45720" marB="45720" anchor="ctr">
                    <a:lnR w="9525">
                      <a:solidFill>
                        <a:srgbClr val="D7DDD9"/>
                      </a:solidFill>
                      <a:prstDash val="solid"/>
                    </a:lnR>
                    <a:lnB w="9525">
                      <a:solidFill>
                        <a:srgbClr val="D7DDD9"/>
                      </a:solidFill>
                      <a:prstDash val="solid"/>
                    </a:lnB>
                    <a:solidFill>
                      <a:srgbClr val="FFFFFF"/>
                    </a:solidFill>
                  </a:tcPr>
                </a:tc>
              </a:tr>
              <a:tr h="484414">
                <a:tc>
                  <a:txBody>
                    <a:bodyPr>
                      <a:normAutofit/>
                    </a:bodyPr>
                    <a:lstStyle/>
                    <a:p>
                      <a:r>
                        <a:rPr sz="1163" b="1">
                          <a:solidFill>
                            <a:srgbClr val="11232B"/>
                          </a:solidFill>
                          <a:latin typeface="Arial"/>
                          <a:ea typeface="Arial"/>
                          <a:cs typeface="Arial"/>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Espressif ESP32-S3-DevKitC-1-N8R8</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Thu ADC + chạy AI</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N8R8 = 8 MB flash + 8 MB PSRAM; GPIO1 là ADC1_CH0. Tránh bản N8 không PSRAM.</a:t>
                      </a:r>
                    </a:p>
                  </a:txBody>
                  <a:tcPr marL="91440" marR="91440" marT="45720" marB="45720" anchor="ctr">
                    <a:lnR w="9525">
                      <a:solidFill>
                        <a:srgbClr val="D7DDD9"/>
                      </a:solidFill>
                      <a:prstDash val="solid"/>
                    </a:lnR>
                    <a:lnB w="9525">
                      <a:solidFill>
                        <a:srgbClr val="D7DDD9"/>
                      </a:solidFill>
                      <a:prstDash val="solid"/>
                    </a:lnB>
                    <a:solidFill>
                      <a:srgbClr val="EAEDE8"/>
                    </a:solidFill>
                  </a:tcPr>
                </a:tc>
              </a:tr>
              <a:tr h="484414">
                <a:tc>
                  <a:txBody>
                    <a:bodyPr>
                      <a:normAutofit/>
                    </a:bodyPr>
                    <a:lstStyle/>
                    <a:p>
                      <a:r>
                        <a:rPr sz="1163" b="1">
                          <a:solidFill>
                            <a:srgbClr val="11232B"/>
                          </a:solidFill>
                          <a:latin typeface="Arial"/>
                          <a:ea typeface="Arial"/>
                          <a:cs typeface="Arial"/>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OLED 0,96 in · SSD1306 · I²C · 128×64</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Hiển thị tại chỗ</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Chọn module 4 chân VCC/GND/SCL/SDA; địa chỉ thường 0x3C. Dùng mức 3,3 V.</a:t>
                      </a:r>
                    </a:p>
                  </a:txBody>
                  <a:tcPr marL="91440" marR="91440" marT="45720" marB="45720" anchor="ctr">
                    <a:lnR w="9525">
                      <a:solidFill>
                        <a:srgbClr val="D7DDD9"/>
                      </a:solidFill>
                      <a:prstDash val="solid"/>
                    </a:lnR>
                    <a:lnB w="9525">
                      <a:solidFill>
                        <a:srgbClr val="D7DDD9"/>
                      </a:solidFill>
                      <a:prstDash val="solid"/>
                    </a:lnB>
                    <a:solidFill>
                      <a:srgbClr val="FFFFFF"/>
                    </a:solidFill>
                  </a:tcPr>
                </a:tc>
              </a:tr>
              <a:tr h="484414">
                <a:tc>
                  <a:txBody>
                    <a:bodyPr>
                      <a:normAutofit/>
                    </a:bodyPr>
                    <a:lstStyle/>
                    <a:p>
                      <a:r>
                        <a:rPr sz="1163" b="1">
                          <a:solidFill>
                            <a:srgbClr val="11232B"/>
                          </a:solidFill>
                          <a:latin typeface="Arial"/>
                          <a:ea typeface="Arial"/>
                          <a:cs typeface="Arial"/>
                        </a:rPr>
                        <a:t>2</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Điện trở R1 10 kΩ + R2 56 kΩ</a:t>
                      </a:r>
                    </a:p>
                    <a:p>
                      <a:r>
                        <a:rPr sz="1163" b="0">
                          <a:solidFill>
                            <a:srgbClr val="11232B"/>
                          </a:solidFill>
                          <a:latin typeface="Arial"/>
                          <a:ea typeface="Arial"/>
                          <a:cs typeface="Arial"/>
                        </a:rPr>
                        <a:t>1/4 W, ±5%</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Chia áp 0,85×</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R1 nối tiếp GPIO25; R2 từ nút ADC xuống GND. Đỉnh DAC 3,3 V → ADC khoảng 2,8 V.</a:t>
                      </a:r>
                    </a:p>
                  </a:txBody>
                  <a:tcPr marL="91440" marR="91440" marT="45720" marB="45720" anchor="ctr">
                    <a:lnR w="9525">
                      <a:solidFill>
                        <a:srgbClr val="D7DDD9"/>
                      </a:solidFill>
                      <a:prstDash val="solid"/>
                    </a:lnR>
                    <a:lnB w="9525">
                      <a:solidFill>
                        <a:srgbClr val="D7DDD9"/>
                      </a:solidFill>
                      <a:prstDash val="solid"/>
                    </a:lnB>
                    <a:solidFill>
                      <a:srgbClr val="EAEDE8"/>
                    </a:solidFill>
                  </a:tcPr>
                </a:tc>
              </a:tr>
              <a:tr h="484414">
                <a:tc>
                  <a:txBody>
                    <a:bodyPr>
                      <a:normAutofit/>
                    </a:bodyPr>
                    <a:lstStyle/>
                    <a:p>
                      <a:r>
                        <a:rPr sz="1163" b="1">
                          <a:solidFill>
                            <a:srgbClr val="11232B"/>
                          </a:solidFill>
                          <a:latin typeface="Arial"/>
                          <a:ea typeface="Arial"/>
                          <a:cs typeface="Arial"/>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Tụ gốm C1 100 nF (104) + breadboard + dây</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Lọc / lắp ráp</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C1 mắc từ nút ADC xuống GND, song song với R2; nối chung GND hai bo.</a:t>
                      </a:r>
                    </a:p>
                  </a:txBody>
                  <a:tcPr marL="91440" marR="91440" marT="45720" marB="45720" anchor="ctr">
                    <a:lnR w="9525">
                      <a:solidFill>
                        <a:srgbClr val="D7DDD9"/>
                      </a:solidFill>
                      <a:prstDash val="solid"/>
                    </a:lnR>
                    <a:lnB w="9525">
                      <a:solidFill>
                        <a:srgbClr val="D7DDD9"/>
                      </a:solidFill>
                      <a:prstDash val="solid"/>
                    </a:lnB>
                    <a:solidFill>
                      <a:srgbClr val="FFFFFF"/>
                    </a:solidFill>
                  </a:tcPr>
                </a:tc>
              </a:tr>
              <a:tr h="484414">
                <a:tc>
                  <a:txBody>
                    <a:bodyPr>
                      <a:normAutofit/>
                    </a:bodyPr>
                    <a:lstStyle/>
                    <a:p>
                      <a:r>
                        <a:rPr sz="1163" b="1">
                          <a:solidFill>
                            <a:srgbClr val="11232B"/>
                          </a:solidFill>
                          <a:latin typeface="Arial"/>
                          <a:ea typeface="Arial"/>
                          <a:cs typeface="Arial"/>
                        </a:rPr>
                        <a:t>2</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Cáp USB truyền dữ liệu đúng cổng bo</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Nguồn + nạp firmware</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ESP32 cổ điển thường Micro-USB; DevKitC-1 N8R8 dùng USB-C. Kiểm tra ảnh cổng trước khi đặt.</a:t>
                      </a:r>
                    </a:p>
                  </a:txBody>
                  <a:tcPr marL="91440" marR="91440" marT="45720" marB="45720" anchor="ctr">
                    <a:lnR w="9525">
                      <a:solidFill>
                        <a:srgbClr val="D7DDD9"/>
                      </a:solidFill>
                      <a:prstDash val="solid"/>
                    </a:lnR>
                    <a:lnB w="9525">
                      <a:solidFill>
                        <a:srgbClr val="D7DDD9"/>
                      </a:solidFill>
                      <a:prstDash val="solid"/>
                    </a:lnB>
                    <a:solidFill>
                      <a:srgbClr val="EAEDE8"/>
                    </a:solidFill>
                  </a:tcPr>
                </a:tc>
              </a:tr>
            </a:tbl>
          </a:graphicData>
        </a:graphic>
      </p:graphicFrame>
      <p:sp>
        <p:nvSpPr>
          <p:cNvPr id="6" name="purchase-note">
            <a:extLst xmlns:a="http://schemas.openxmlformats.org/drawingml/2006/main">
              <a:ext uri="{FF2B5EF4-FFF2-40B4-BE49-F238E27FC236}">
                <a16:creationId xmlns:a16="http://schemas.microsoft.com/office/drawing/2014/main" id="{92C4DCEE-4399-445B-82AC-D8E9F347D46B}"/>
              </a:ext>
            </a:extLst>
          </p:cNvPr>
          <p:cNvSpPr>
            <a:spLocks xmlns:a="http://schemas.openxmlformats.org/drawingml/2006/main" noGrp="1"/>
          </p:cNvSpPr>
          <p:nvPr/>
        </p:nvSpPr>
        <p:spPr>
          <a:xfrm xmlns:a="http://schemas.openxmlformats.org/drawingml/2006/main">
            <a:off x="628650" y="5219700"/>
            <a:ext cx="10868025" cy="838200"/>
          </a:xfrm>
          <a:prstGeom xmlns:a="http://schemas.openxmlformats.org/drawingml/2006/main" prst="roundRect">
            <a:avLst>
              <a:gd name="adj" fmla="val 11364"/>
            </a:avLst>
          </a:prstGeom>
          <a:solidFill xmlns:a="http://schemas.openxmlformats.org/drawingml/2006/main">
            <a:srgbClr val="F7E4DF"/>
          </a:solidFill>
          <a:ln xmlns:a="http://schemas.openxmlformats.org/drawingml/2006/main" w="0">
            <a:noFill/>
            <a:prstDash val="solid"/>
          </a:ln>
        </p:spPr>
      </p:sp>
      <p:sp>
        <p:nvSpPr>
          <p:cNvPr id="7" name="purchase-note-heading">
            <a:extLst xmlns:a="http://schemas.openxmlformats.org/drawingml/2006/main">
              <a:ext uri="{FF2B5EF4-FFF2-40B4-BE49-F238E27FC236}">
                <a16:creationId xmlns:a16="http://schemas.microsoft.com/office/drawing/2014/main" id="{A64D5465-0234-45C9-9C49-6C9C84652075}"/>
              </a:ext>
            </a:extLst>
          </p:cNvPr>
          <p:cNvSpPr>
            <a:spLocks xmlns:a="http://schemas.openxmlformats.org/drawingml/2006/main" noGrp="1"/>
          </p:cNvSpPr>
          <p:nvPr/>
        </p:nvSpPr>
        <p:spPr>
          <a:xfrm xmlns:a="http://schemas.openxmlformats.org/drawingml/2006/main">
            <a:off x="838200" y="53244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C84B42"/>
                </a:solidFill>
                <a:latin typeface="Arial"/>
                <a:ea typeface="Arial"/>
                <a:cs typeface="Arial"/>
              </a:defRPr>
            </a:defPPr>
            <a:lvl1pPr algn="l">
              <a:buNone/>
              <a:defRPr sz="975" b="1">
                <a:solidFill>
                  <a:srgbClr val="C84B42"/>
                </a:solidFill>
                <a:latin typeface="Arial"/>
                <a:ea typeface="Arial"/>
                <a:cs typeface="Arial"/>
              </a:defRPr>
            </a:lvl1pPr>
            <a:lvl2pPr algn="l">
              <a:buNone/>
              <a:defRPr sz="975" b="1">
                <a:solidFill>
                  <a:srgbClr val="C84B42"/>
                </a:solidFill>
                <a:latin typeface="Arial"/>
                <a:ea typeface="Arial"/>
                <a:cs typeface="Arial"/>
              </a:defRPr>
            </a:lvl2pPr>
            <a:lvl3pPr algn="l">
              <a:buNone/>
              <a:defRPr sz="975" b="1">
                <a:solidFill>
                  <a:srgbClr val="C84B42"/>
                </a:solidFill>
                <a:latin typeface="Arial"/>
                <a:ea typeface="Arial"/>
                <a:cs typeface="Arial"/>
              </a:defRPr>
            </a:lvl3pPr>
            <a:lvl4pPr algn="l">
              <a:buNone/>
              <a:defRPr sz="975" b="1">
                <a:solidFill>
                  <a:srgbClr val="C84B42"/>
                </a:solidFill>
                <a:latin typeface="Arial"/>
                <a:ea typeface="Arial"/>
                <a:cs typeface="Arial"/>
              </a:defRPr>
            </a:lvl4pPr>
            <a:lvl5pPr algn="l">
              <a:buNone/>
              <a:defRPr sz="975" b="1">
                <a:solidFill>
                  <a:srgbClr val="C84B42"/>
                </a:solidFill>
                <a:latin typeface="Arial"/>
                <a:ea typeface="Arial"/>
                <a:cs typeface="Arial"/>
              </a:defRPr>
            </a:lvl5pPr>
            <a:lvl6pPr algn="l">
              <a:buNone/>
              <a:defRPr sz="975" b="1">
                <a:solidFill>
                  <a:srgbClr val="C84B42"/>
                </a:solidFill>
                <a:latin typeface="Arial"/>
                <a:ea typeface="Arial"/>
                <a:cs typeface="Arial"/>
              </a:defRPr>
            </a:lvl6pPr>
            <a:lvl7pPr algn="l">
              <a:buNone/>
              <a:defRPr sz="975" b="1">
                <a:solidFill>
                  <a:srgbClr val="C84B42"/>
                </a:solidFill>
                <a:latin typeface="Arial"/>
                <a:ea typeface="Arial"/>
                <a:cs typeface="Arial"/>
              </a:defRPr>
            </a:lvl7pPr>
            <a:lvl8pPr algn="l">
              <a:buNone/>
              <a:defRPr sz="975" b="1">
                <a:solidFill>
                  <a:srgbClr val="C84B42"/>
                </a:solidFill>
                <a:latin typeface="Arial"/>
                <a:ea typeface="Arial"/>
                <a:cs typeface="Arial"/>
              </a:defRPr>
            </a:lvl8pPr>
            <a:lvl9pPr algn="l">
              <a:buNone/>
              <a:defRPr sz="975" b="1">
                <a:solidFill>
                  <a:srgbClr val="C84B42"/>
                </a:solidFill>
                <a:latin typeface="Arial"/>
                <a:ea typeface="Arial"/>
                <a:cs typeface="Arial"/>
              </a:defRPr>
            </a:lvl9pPr>
          </a:lstStyle>
          <a:p xmlns:a="http://schemas.openxmlformats.org/drawingml/2006/main">
            <a:pPr algn="l">
              <a:buNone/>
              <a:defRPr sz="975" b="1">
                <a:solidFill>
                  <a:srgbClr val="C84B42"/>
                </a:solidFill>
                <a:latin typeface="Arial"/>
                <a:ea typeface="Arial"/>
                <a:cs typeface="Arial"/>
              </a:defRPr>
            </a:pPr>
            <a:r>
              <a:rPr sz="975" b="1">
                <a:solidFill>
                  <a:srgbClr val="C84B42"/>
                </a:solidFill>
                <a:latin typeface="Arial"/>
                <a:ea typeface="Arial"/>
                <a:cs typeface="Arial"/>
              </a:rPr>
              <a:t>Lưu ý khi đặt hàng</a:t>
            </a:r>
          </a:p>
        </p:txBody>
      </p:sp>
      <p:sp>
        <p:nvSpPr>
          <p:cNvPr id="8" name="purchase-note-copy">
            <a:extLst xmlns:a="http://schemas.openxmlformats.org/drawingml/2006/main">
              <a:ext uri="{FF2B5EF4-FFF2-40B4-BE49-F238E27FC236}">
                <a16:creationId xmlns:a16="http://schemas.microsoft.com/office/drawing/2014/main" id="{FF13BDD3-542A-43B0-A27D-5CE809F2CFE0}"/>
              </a:ext>
            </a:extLst>
          </p:cNvPr>
          <p:cNvSpPr>
            <a:spLocks xmlns:a="http://schemas.openxmlformats.org/drawingml/2006/main" noGrp="1"/>
          </p:cNvSpPr>
          <p:nvPr/>
        </p:nvSpPr>
        <p:spPr>
          <a:xfrm xmlns:a="http://schemas.openxmlformats.org/drawingml/2006/main">
            <a:off x="838200" y="557212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11232B"/>
                </a:solidFill>
                <a:latin typeface="Arial"/>
                <a:ea typeface="Arial"/>
                <a:cs typeface="Arial"/>
              </a:defRPr>
            </a:defPPr>
            <a:lvl1pPr algn="l">
              <a:buNone/>
              <a:defRPr sz="1200" b="0">
                <a:solidFill>
                  <a:srgbClr val="11232B"/>
                </a:solidFill>
                <a:latin typeface="Arial"/>
                <a:ea typeface="Arial"/>
                <a:cs typeface="Arial"/>
              </a:defRPr>
            </a:lvl1pPr>
            <a:lvl2pPr algn="l">
              <a:buNone/>
              <a:defRPr sz="1200" b="0">
                <a:solidFill>
                  <a:srgbClr val="11232B"/>
                </a:solidFill>
                <a:latin typeface="Arial"/>
                <a:ea typeface="Arial"/>
                <a:cs typeface="Arial"/>
              </a:defRPr>
            </a:lvl2pPr>
            <a:lvl3pPr algn="l">
              <a:buNone/>
              <a:defRPr sz="1200" b="0">
                <a:solidFill>
                  <a:srgbClr val="11232B"/>
                </a:solidFill>
                <a:latin typeface="Arial"/>
                <a:ea typeface="Arial"/>
                <a:cs typeface="Arial"/>
              </a:defRPr>
            </a:lvl3pPr>
            <a:lvl4pPr algn="l">
              <a:buNone/>
              <a:defRPr sz="1200" b="0">
                <a:solidFill>
                  <a:srgbClr val="11232B"/>
                </a:solidFill>
                <a:latin typeface="Arial"/>
                <a:ea typeface="Arial"/>
                <a:cs typeface="Arial"/>
              </a:defRPr>
            </a:lvl4pPr>
            <a:lvl5pPr algn="l">
              <a:buNone/>
              <a:defRPr sz="1200" b="0">
                <a:solidFill>
                  <a:srgbClr val="11232B"/>
                </a:solidFill>
                <a:latin typeface="Arial"/>
                <a:ea typeface="Arial"/>
                <a:cs typeface="Arial"/>
              </a:defRPr>
            </a:lvl5pPr>
            <a:lvl6pPr algn="l">
              <a:buNone/>
              <a:defRPr sz="1200" b="0">
                <a:solidFill>
                  <a:srgbClr val="11232B"/>
                </a:solidFill>
                <a:latin typeface="Arial"/>
                <a:ea typeface="Arial"/>
                <a:cs typeface="Arial"/>
              </a:defRPr>
            </a:lvl6pPr>
            <a:lvl7pPr algn="l">
              <a:buNone/>
              <a:defRPr sz="1200" b="0">
                <a:solidFill>
                  <a:srgbClr val="11232B"/>
                </a:solidFill>
                <a:latin typeface="Arial"/>
                <a:ea typeface="Arial"/>
                <a:cs typeface="Arial"/>
              </a:defRPr>
            </a:lvl7pPr>
            <a:lvl8pPr algn="l">
              <a:buNone/>
              <a:defRPr sz="1200" b="0">
                <a:solidFill>
                  <a:srgbClr val="11232B"/>
                </a:solidFill>
                <a:latin typeface="Arial"/>
                <a:ea typeface="Arial"/>
                <a:cs typeface="Arial"/>
              </a:defRPr>
            </a:lvl8pPr>
            <a:lvl9pPr algn="l">
              <a:buNone/>
              <a:defRPr sz="1200" b="0">
                <a:solidFill>
                  <a:srgbClr val="11232B"/>
                </a:solidFill>
                <a:latin typeface="Arial"/>
                <a:ea typeface="Arial"/>
                <a:cs typeface="Arial"/>
              </a:defRPr>
            </a:lvl9pPr>
          </a:lstStyle>
          <a:p xmlns:a="http://schemas.openxmlformats.org/drawingml/2006/main">
            <a:pPr algn="l">
              <a:buNone/>
              <a:defRPr sz="1200" b="0">
                <a:solidFill>
                  <a:srgbClr val="11232B"/>
                </a:solidFill>
                <a:latin typeface="Arial"/>
                <a:ea typeface="Arial"/>
                <a:cs typeface="Arial"/>
              </a:defRPr>
            </a:pPr>
            <a:r>
              <a:rPr sz="1200" b="0">
                <a:solidFill>
                  <a:srgbClr val="11232B"/>
                </a:solidFill>
                <a:latin typeface="Arial"/>
                <a:ea typeface="Arial"/>
                <a:cs typeface="Arial"/>
              </a:rPr>
              <a:t>Sơ đồ dùng đúng GPIO và giá trị R/C. Kiểm tra chip ESP-WROOM-32, mã N8R8 và loại cổng USB trên ảnh sản phẩm; bo clone có thể khác pinout.</a:t>
            </a:r>
          </a:p>
        </p:txBody>
      </p:sp>
    </p:spTree>
    <p:extLst>
      <p:ext uri="{BB962C8B-B14F-4D97-AF65-F5344CB8AC3E}">
        <p14:creationId xmlns:p14="http://schemas.microsoft.com/office/powerpoint/2010/main" val="1905642923"/>
      </p:ext>
    </p:extLst>
  </p:cSld>
</p:sld>
</file>

<file path=ppt/slides/slide3.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34" name="slide-3-title">
            <a:extLst xmlns:a="http://schemas.openxmlformats.org/drawingml/2006/main">
              <a:ext uri="{FF2B5EF4-FFF2-40B4-BE49-F238E27FC236}">
                <a16:creationId xmlns:a16="http://schemas.microsoft.com/office/drawing/2014/main" id="{CBB52847-8AD7-4517-B5A9-63EC81928B4A}"/>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11232B"/>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2700" b="1">
                <a:solidFill>
                  <a:srgbClr val="11232B"/>
                </a:solidFill>
                <a:latin typeface="Arial"/>
                <a:ea typeface="Arial"/>
                <a:cs typeface="Arial"/>
              </a:defRPr>
            </a:pPr>
            <a:r>
              <a:rPr sz="2700" b="1">
                <a:solidFill>
                  <a:srgbClr val="11232B"/>
                </a:solidFill>
                <a:latin typeface="Arial"/>
                <a:ea typeface="Arial"/>
                <a:cs typeface="Arial"/>
              </a:rPr>
              <a:t>Lắp ráp, chạy thử, chốt bằng chứng</a:t>
            </a:r>
          </a:p>
        </p:txBody>
      </p:sp>
      <p:sp>
        <p:nvSpPr>
          <p:cNvPr id="2" name="slide-3-strap">
            <a:extLst xmlns:a="http://schemas.openxmlformats.org/drawingml/2006/main">
              <a:ext uri="{FF2B5EF4-FFF2-40B4-BE49-F238E27FC236}">
                <a16:creationId xmlns:a16="http://schemas.microsoft.com/office/drawing/2014/main" id="{BDA1E8D1-5F96-4D4D-B0ED-AA3E7E7B8E93}"/>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0636A"/>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0636A"/>
                </a:solidFill>
                <a:latin typeface="Arial"/>
                <a:ea typeface="Arial"/>
                <a:cs typeface="Arial"/>
              </a:defRPr>
            </a:pPr>
            <a:r>
              <a:rPr sz="1275" b="0">
                <a:solidFill>
                  <a:srgbClr val="50636A"/>
                </a:solidFill>
                <a:latin typeface="Arial"/>
                <a:ea typeface="Arial"/>
                <a:cs typeface="Arial"/>
              </a:rPr>
              <a:t>Chỉ qua bước kế tiếp khi bước trước có log và tín hiệu đo được.</a:t>
            </a:r>
          </a:p>
        </p:txBody>
      </p:sp>
      <p:sp>
        <p:nvSpPr>
          <p:cNvPr id="3" name="slide-3-header-rule">
            <a:extLst xmlns:a="http://schemas.openxmlformats.org/drawingml/2006/main">
              <a:ext uri="{FF2B5EF4-FFF2-40B4-BE49-F238E27FC236}">
                <a16:creationId xmlns:a16="http://schemas.microsoft.com/office/drawing/2014/main" id="{D1B626C3-85BA-4D37-A2DD-43ADEBD7F9A0}"/>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4" name="slide-3-index">
            <a:extLst xmlns:a="http://schemas.openxmlformats.org/drawingml/2006/main">
              <a:ext uri="{FF2B5EF4-FFF2-40B4-BE49-F238E27FC236}">
                <a16:creationId xmlns:a16="http://schemas.microsoft.com/office/drawing/2014/main" id="{AB926F67-5999-4916-AFB6-C4D2A9D30E92}"/>
              </a:ext>
            </a:extLst>
          </p:cNvPr>
          <p:cNvSpPr>
            <a:spLocks xmlns:a="http://schemas.openxmlformats.org/drawingml/2006/main" noGrp="1"/>
          </p:cNvSpPr>
          <p:nvPr/>
        </p:nvSpPr>
        <p:spPr>
          <a:xfrm xmlns:a="http://schemas.openxmlformats.org/drawingml/2006/main">
            <a:off x="609600" y="64579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0636A"/>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50636A"/>
                </a:solidFill>
                <a:latin typeface="Arial"/>
                <a:ea typeface="Arial"/>
                <a:cs typeface="Arial"/>
              </a:defRPr>
            </a:pPr>
            <a:r>
              <a:rPr sz="825" b="1">
                <a:solidFill>
                  <a:srgbClr val="50636A"/>
                </a:solidFill>
                <a:latin typeface="Arial"/>
                <a:ea typeface="Arial"/>
                <a:cs typeface="Arial"/>
              </a:rPr>
              <a:t>RELYFETAL   /   HIL PLAN                                      03  /  03</a:t>
            </a:r>
          </a:p>
        </p:txBody>
      </p:sp>
      <p:sp>
        <p:nvSpPr>
          <p:cNvPr id="5" name="step-spine">
            <a:extLst xmlns:a="http://schemas.openxmlformats.org/drawingml/2006/main">
              <a:ext uri="{FF2B5EF4-FFF2-40B4-BE49-F238E27FC236}">
                <a16:creationId xmlns:a16="http://schemas.microsoft.com/office/drawing/2014/main" id="{55026DCB-7482-4F13-8157-6E48457F0803}"/>
              </a:ext>
            </a:extLst>
          </p:cNvPr>
          <p:cNvSpPr>
            <a:spLocks xmlns:a="http://schemas.openxmlformats.org/drawingml/2006/main" noGrp="1"/>
          </p:cNvSpPr>
          <p:nvPr/>
        </p:nvSpPr>
        <p:spPr>
          <a:xfrm xmlns:a="http://schemas.openxmlformats.org/drawingml/2006/main">
            <a:off x="1057275" y="1724025"/>
            <a:ext cx="9525" cy="2771775"/>
          </a:xfrm>
          <a:prstGeom xmlns:a="http://schemas.openxmlformats.org/drawingml/2006/main" prst="line">
            <a:avLst/>
          </a:prstGeom>
          <a:noFill xmlns:a="http://schemas.openxmlformats.org/drawingml/2006/main"/>
          <a:ln xmlns:a="http://schemas.openxmlformats.org/drawingml/2006/main" w="28575">
            <a:solidFill>
              <a:srgbClr val="D7DDD9"/>
            </a:solidFill>
            <a:prstDash val="solid"/>
          </a:ln>
        </p:spPr>
      </p:sp>
      <p:sp>
        <p:nvSpPr>
          <p:cNvPr id="6" name="step-01-dot">
            <a:extLst xmlns:a="http://schemas.openxmlformats.org/drawingml/2006/main">
              <a:ext uri="{FF2B5EF4-FFF2-40B4-BE49-F238E27FC236}">
                <a16:creationId xmlns:a16="http://schemas.microsoft.com/office/drawing/2014/main" id="{3E226805-A040-404B-9B4A-2C893DAB9B50}"/>
              </a:ext>
            </a:extLst>
          </p:cNvPr>
          <p:cNvSpPr>
            <a:spLocks xmlns:a="http://schemas.openxmlformats.org/drawingml/2006/main" noGrp="1"/>
          </p:cNvSpPr>
          <p:nvPr/>
        </p:nvSpPr>
        <p:spPr>
          <a:xfrm xmlns:a="http://schemas.openxmlformats.org/drawingml/2006/main">
            <a:off x="685800" y="1590675"/>
            <a:ext cx="476250" cy="476250"/>
          </a:xfrm>
          <a:prstGeom xmlns:a="http://schemas.openxmlformats.org/drawingml/2006/main" prst="ellipse">
            <a:avLst/>
          </a:prstGeom>
          <a:solidFill xmlns:a="http://schemas.openxmlformats.org/drawingml/2006/main">
            <a:srgbClr val="006F68"/>
          </a:solidFill>
          <a:ln xmlns:a="http://schemas.openxmlformats.org/drawingml/2006/main" w="0">
            <a:noFill/>
            <a:prstDash val="solid"/>
          </a:ln>
        </p:spPr>
      </p:sp>
      <p:sp>
        <p:nvSpPr>
          <p:cNvPr id="7" name="step-01-number">
            <a:extLst xmlns:a="http://schemas.openxmlformats.org/drawingml/2006/main">
              <a:ext uri="{FF2B5EF4-FFF2-40B4-BE49-F238E27FC236}">
                <a16:creationId xmlns:a16="http://schemas.microsoft.com/office/drawing/2014/main" id="{F0C2282D-C4BC-4A4A-A8E5-293886790005}"/>
              </a:ext>
            </a:extLst>
          </p:cNvPr>
          <p:cNvSpPr>
            <a:spLocks xmlns:a="http://schemas.openxmlformats.org/drawingml/2006/main" noGrp="1"/>
          </p:cNvSpPr>
          <p:nvPr/>
        </p:nvSpPr>
        <p:spPr>
          <a:xfrm xmlns:a="http://schemas.openxmlformats.org/drawingml/2006/main">
            <a:off x="685800" y="15906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01</a:t>
            </a:r>
          </a:p>
        </p:txBody>
      </p:sp>
      <p:sp>
        <p:nvSpPr>
          <p:cNvPr id="8" name="step-01-title">
            <a:extLst xmlns:a="http://schemas.openxmlformats.org/drawingml/2006/main">
              <a:ext uri="{FF2B5EF4-FFF2-40B4-BE49-F238E27FC236}">
                <a16:creationId xmlns:a16="http://schemas.microsoft.com/office/drawing/2014/main" id="{059C9542-5DCD-4515-9753-6347282F9F09}"/>
              </a:ext>
            </a:extLst>
          </p:cNvPr>
          <p:cNvSpPr>
            <a:spLocks xmlns:a="http://schemas.openxmlformats.org/drawingml/2006/main" noGrp="1"/>
          </p:cNvSpPr>
          <p:nvPr/>
        </p:nvSpPr>
        <p:spPr>
          <a:xfrm xmlns:a="http://schemas.openxmlformats.org/drawingml/2006/main">
            <a:off x="1409700" y="15335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1232B"/>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00" b="1">
                <a:solidFill>
                  <a:srgbClr val="11232B"/>
                </a:solidFill>
                <a:latin typeface="Arial"/>
                <a:ea typeface="Arial"/>
                <a:cs typeface="Arial"/>
              </a:defRPr>
            </a:pPr>
            <a:r>
              <a:rPr sz="1500" b="1">
                <a:solidFill>
                  <a:srgbClr val="11232B"/>
                </a:solidFill>
                <a:latin typeface="Arial"/>
                <a:ea typeface="Arial"/>
                <a:cs typeface="Arial"/>
              </a:rPr>
              <a:t>Chốt data + firmware</a:t>
            </a:r>
          </a:p>
        </p:txBody>
      </p:sp>
      <p:sp>
        <p:nvSpPr>
          <p:cNvPr id="9" name="step-01-body">
            <a:extLst xmlns:a="http://schemas.openxmlformats.org/drawingml/2006/main">
              <a:ext uri="{FF2B5EF4-FFF2-40B4-BE49-F238E27FC236}">
                <a16:creationId xmlns:a16="http://schemas.microsoft.com/office/drawing/2014/main" id="{923248DF-B319-4530-971E-E763BB5B98CE}"/>
              </a:ext>
            </a:extLst>
          </p:cNvPr>
          <p:cNvSpPr>
            <a:spLocks xmlns:a="http://schemas.openxmlformats.org/drawingml/2006/main" noGrp="1"/>
          </p:cNvSpPr>
          <p:nvPr/>
        </p:nvSpPr>
        <p:spPr>
          <a:xfrm xmlns:a="http://schemas.openxmlformats.org/drawingml/2006/main">
            <a:off x="1409700" y="18192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0636A"/>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125" b="0">
                <a:solidFill>
                  <a:srgbClr val="50636A"/>
                </a:solidFill>
                <a:latin typeface="Arial"/>
                <a:ea typeface="Arial"/>
                <a:cs typeface="Arial"/>
              </a:defRPr>
            </a:pPr>
            <a:r>
              <a:rPr sz="1125" b="0">
                <a:solidFill>
                  <a:srgbClr val="50636A"/>
                </a:solidFill>
                <a:latin typeface="Arial"/>
                <a:ea typeface="Arial"/>
                <a:cs typeface="Arial"/>
              </a:rPr>
              <a:t>Tạo lại r01 / a02 ở 1 kHz từ dữ liệu gốc. Phát theo timer/DMA; tắt Serial.printf mỗi mẫu để tránh jitter.</a:t>
            </a:r>
          </a:p>
        </p:txBody>
      </p:sp>
      <p:sp>
        <p:nvSpPr>
          <p:cNvPr id="10" name="step-divider-0">
            <a:extLst xmlns:a="http://schemas.openxmlformats.org/drawingml/2006/main">
              <a:ext uri="{FF2B5EF4-FFF2-40B4-BE49-F238E27FC236}">
                <a16:creationId xmlns:a16="http://schemas.microsoft.com/office/drawing/2014/main" id="{CE4C718D-4FF9-445C-B025-CC3B78C441ED}"/>
              </a:ext>
            </a:extLst>
          </p:cNvPr>
          <p:cNvSpPr>
            <a:spLocks xmlns:a="http://schemas.openxmlformats.org/drawingml/2006/main" noGrp="1"/>
          </p:cNvSpPr>
          <p:nvPr/>
        </p:nvSpPr>
        <p:spPr>
          <a:xfrm xmlns:a="http://schemas.openxmlformats.org/drawingml/2006/main">
            <a:off x="1409700" y="23526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11" name="step-02-dot">
            <a:extLst xmlns:a="http://schemas.openxmlformats.org/drawingml/2006/main">
              <a:ext uri="{FF2B5EF4-FFF2-40B4-BE49-F238E27FC236}">
                <a16:creationId xmlns:a16="http://schemas.microsoft.com/office/drawing/2014/main" id="{6B3E03F6-A1DB-4A82-876A-E1816F75B13D}"/>
              </a:ext>
            </a:extLst>
          </p:cNvPr>
          <p:cNvSpPr>
            <a:spLocks xmlns:a="http://schemas.openxmlformats.org/drawingml/2006/main" noGrp="1"/>
          </p:cNvSpPr>
          <p:nvPr/>
        </p:nvSpPr>
        <p:spPr>
          <a:xfrm xmlns:a="http://schemas.openxmlformats.org/drawingml/2006/main">
            <a:off x="685800" y="2505075"/>
            <a:ext cx="476250" cy="476250"/>
          </a:xfrm>
          <a:prstGeom xmlns:a="http://schemas.openxmlformats.org/drawingml/2006/main" prst="ellipse">
            <a:avLst/>
          </a:prstGeom>
          <a:solidFill xmlns:a="http://schemas.openxmlformats.org/drawingml/2006/main">
            <a:srgbClr val="B87A24"/>
          </a:solidFill>
          <a:ln xmlns:a="http://schemas.openxmlformats.org/drawingml/2006/main" w="0">
            <a:noFill/>
            <a:prstDash val="solid"/>
          </a:ln>
        </p:spPr>
      </p:sp>
      <p:sp>
        <p:nvSpPr>
          <p:cNvPr id="12" name="step-02-number">
            <a:extLst xmlns:a="http://schemas.openxmlformats.org/drawingml/2006/main">
              <a:ext uri="{FF2B5EF4-FFF2-40B4-BE49-F238E27FC236}">
                <a16:creationId xmlns:a16="http://schemas.microsoft.com/office/drawing/2014/main" id="{99DEE413-15D6-42F4-BE67-189CF8543362}"/>
              </a:ext>
            </a:extLst>
          </p:cNvPr>
          <p:cNvSpPr>
            <a:spLocks xmlns:a="http://schemas.openxmlformats.org/drawingml/2006/main" noGrp="1"/>
          </p:cNvSpPr>
          <p:nvPr/>
        </p:nvSpPr>
        <p:spPr>
          <a:xfrm xmlns:a="http://schemas.openxmlformats.org/drawingml/2006/main">
            <a:off x="685800" y="25050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02</a:t>
            </a:r>
          </a:p>
        </p:txBody>
      </p:sp>
      <p:sp>
        <p:nvSpPr>
          <p:cNvPr id="13" name="step-02-title">
            <a:extLst xmlns:a="http://schemas.openxmlformats.org/drawingml/2006/main">
              <a:ext uri="{FF2B5EF4-FFF2-40B4-BE49-F238E27FC236}">
                <a16:creationId xmlns:a16="http://schemas.microsoft.com/office/drawing/2014/main" id="{4D027490-6E82-4582-9148-C7C52645165A}"/>
              </a:ext>
            </a:extLst>
          </p:cNvPr>
          <p:cNvSpPr>
            <a:spLocks xmlns:a="http://schemas.openxmlformats.org/drawingml/2006/main" noGrp="1"/>
          </p:cNvSpPr>
          <p:nvPr/>
        </p:nvSpPr>
        <p:spPr>
          <a:xfrm xmlns:a="http://schemas.openxmlformats.org/drawingml/2006/main">
            <a:off x="1409700" y="24479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1232B"/>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00" b="1">
                <a:solidFill>
                  <a:srgbClr val="11232B"/>
                </a:solidFill>
                <a:latin typeface="Arial"/>
                <a:ea typeface="Arial"/>
                <a:cs typeface="Arial"/>
              </a:defRPr>
            </a:pPr>
            <a:r>
              <a:rPr sz="1500" b="1">
                <a:solidFill>
                  <a:srgbClr val="11232B"/>
                </a:solidFill>
                <a:latin typeface="Arial"/>
                <a:ea typeface="Arial"/>
                <a:cs typeface="Arial"/>
              </a:rPr>
              <a:t>Kiểm tra điện áp</a:t>
            </a:r>
          </a:p>
        </p:txBody>
      </p:sp>
      <p:sp>
        <p:nvSpPr>
          <p:cNvPr id="14" name="step-02-body">
            <a:extLst xmlns:a="http://schemas.openxmlformats.org/drawingml/2006/main">
              <a:ext uri="{FF2B5EF4-FFF2-40B4-BE49-F238E27FC236}">
                <a16:creationId xmlns:a16="http://schemas.microsoft.com/office/drawing/2014/main" id="{8F1CA71E-0598-4537-9464-5B6142DB10E8}"/>
              </a:ext>
            </a:extLst>
          </p:cNvPr>
          <p:cNvSpPr>
            <a:spLocks xmlns:a="http://schemas.openxmlformats.org/drawingml/2006/main" noGrp="1"/>
          </p:cNvSpPr>
          <p:nvPr/>
        </p:nvSpPr>
        <p:spPr>
          <a:xfrm xmlns:a="http://schemas.openxmlformats.org/drawingml/2006/main">
            <a:off x="1409700" y="27336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0636A"/>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125" b="0">
                <a:solidFill>
                  <a:srgbClr val="50636A"/>
                </a:solidFill>
                <a:latin typeface="Arial"/>
                <a:ea typeface="Arial"/>
                <a:cs typeface="Arial"/>
              </a:defRPr>
            </a:pPr>
            <a:r>
              <a:rPr sz="1125" b="0">
                <a:solidFill>
                  <a:srgbClr val="50636A"/>
                </a:solidFill>
                <a:latin typeface="Arial"/>
                <a:ea typeface="Arial"/>
                <a:cs typeface="Arial"/>
              </a:rPr>
              <a:t>GPIO25 → R1 10 kΩ → nút ADC GPIO1; R2 56 kΩ // C1 100 nF từ nút xuống GND. ADC 12 dB; đỉnh dự kiến ≤2,8 V.</a:t>
            </a:r>
          </a:p>
        </p:txBody>
      </p:sp>
      <p:sp>
        <p:nvSpPr>
          <p:cNvPr id="15" name="step-divider-1">
            <a:extLst xmlns:a="http://schemas.openxmlformats.org/drawingml/2006/main">
              <a:ext uri="{FF2B5EF4-FFF2-40B4-BE49-F238E27FC236}">
                <a16:creationId xmlns:a16="http://schemas.microsoft.com/office/drawing/2014/main" id="{17D8CACB-F3FD-4B99-9630-1129632994D9}"/>
              </a:ext>
            </a:extLst>
          </p:cNvPr>
          <p:cNvSpPr>
            <a:spLocks xmlns:a="http://schemas.openxmlformats.org/drawingml/2006/main" noGrp="1"/>
          </p:cNvSpPr>
          <p:nvPr/>
        </p:nvSpPr>
        <p:spPr>
          <a:xfrm xmlns:a="http://schemas.openxmlformats.org/drawingml/2006/main">
            <a:off x="1409700" y="32670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16" name="step-03-dot">
            <a:extLst xmlns:a="http://schemas.openxmlformats.org/drawingml/2006/main">
              <a:ext uri="{FF2B5EF4-FFF2-40B4-BE49-F238E27FC236}">
                <a16:creationId xmlns:a16="http://schemas.microsoft.com/office/drawing/2014/main" id="{A7DA0DC1-3A49-49B3-88CE-710BA5CDBBEA}"/>
              </a:ext>
            </a:extLst>
          </p:cNvPr>
          <p:cNvSpPr>
            <a:spLocks xmlns:a="http://schemas.openxmlformats.org/drawingml/2006/main" noGrp="1"/>
          </p:cNvSpPr>
          <p:nvPr/>
        </p:nvSpPr>
        <p:spPr>
          <a:xfrm xmlns:a="http://schemas.openxmlformats.org/drawingml/2006/main">
            <a:off x="685800" y="3419475"/>
            <a:ext cx="476250" cy="476250"/>
          </a:xfrm>
          <a:prstGeom xmlns:a="http://schemas.openxmlformats.org/drawingml/2006/main" prst="ellipse">
            <a:avLst/>
          </a:prstGeom>
          <a:solidFill xmlns:a="http://schemas.openxmlformats.org/drawingml/2006/main">
            <a:srgbClr val="006F68"/>
          </a:solidFill>
          <a:ln xmlns:a="http://schemas.openxmlformats.org/drawingml/2006/main" w="0">
            <a:noFill/>
            <a:prstDash val="solid"/>
          </a:ln>
        </p:spPr>
      </p:sp>
      <p:sp>
        <p:nvSpPr>
          <p:cNvPr id="17" name="step-03-number">
            <a:extLst xmlns:a="http://schemas.openxmlformats.org/drawingml/2006/main">
              <a:ext uri="{FF2B5EF4-FFF2-40B4-BE49-F238E27FC236}">
                <a16:creationId xmlns:a16="http://schemas.microsoft.com/office/drawing/2014/main" id="{F616068E-D2B9-4B4B-A7EB-213DFBE7552C}"/>
              </a:ext>
            </a:extLst>
          </p:cNvPr>
          <p:cNvSpPr>
            <a:spLocks xmlns:a="http://schemas.openxmlformats.org/drawingml/2006/main" noGrp="1"/>
          </p:cNvSpPr>
          <p:nvPr/>
        </p:nvSpPr>
        <p:spPr>
          <a:xfrm xmlns:a="http://schemas.openxmlformats.org/drawingml/2006/main">
            <a:off x="685800" y="34194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03</a:t>
            </a:r>
          </a:p>
        </p:txBody>
      </p:sp>
      <p:sp>
        <p:nvSpPr>
          <p:cNvPr id="18" name="step-03-title">
            <a:extLst xmlns:a="http://schemas.openxmlformats.org/drawingml/2006/main">
              <a:ext uri="{FF2B5EF4-FFF2-40B4-BE49-F238E27FC236}">
                <a16:creationId xmlns:a16="http://schemas.microsoft.com/office/drawing/2014/main" id="{A3F17B5D-08EB-440D-9DC3-ED7EAFD80B9B}"/>
              </a:ext>
            </a:extLst>
          </p:cNvPr>
          <p:cNvSpPr>
            <a:spLocks xmlns:a="http://schemas.openxmlformats.org/drawingml/2006/main" noGrp="1"/>
          </p:cNvSpPr>
          <p:nvPr/>
        </p:nvSpPr>
        <p:spPr>
          <a:xfrm xmlns:a="http://schemas.openxmlformats.org/drawingml/2006/main">
            <a:off x="1409700" y="33623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1232B"/>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00" b="1">
                <a:solidFill>
                  <a:srgbClr val="11232B"/>
                </a:solidFill>
                <a:latin typeface="Arial"/>
                <a:ea typeface="Arial"/>
                <a:cs typeface="Arial"/>
              </a:defRPr>
            </a:pPr>
            <a:r>
              <a:rPr sz="1500" b="1">
                <a:solidFill>
                  <a:srgbClr val="11232B"/>
                </a:solidFill>
                <a:latin typeface="Arial"/>
                <a:ea typeface="Arial"/>
                <a:cs typeface="Arial"/>
              </a:rPr>
              <a:t>Nạp pipeline thật</a:t>
            </a:r>
          </a:p>
        </p:txBody>
      </p:sp>
      <p:sp>
        <p:nvSpPr>
          <p:cNvPr id="19" name="step-03-body">
            <a:extLst xmlns:a="http://schemas.openxmlformats.org/drawingml/2006/main">
              <a:ext uri="{FF2B5EF4-FFF2-40B4-BE49-F238E27FC236}">
                <a16:creationId xmlns:a16="http://schemas.microsoft.com/office/drawing/2014/main" id="{606C418F-9970-4E86-85FF-8AA017E099A6}"/>
              </a:ext>
            </a:extLst>
          </p:cNvPr>
          <p:cNvSpPr>
            <a:spLocks xmlns:a="http://schemas.openxmlformats.org/drawingml/2006/main" noGrp="1"/>
          </p:cNvSpPr>
          <p:nvPr/>
        </p:nvSpPr>
        <p:spPr>
          <a:xfrm xmlns:a="http://schemas.openxmlformats.org/drawingml/2006/main">
            <a:off x="1409700" y="36480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0636A"/>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125" b="0">
                <a:solidFill>
                  <a:srgbClr val="50636A"/>
                </a:solidFill>
                <a:latin typeface="Arial"/>
                <a:ea typeface="Arial"/>
                <a:cs typeface="Arial"/>
              </a:defRPr>
            </a:pPr>
            <a:r>
              <a:rPr sz="1125" b="0">
                <a:solidFill>
                  <a:srgbClr val="50636A"/>
                </a:solidFill>
                <a:latin typeface="Arial"/>
                <a:ea typeface="Arial"/>
                <a:cs typeface="Arial"/>
              </a:rPr>
              <a:t>Thu 1.000 mẫu/s, kiểm tra cửa sổ 4 s, tiền xử lý và TCN INT8 đúng cùng cấu hình với đánh giá offline; OLED chỉ là đầu ra.</a:t>
            </a:r>
          </a:p>
        </p:txBody>
      </p:sp>
      <p:sp>
        <p:nvSpPr>
          <p:cNvPr id="20" name="step-divider-2">
            <a:extLst xmlns:a="http://schemas.openxmlformats.org/drawingml/2006/main">
              <a:ext uri="{FF2B5EF4-FFF2-40B4-BE49-F238E27FC236}">
                <a16:creationId xmlns:a16="http://schemas.microsoft.com/office/drawing/2014/main" id="{246DCF6B-43F8-48AA-B4F3-B08E9DD5F0F3}"/>
              </a:ext>
            </a:extLst>
          </p:cNvPr>
          <p:cNvSpPr>
            <a:spLocks xmlns:a="http://schemas.openxmlformats.org/drawingml/2006/main" noGrp="1"/>
          </p:cNvSpPr>
          <p:nvPr/>
        </p:nvSpPr>
        <p:spPr>
          <a:xfrm xmlns:a="http://schemas.openxmlformats.org/drawingml/2006/main">
            <a:off x="1409700" y="41814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21" name="step-04-dot">
            <a:extLst xmlns:a="http://schemas.openxmlformats.org/drawingml/2006/main">
              <a:ext uri="{FF2B5EF4-FFF2-40B4-BE49-F238E27FC236}">
                <a16:creationId xmlns:a16="http://schemas.microsoft.com/office/drawing/2014/main" id="{1E77DC48-EB68-486A-8214-8E643B67CF58}"/>
              </a:ext>
            </a:extLst>
          </p:cNvPr>
          <p:cNvSpPr>
            <a:spLocks xmlns:a="http://schemas.openxmlformats.org/drawingml/2006/main" noGrp="1"/>
          </p:cNvSpPr>
          <p:nvPr/>
        </p:nvSpPr>
        <p:spPr>
          <a:xfrm xmlns:a="http://schemas.openxmlformats.org/drawingml/2006/main">
            <a:off x="685800" y="4333875"/>
            <a:ext cx="476250" cy="476250"/>
          </a:xfrm>
          <a:prstGeom xmlns:a="http://schemas.openxmlformats.org/drawingml/2006/main" prst="ellipse">
            <a:avLst/>
          </a:prstGeom>
          <a:solidFill xmlns:a="http://schemas.openxmlformats.org/drawingml/2006/main">
            <a:srgbClr val="C84B42"/>
          </a:solidFill>
          <a:ln xmlns:a="http://schemas.openxmlformats.org/drawingml/2006/main" w="0">
            <a:noFill/>
            <a:prstDash val="solid"/>
          </a:ln>
        </p:spPr>
      </p:sp>
      <p:sp>
        <p:nvSpPr>
          <p:cNvPr id="22" name="step-04-number">
            <a:extLst xmlns:a="http://schemas.openxmlformats.org/drawingml/2006/main">
              <a:ext uri="{FF2B5EF4-FFF2-40B4-BE49-F238E27FC236}">
                <a16:creationId xmlns:a16="http://schemas.microsoft.com/office/drawing/2014/main" id="{CC1F5085-2DB4-4F17-BFE8-D78D0DDD9C09}"/>
              </a:ext>
            </a:extLst>
          </p:cNvPr>
          <p:cNvSpPr>
            <a:spLocks xmlns:a="http://schemas.openxmlformats.org/drawingml/2006/main" noGrp="1"/>
          </p:cNvSpPr>
          <p:nvPr/>
        </p:nvSpPr>
        <p:spPr>
          <a:xfrm xmlns:a="http://schemas.openxmlformats.org/drawingml/2006/main">
            <a:off x="685800" y="43338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04</a:t>
            </a:r>
          </a:p>
        </p:txBody>
      </p:sp>
      <p:sp>
        <p:nvSpPr>
          <p:cNvPr id="23" name="step-04-title">
            <a:extLst xmlns:a="http://schemas.openxmlformats.org/drawingml/2006/main">
              <a:ext uri="{FF2B5EF4-FFF2-40B4-BE49-F238E27FC236}">
                <a16:creationId xmlns:a16="http://schemas.microsoft.com/office/drawing/2014/main" id="{F9E5543B-3865-4F79-A7E2-4A42F7969AA6}"/>
              </a:ext>
            </a:extLst>
          </p:cNvPr>
          <p:cNvSpPr>
            <a:spLocks xmlns:a="http://schemas.openxmlformats.org/drawingml/2006/main" noGrp="1"/>
          </p:cNvSpPr>
          <p:nvPr/>
        </p:nvSpPr>
        <p:spPr>
          <a:xfrm xmlns:a="http://schemas.openxmlformats.org/drawingml/2006/main">
            <a:off x="1409700" y="42767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1232B"/>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00" b="1">
                <a:solidFill>
                  <a:srgbClr val="11232B"/>
                </a:solidFill>
                <a:latin typeface="Arial"/>
                <a:ea typeface="Arial"/>
                <a:cs typeface="Arial"/>
              </a:defRPr>
            </a:pPr>
            <a:r>
              <a:rPr sz="1500" b="1">
                <a:solidFill>
                  <a:srgbClr val="11232B"/>
                </a:solidFill>
                <a:latin typeface="Arial"/>
                <a:ea typeface="Arial"/>
                <a:cs typeface="Arial"/>
              </a:rPr>
              <a:t>So khớp hai ca</a:t>
            </a:r>
          </a:p>
        </p:txBody>
      </p:sp>
      <p:sp>
        <p:nvSpPr>
          <p:cNvPr id="24" name="step-04-body">
            <a:extLst xmlns:a="http://schemas.openxmlformats.org/drawingml/2006/main">
              <a:ext uri="{FF2B5EF4-FFF2-40B4-BE49-F238E27FC236}">
                <a16:creationId xmlns:a16="http://schemas.microsoft.com/office/drawing/2014/main" id="{CDC79DE4-EE5A-46A1-9A22-0CF9CE37C31A}"/>
              </a:ext>
            </a:extLst>
          </p:cNvPr>
          <p:cNvSpPr>
            <a:spLocks xmlns:a="http://schemas.openxmlformats.org/drawingml/2006/main" noGrp="1"/>
          </p:cNvSpPr>
          <p:nvPr/>
        </p:nvSpPr>
        <p:spPr>
          <a:xfrm xmlns:a="http://schemas.openxmlformats.org/drawingml/2006/main">
            <a:off x="1409700" y="45624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0636A"/>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125" b="0">
                <a:solidFill>
                  <a:srgbClr val="50636A"/>
                </a:solidFill>
                <a:latin typeface="Arial"/>
                <a:ea typeface="Arial"/>
                <a:cs typeface="Arial"/>
              </a:defRPr>
            </a:pPr>
            <a:r>
              <a:rPr sz="1125" b="0">
                <a:solidFill>
                  <a:srgbClr val="50636A"/>
                </a:solidFill>
                <a:latin typeface="Arial"/>
                <a:ea typeface="Arial"/>
                <a:cs typeface="Arial"/>
              </a:rPr>
              <a:t>r01: đối chiếu F1 / jitter với nhãn. a02: xác nhận gate từ chối và ẩn fHR. Lưu raw ADC, log, thời gian suy luận và phiên bản firmware.</a:t>
            </a:r>
          </a:p>
        </p:txBody>
      </p:sp>
      <p:sp>
        <p:nvSpPr>
          <p:cNvPr id="25" name="acceptance-panel">
            <a:extLst xmlns:a="http://schemas.openxmlformats.org/drawingml/2006/main">
              <a:ext uri="{FF2B5EF4-FFF2-40B4-BE49-F238E27FC236}">
                <a16:creationId xmlns:a16="http://schemas.microsoft.com/office/drawing/2014/main" id="{0CFFC332-1DB8-46DF-9F39-D9E4EDD19E6E}"/>
              </a:ext>
            </a:extLst>
          </p:cNvPr>
          <p:cNvSpPr>
            <a:spLocks xmlns:a="http://schemas.openxmlformats.org/drawingml/2006/main" noGrp="1"/>
          </p:cNvSpPr>
          <p:nvPr/>
        </p:nvSpPr>
        <p:spPr>
          <a:xfrm xmlns:a="http://schemas.openxmlformats.org/drawingml/2006/main">
            <a:off x="8410575" y="1685925"/>
            <a:ext cx="3086100" cy="3667125"/>
          </a:xfrm>
          <a:prstGeom xmlns:a="http://schemas.openxmlformats.org/drawingml/2006/main" prst="roundRect">
            <a:avLst>
              <a:gd name="adj" fmla="val 3704"/>
            </a:avLst>
          </a:prstGeom>
          <a:solidFill xmlns:a="http://schemas.openxmlformats.org/drawingml/2006/main">
            <a:srgbClr val="102A33"/>
          </a:solidFill>
          <a:ln xmlns:a="http://schemas.openxmlformats.org/drawingml/2006/main" w="0">
            <a:noFill/>
            <a:prstDash val="solid"/>
          </a:ln>
        </p:spPr>
      </p:sp>
      <p:sp>
        <p:nvSpPr>
          <p:cNvPr id="26" name="acceptance-heading">
            <a:extLst xmlns:a="http://schemas.openxmlformats.org/drawingml/2006/main">
              <a:ext uri="{FF2B5EF4-FFF2-40B4-BE49-F238E27FC236}">
                <a16:creationId xmlns:a16="http://schemas.microsoft.com/office/drawing/2014/main" id="{B7E448FD-3E51-4E73-83C3-6C326551D34F}"/>
              </a:ext>
            </a:extLst>
          </p:cNvPr>
          <p:cNvSpPr>
            <a:spLocks xmlns:a="http://schemas.openxmlformats.org/drawingml/2006/main" noGrp="1"/>
          </p:cNvSpPr>
          <p:nvPr/>
        </p:nvSpPr>
        <p:spPr>
          <a:xfrm xmlns:a="http://schemas.openxmlformats.org/drawingml/2006/main">
            <a:off x="8639175" y="1895475"/>
            <a:ext cx="2609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CDEB5A"/>
                </a:solidFill>
                <a:latin typeface="Arial"/>
                <a:ea typeface="Arial"/>
                <a:cs typeface="Arial"/>
              </a:defRPr>
            </a:defPPr>
            <a:lvl1pPr algn="l">
              <a:buNone/>
              <a:defRPr sz="1050" b="1">
                <a:solidFill>
                  <a:srgbClr val="CDEB5A"/>
                </a:solidFill>
                <a:latin typeface="Arial"/>
                <a:ea typeface="Arial"/>
                <a:cs typeface="Arial"/>
              </a:defRPr>
            </a:lvl1pPr>
            <a:lvl2pPr algn="l">
              <a:buNone/>
              <a:defRPr sz="1050" b="1">
                <a:solidFill>
                  <a:srgbClr val="CDEB5A"/>
                </a:solidFill>
                <a:latin typeface="Arial"/>
                <a:ea typeface="Arial"/>
                <a:cs typeface="Arial"/>
              </a:defRPr>
            </a:lvl2pPr>
            <a:lvl3pPr algn="l">
              <a:buNone/>
              <a:defRPr sz="1050" b="1">
                <a:solidFill>
                  <a:srgbClr val="CDEB5A"/>
                </a:solidFill>
                <a:latin typeface="Arial"/>
                <a:ea typeface="Arial"/>
                <a:cs typeface="Arial"/>
              </a:defRPr>
            </a:lvl3pPr>
            <a:lvl4pPr algn="l">
              <a:buNone/>
              <a:defRPr sz="1050" b="1">
                <a:solidFill>
                  <a:srgbClr val="CDEB5A"/>
                </a:solidFill>
                <a:latin typeface="Arial"/>
                <a:ea typeface="Arial"/>
                <a:cs typeface="Arial"/>
              </a:defRPr>
            </a:lvl4pPr>
            <a:lvl5pPr algn="l">
              <a:buNone/>
              <a:defRPr sz="1050" b="1">
                <a:solidFill>
                  <a:srgbClr val="CDEB5A"/>
                </a:solidFill>
                <a:latin typeface="Arial"/>
                <a:ea typeface="Arial"/>
                <a:cs typeface="Arial"/>
              </a:defRPr>
            </a:lvl5pPr>
            <a:lvl6pPr algn="l">
              <a:buNone/>
              <a:defRPr sz="1050" b="1">
                <a:solidFill>
                  <a:srgbClr val="CDEB5A"/>
                </a:solidFill>
                <a:latin typeface="Arial"/>
                <a:ea typeface="Arial"/>
                <a:cs typeface="Arial"/>
              </a:defRPr>
            </a:lvl6pPr>
            <a:lvl7pPr algn="l">
              <a:buNone/>
              <a:defRPr sz="1050" b="1">
                <a:solidFill>
                  <a:srgbClr val="CDEB5A"/>
                </a:solidFill>
                <a:latin typeface="Arial"/>
                <a:ea typeface="Arial"/>
                <a:cs typeface="Arial"/>
              </a:defRPr>
            </a:lvl7pPr>
            <a:lvl8pPr algn="l">
              <a:buNone/>
              <a:defRPr sz="1050" b="1">
                <a:solidFill>
                  <a:srgbClr val="CDEB5A"/>
                </a:solidFill>
                <a:latin typeface="Arial"/>
                <a:ea typeface="Arial"/>
                <a:cs typeface="Arial"/>
              </a:defRPr>
            </a:lvl8pPr>
            <a:lvl9pPr algn="l">
              <a:buNone/>
              <a:defRPr sz="1050" b="1">
                <a:solidFill>
                  <a:srgbClr val="CDEB5A"/>
                </a:solidFill>
                <a:latin typeface="Arial"/>
                <a:ea typeface="Arial"/>
                <a:cs typeface="Arial"/>
              </a:defRPr>
            </a:lvl9pPr>
          </a:lstStyle>
          <a:p xmlns:a="http://schemas.openxmlformats.org/drawingml/2006/main">
            <a:pPr algn="l">
              <a:buNone/>
              <a:defRPr sz="1050" b="1">
                <a:solidFill>
                  <a:srgbClr val="CDEB5A"/>
                </a:solidFill>
                <a:latin typeface="Arial"/>
                <a:ea typeface="Arial"/>
                <a:cs typeface="Arial"/>
              </a:defRPr>
            </a:pPr>
            <a:r>
              <a:rPr sz="1050" b="1">
                <a:solidFill>
                  <a:srgbClr val="CDEB5A"/>
                </a:solidFill>
                <a:latin typeface="Arial"/>
                <a:ea typeface="Arial"/>
                <a:cs typeface="Arial"/>
              </a:rPr>
              <a:t>TIÊU CHÍ HIL</a:t>
            </a:r>
          </a:p>
        </p:txBody>
      </p:sp>
      <p:sp>
        <p:nvSpPr>
          <p:cNvPr id="27" name="acceptance-point-1">
            <a:extLst xmlns:a="http://schemas.openxmlformats.org/drawingml/2006/main">
              <a:ext uri="{FF2B5EF4-FFF2-40B4-BE49-F238E27FC236}">
                <a16:creationId xmlns:a16="http://schemas.microsoft.com/office/drawing/2014/main" id="{881BEABB-F7AE-41BE-8C4D-1C8EA847DB0A}"/>
              </a:ext>
            </a:extLst>
          </p:cNvPr>
          <p:cNvSpPr>
            <a:spLocks xmlns:a="http://schemas.openxmlformats.org/drawingml/2006/main" noGrp="1"/>
          </p:cNvSpPr>
          <p:nvPr/>
        </p:nvSpPr>
        <p:spPr>
          <a:xfrm xmlns:a="http://schemas.openxmlformats.org/drawingml/2006/main">
            <a:off x="8639175" y="2333625"/>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7F8F3"/>
                </a:solidFill>
                <a:latin typeface="Arial"/>
                <a:ea typeface="Arial"/>
                <a:cs typeface="Arial"/>
              </a:defRPr>
            </a:defPPr>
            <a:lvl1pPr algn="l">
              <a:buNone/>
              <a:defRPr sz="1200" b="1">
                <a:solidFill>
                  <a:srgbClr val="F7F8F3"/>
                </a:solidFill>
                <a:latin typeface="Arial"/>
                <a:ea typeface="Arial"/>
                <a:cs typeface="Arial"/>
              </a:defRPr>
            </a:lvl1pPr>
            <a:lvl2pPr algn="l">
              <a:buNone/>
              <a:defRPr sz="1200" b="1">
                <a:solidFill>
                  <a:srgbClr val="F7F8F3"/>
                </a:solidFill>
                <a:latin typeface="Arial"/>
                <a:ea typeface="Arial"/>
                <a:cs typeface="Arial"/>
              </a:defRPr>
            </a:lvl2pPr>
            <a:lvl3pPr algn="l">
              <a:buNone/>
              <a:defRPr sz="1200" b="1">
                <a:solidFill>
                  <a:srgbClr val="F7F8F3"/>
                </a:solidFill>
                <a:latin typeface="Arial"/>
                <a:ea typeface="Arial"/>
                <a:cs typeface="Arial"/>
              </a:defRPr>
            </a:lvl3pPr>
            <a:lvl4pPr algn="l">
              <a:buNone/>
              <a:defRPr sz="1200" b="1">
                <a:solidFill>
                  <a:srgbClr val="F7F8F3"/>
                </a:solidFill>
                <a:latin typeface="Arial"/>
                <a:ea typeface="Arial"/>
                <a:cs typeface="Arial"/>
              </a:defRPr>
            </a:lvl4pPr>
            <a:lvl5pPr algn="l">
              <a:buNone/>
              <a:defRPr sz="1200" b="1">
                <a:solidFill>
                  <a:srgbClr val="F7F8F3"/>
                </a:solidFill>
                <a:latin typeface="Arial"/>
                <a:ea typeface="Arial"/>
                <a:cs typeface="Arial"/>
              </a:defRPr>
            </a:lvl5pPr>
            <a:lvl6pPr algn="l">
              <a:buNone/>
              <a:defRPr sz="1200" b="1">
                <a:solidFill>
                  <a:srgbClr val="F7F8F3"/>
                </a:solidFill>
                <a:latin typeface="Arial"/>
                <a:ea typeface="Arial"/>
                <a:cs typeface="Arial"/>
              </a:defRPr>
            </a:lvl6pPr>
            <a:lvl7pPr algn="l">
              <a:buNone/>
              <a:defRPr sz="1200" b="1">
                <a:solidFill>
                  <a:srgbClr val="F7F8F3"/>
                </a:solidFill>
                <a:latin typeface="Arial"/>
                <a:ea typeface="Arial"/>
                <a:cs typeface="Arial"/>
              </a:defRPr>
            </a:lvl7pPr>
            <a:lvl8pPr algn="l">
              <a:buNone/>
              <a:defRPr sz="1200" b="1">
                <a:solidFill>
                  <a:srgbClr val="F7F8F3"/>
                </a:solidFill>
                <a:latin typeface="Arial"/>
                <a:ea typeface="Arial"/>
                <a:cs typeface="Arial"/>
              </a:defRPr>
            </a:lvl8pPr>
            <a:lvl9pPr algn="l">
              <a:buNone/>
              <a:defRPr sz="1200" b="1">
                <a:solidFill>
                  <a:srgbClr val="F7F8F3"/>
                </a:solidFill>
                <a:latin typeface="Arial"/>
                <a:ea typeface="Arial"/>
                <a:cs typeface="Arial"/>
              </a:defRPr>
            </a:lvl9pPr>
          </a:lstStyle>
          <a:p xmlns:a="http://schemas.openxmlformats.org/drawingml/2006/main">
            <a:pPr algn="l">
              <a:buNone/>
              <a:defRPr sz="1200" b="1">
                <a:solidFill>
                  <a:srgbClr val="F7F8F3"/>
                </a:solidFill>
                <a:latin typeface="Arial"/>
                <a:ea typeface="Arial"/>
                <a:cs typeface="Arial"/>
              </a:defRPr>
            </a:pPr>
            <a:r>
              <a:rPr sz="1200" b="1">
                <a:solidFill>
                  <a:srgbClr val="F7F8F3"/>
                </a:solidFill>
                <a:latin typeface="Arial"/>
                <a:ea typeface="Arial"/>
                <a:cs typeface="Arial"/>
              </a:rPr>
              <a:t>01 / 1 kHz ổn định</a:t>
            </a:r>
          </a:p>
          <a:p xmlns:a="http://schemas.openxmlformats.org/drawingml/2006/main">
            <a:pPr algn="l">
              <a:buNone/>
              <a:defRPr sz="1200" b="1">
                <a:solidFill>
                  <a:srgbClr val="F7F8F3"/>
                </a:solidFill>
                <a:latin typeface="Arial"/>
                <a:ea typeface="Arial"/>
                <a:cs typeface="Arial"/>
              </a:defRPr>
            </a:pPr>
            <a:r>
              <a:rPr sz="1200" b="1">
                <a:solidFill>
                  <a:srgbClr val="F7F8F3"/>
                </a:solidFill>
                <a:latin typeface="Arial"/>
                <a:ea typeface="Arial"/>
                <a:cs typeface="Arial"/>
              </a:rPr>
              <a:t>Không mất mẫu; jitter được ghi lại.</a:t>
            </a:r>
          </a:p>
        </p:txBody>
      </p:sp>
      <p:sp>
        <p:nvSpPr>
          <p:cNvPr id="28" name="acceptance-rule-1">
            <a:extLst xmlns:a="http://schemas.openxmlformats.org/drawingml/2006/main">
              <a:ext uri="{FF2B5EF4-FFF2-40B4-BE49-F238E27FC236}">
                <a16:creationId xmlns:a16="http://schemas.microsoft.com/office/drawing/2014/main" id="{AF62950E-3E7D-447F-8978-9C163E64688F}"/>
              </a:ext>
            </a:extLst>
          </p:cNvPr>
          <p:cNvSpPr>
            <a:spLocks xmlns:a="http://schemas.openxmlformats.org/drawingml/2006/main" noGrp="1"/>
          </p:cNvSpPr>
          <p:nvPr/>
        </p:nvSpPr>
        <p:spPr>
          <a:xfrm xmlns:a="http://schemas.openxmlformats.org/drawingml/2006/main">
            <a:off x="8639175" y="3057525"/>
            <a:ext cx="2571750" cy="9525"/>
          </a:xfrm>
          <a:prstGeom xmlns:a="http://schemas.openxmlformats.org/drawingml/2006/main" prst="line">
            <a:avLst/>
          </a:prstGeom>
          <a:noFill xmlns:a="http://schemas.openxmlformats.org/drawingml/2006/main"/>
          <a:ln xmlns:a="http://schemas.openxmlformats.org/drawingml/2006/main" w="9525">
            <a:solidFill>
              <a:srgbClr val="46616A"/>
            </a:solidFill>
            <a:prstDash val="solid"/>
          </a:ln>
        </p:spPr>
      </p:sp>
      <p:sp>
        <p:nvSpPr>
          <p:cNvPr id="29" name="acceptance-point-2">
            <a:extLst xmlns:a="http://schemas.openxmlformats.org/drawingml/2006/main">
              <a:ext uri="{FF2B5EF4-FFF2-40B4-BE49-F238E27FC236}">
                <a16:creationId xmlns:a16="http://schemas.microsoft.com/office/drawing/2014/main" id="{A005875F-A54B-44F3-BC5F-4194EC3E03C6}"/>
              </a:ext>
            </a:extLst>
          </p:cNvPr>
          <p:cNvSpPr>
            <a:spLocks xmlns:a="http://schemas.openxmlformats.org/drawingml/2006/main" noGrp="1"/>
          </p:cNvSpPr>
          <p:nvPr/>
        </p:nvSpPr>
        <p:spPr>
          <a:xfrm xmlns:a="http://schemas.openxmlformats.org/drawingml/2006/main">
            <a:off x="8639175" y="3219450"/>
            <a:ext cx="257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F7F8F3"/>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125" b="0">
                <a:solidFill>
                  <a:srgbClr val="F7F8F3"/>
                </a:solidFill>
                <a:latin typeface="Arial"/>
                <a:ea typeface="Arial"/>
                <a:cs typeface="Arial"/>
              </a:defRPr>
            </a:pPr>
            <a:r>
              <a:rPr sz="1125" b="0">
                <a:solidFill>
                  <a:srgbClr val="F7F8F3"/>
                </a:solidFill>
                <a:latin typeface="Arial"/>
                <a:ea typeface="Arial"/>
                <a:cs typeface="Arial"/>
              </a:rPr>
              <a:t>02 / Tín hiệu không clipping</a:t>
            </a:r>
          </a:p>
          <a:p xmlns:a="http://schemas.openxmlformats.org/drawingml/2006/main">
            <a:pPr algn="l">
              <a:buNone/>
              <a:defRPr sz="1125" b="0">
                <a:solidFill>
                  <a:srgbClr val="F7F8F3"/>
                </a:solidFill>
                <a:latin typeface="Arial"/>
                <a:ea typeface="Arial"/>
                <a:cs typeface="Arial"/>
              </a:defRPr>
            </a:pPr>
            <a:r>
              <a:rPr sz="1125" b="0">
                <a:solidFill>
                  <a:srgbClr val="F7F8F3"/>
                </a:solidFill>
                <a:latin typeface="Arial"/>
                <a:ea typeface="Arial"/>
                <a:cs typeface="Arial"/>
              </a:rPr>
              <a:t>ADC còn biên độ; dữ liệu thu khớp dạng phát.</a:t>
            </a:r>
          </a:p>
        </p:txBody>
      </p:sp>
      <p:sp>
        <p:nvSpPr>
          <p:cNvPr id="30" name="acceptance-rule-2">
            <a:extLst xmlns:a="http://schemas.openxmlformats.org/drawingml/2006/main">
              <a:ext uri="{FF2B5EF4-FFF2-40B4-BE49-F238E27FC236}">
                <a16:creationId xmlns:a16="http://schemas.microsoft.com/office/drawing/2014/main" id="{DB6A442D-8184-476B-A525-9913A6E9C7B8}"/>
              </a:ext>
            </a:extLst>
          </p:cNvPr>
          <p:cNvSpPr>
            <a:spLocks xmlns:a="http://schemas.openxmlformats.org/drawingml/2006/main" noGrp="1"/>
          </p:cNvSpPr>
          <p:nvPr/>
        </p:nvSpPr>
        <p:spPr>
          <a:xfrm xmlns:a="http://schemas.openxmlformats.org/drawingml/2006/main">
            <a:off x="8639175" y="4029075"/>
            <a:ext cx="2571750" cy="9525"/>
          </a:xfrm>
          <a:prstGeom xmlns:a="http://schemas.openxmlformats.org/drawingml/2006/main" prst="line">
            <a:avLst/>
          </a:prstGeom>
          <a:noFill xmlns:a="http://schemas.openxmlformats.org/drawingml/2006/main"/>
          <a:ln xmlns:a="http://schemas.openxmlformats.org/drawingml/2006/main" w="9525">
            <a:solidFill>
              <a:srgbClr val="46616A"/>
            </a:solidFill>
            <a:prstDash val="solid"/>
          </a:ln>
        </p:spPr>
      </p:sp>
      <p:sp>
        <p:nvSpPr>
          <p:cNvPr id="31" name="acceptance-point-3">
            <a:extLst xmlns:a="http://schemas.openxmlformats.org/drawingml/2006/main">
              <a:ext uri="{FF2B5EF4-FFF2-40B4-BE49-F238E27FC236}">
                <a16:creationId xmlns:a16="http://schemas.microsoft.com/office/drawing/2014/main" id="{085D955E-0B60-438E-8682-EC5044F8D053}"/>
              </a:ext>
            </a:extLst>
          </p:cNvPr>
          <p:cNvSpPr>
            <a:spLocks xmlns:a="http://schemas.openxmlformats.org/drawingml/2006/main" noGrp="1"/>
          </p:cNvSpPr>
          <p:nvPr/>
        </p:nvSpPr>
        <p:spPr>
          <a:xfrm xmlns:a="http://schemas.openxmlformats.org/drawingml/2006/main">
            <a:off x="8639175" y="4191000"/>
            <a:ext cx="25717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F7F8F3"/>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125" b="0">
                <a:solidFill>
                  <a:srgbClr val="F7F8F3"/>
                </a:solidFill>
                <a:latin typeface="Arial"/>
                <a:ea typeface="Arial"/>
                <a:cs typeface="Arial"/>
              </a:defRPr>
            </a:pPr>
            <a:r>
              <a:rPr sz="1125" b="0">
                <a:solidFill>
                  <a:srgbClr val="F7F8F3"/>
                </a:solidFill>
                <a:latin typeface="Arial"/>
                <a:ea typeface="Arial"/>
                <a:cs typeface="Arial"/>
              </a:rPr>
              <a:t>03 / AI mới được xác nhận</a:t>
            </a:r>
          </a:p>
          <a:p xmlns:a="http://schemas.openxmlformats.org/drawingml/2006/main">
            <a:pPr algn="l">
              <a:buNone/>
              <a:defRPr sz="1125" b="0">
                <a:solidFill>
                  <a:srgbClr val="F7F8F3"/>
                </a:solidFill>
                <a:latin typeface="Arial"/>
                <a:ea typeface="Arial"/>
                <a:cs typeface="Arial"/>
              </a:defRPr>
            </a:pPr>
            <a:r>
              <a:rPr sz="1125" b="0">
                <a:solidFill>
                  <a:srgbClr val="F7F8F3"/>
                </a:solidFill>
                <a:latin typeface="Arial"/>
                <a:ea typeface="Arial"/>
                <a:cs typeface="Arial"/>
              </a:rPr>
              <a:t>TCN thật chạy; kết quả khớp offline theo dung sai đã định.</a:t>
            </a:r>
          </a:p>
        </p:txBody>
      </p:sp>
      <p:sp>
        <p:nvSpPr>
          <p:cNvPr id="32" name="status-bar">
            <a:extLst xmlns:a="http://schemas.openxmlformats.org/drawingml/2006/main">
              <a:ext uri="{FF2B5EF4-FFF2-40B4-BE49-F238E27FC236}">
                <a16:creationId xmlns:a16="http://schemas.microsoft.com/office/drawing/2014/main" id="{399B404F-5EFC-41F2-AA1D-91E49B3E7F9B}"/>
              </a:ext>
            </a:extLst>
          </p:cNvPr>
          <p:cNvSpPr>
            <a:spLocks xmlns:a="http://schemas.openxmlformats.org/drawingml/2006/main" noGrp="1"/>
          </p:cNvSpPr>
          <p:nvPr/>
        </p:nvSpPr>
        <p:spPr>
          <a:xfrm xmlns:a="http://schemas.openxmlformats.org/drawingml/2006/main">
            <a:off x="628650" y="5591175"/>
            <a:ext cx="10868025" cy="476250"/>
          </a:xfrm>
          <a:prstGeom xmlns:a="http://schemas.openxmlformats.org/drawingml/2006/main" prst="roundRect">
            <a:avLst>
              <a:gd name="adj" fmla="val 16000"/>
            </a:avLst>
          </a:prstGeom>
          <a:solidFill xmlns:a="http://schemas.openxmlformats.org/drawingml/2006/main">
            <a:srgbClr val="D9ECE7"/>
          </a:solidFill>
          <a:ln xmlns:a="http://schemas.openxmlformats.org/drawingml/2006/main" w="0">
            <a:noFill/>
            <a:prstDash val="solid"/>
          </a:ln>
        </p:spPr>
      </p:sp>
      <p:sp>
        <p:nvSpPr>
          <p:cNvPr id="33" name="status-copy">
            <a:extLst xmlns:a="http://schemas.openxmlformats.org/drawingml/2006/main">
              <a:ext uri="{FF2B5EF4-FFF2-40B4-BE49-F238E27FC236}">
                <a16:creationId xmlns:a16="http://schemas.microsoft.com/office/drawing/2014/main" id="{6A89FFC2-17C8-4483-960C-05431E5DEB56}"/>
              </a:ext>
            </a:extLst>
          </p:cNvPr>
          <p:cNvSpPr>
            <a:spLocks xmlns:a="http://schemas.openxmlformats.org/drawingml/2006/main" noGrp="1"/>
          </p:cNvSpPr>
          <p:nvPr/>
        </p:nvSpPr>
        <p:spPr>
          <a:xfrm xmlns:a="http://schemas.openxmlformats.org/drawingml/2006/main">
            <a:off x="800100" y="5695950"/>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1232B"/>
                </a:solidFill>
                <a:latin typeface="Arial"/>
                <a:ea typeface="Arial"/>
                <a:cs typeface="Arial"/>
              </a:defRPr>
            </a:defPPr>
            <a:lvl1pPr algn="l">
              <a:buNone/>
              <a:defRPr sz="1200" b="1">
                <a:solidFill>
                  <a:srgbClr val="11232B"/>
                </a:solidFill>
                <a:latin typeface="Arial"/>
                <a:ea typeface="Arial"/>
                <a:cs typeface="Arial"/>
              </a:defRPr>
            </a:lvl1pPr>
            <a:lvl2pPr algn="l">
              <a:buNone/>
              <a:defRPr sz="1200" b="1">
                <a:solidFill>
                  <a:srgbClr val="11232B"/>
                </a:solidFill>
                <a:latin typeface="Arial"/>
                <a:ea typeface="Arial"/>
                <a:cs typeface="Arial"/>
              </a:defRPr>
            </a:lvl2pPr>
            <a:lvl3pPr algn="l">
              <a:buNone/>
              <a:defRPr sz="1200" b="1">
                <a:solidFill>
                  <a:srgbClr val="11232B"/>
                </a:solidFill>
                <a:latin typeface="Arial"/>
                <a:ea typeface="Arial"/>
                <a:cs typeface="Arial"/>
              </a:defRPr>
            </a:lvl3pPr>
            <a:lvl4pPr algn="l">
              <a:buNone/>
              <a:defRPr sz="1200" b="1">
                <a:solidFill>
                  <a:srgbClr val="11232B"/>
                </a:solidFill>
                <a:latin typeface="Arial"/>
                <a:ea typeface="Arial"/>
                <a:cs typeface="Arial"/>
              </a:defRPr>
            </a:lvl4pPr>
            <a:lvl5pPr algn="l">
              <a:buNone/>
              <a:defRPr sz="1200" b="1">
                <a:solidFill>
                  <a:srgbClr val="11232B"/>
                </a:solidFill>
                <a:latin typeface="Arial"/>
                <a:ea typeface="Arial"/>
                <a:cs typeface="Arial"/>
              </a:defRPr>
            </a:lvl5pPr>
            <a:lvl6pPr algn="l">
              <a:buNone/>
              <a:defRPr sz="1200" b="1">
                <a:solidFill>
                  <a:srgbClr val="11232B"/>
                </a:solidFill>
                <a:latin typeface="Arial"/>
                <a:ea typeface="Arial"/>
                <a:cs typeface="Arial"/>
              </a:defRPr>
            </a:lvl6pPr>
            <a:lvl7pPr algn="l">
              <a:buNone/>
              <a:defRPr sz="1200" b="1">
                <a:solidFill>
                  <a:srgbClr val="11232B"/>
                </a:solidFill>
                <a:latin typeface="Arial"/>
                <a:ea typeface="Arial"/>
                <a:cs typeface="Arial"/>
              </a:defRPr>
            </a:lvl7pPr>
            <a:lvl8pPr algn="l">
              <a:buNone/>
              <a:defRPr sz="1200" b="1">
                <a:solidFill>
                  <a:srgbClr val="11232B"/>
                </a:solidFill>
                <a:latin typeface="Arial"/>
                <a:ea typeface="Arial"/>
                <a:cs typeface="Arial"/>
              </a:defRPr>
            </a:lvl8pPr>
            <a:lvl9pPr algn="l">
              <a:buNone/>
              <a:defRPr sz="1200" b="1">
                <a:solidFill>
                  <a:srgbClr val="11232B"/>
                </a:solidFill>
                <a:latin typeface="Arial"/>
                <a:ea typeface="Arial"/>
                <a:cs typeface="Arial"/>
              </a:defRPr>
            </a:lvl9pPr>
          </a:lstStyle>
          <a:p xmlns:a="http://schemas.openxmlformats.org/drawingml/2006/main">
            <a:pPr algn="l">
              <a:buNone/>
              <a:defRPr sz="1200" b="1">
                <a:solidFill>
                  <a:srgbClr val="11232B"/>
                </a:solidFill>
                <a:latin typeface="Arial"/>
                <a:ea typeface="Arial"/>
                <a:cs typeface="Arial"/>
              </a:defRPr>
            </a:pPr>
            <a:r>
              <a:rPr sz="1200" b="1">
                <a:solidFill>
                  <a:srgbClr val="11232B"/>
                </a:solidFill>
                <a:latin typeface="Arial"/>
                <a:ea typeface="Arial"/>
                <a:cs typeface="Arial"/>
              </a:rPr>
              <a:t>TRẠNG THÁI TÀI LIỆU HIỆN TẠI: 250 Hz playback + firmware thu demo; chưa chứng minh TCN inference trên bo.</a:t>
            </a:r>
          </a:p>
        </p:txBody>
      </p:sp>
    </p:spTree>
    <p:extLst>
      <p:ext uri="{BB962C8B-B14F-4D97-AF65-F5344CB8AC3E}">
        <p14:creationId xmlns:p14="http://schemas.microsoft.com/office/powerpoint/2010/main" val="984374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2026-10-18T03:00:06.9710000Z</dcterms:created>
  <dcterms:modified xsi:type="dcterms:W3CDTF">2026-10-18T03:00:06.9710000Z</dcterms:modified>
</coreProperties>
</file>