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0696aac29d4067" /><Relationship Type="http://schemas.openxmlformats.org/officeDocument/2006/relationships/extended-properties" Target="/docProps/app.xml" Id="R311304d2e9094de5" /><Relationship Type="http://schemas.openxmlformats.org/officeDocument/2006/relationships/officeDocument" Target="/ppt/presentation.xml" Id="R7694d5b764354ca2" /></Relationships>
</file>

<file path=ppt/presentation.xml><?xml version="1.0" encoding="utf-8"?>
<p:presentation xmlns:p="http://schemas.openxmlformats.org/presentationml/2006/main">
  <p:sldMasterIdLst>
    <p:sldMasterId xmlns:r="http://schemas.openxmlformats.org/officeDocument/2006/relationships" id="2147483648" r:id="R241fd07dae4545d5"/>
  </p:sldMasterIdLst>
  <p:notesMasterIdLst>
    <p:notesMasterId xmlns:r="http://schemas.openxmlformats.org/officeDocument/2006/relationships" r:id="R2907669bbb274d3c"/>
  </p:notesMasterIdLst>
  <p:sldIdLst>
    <p:sldId xmlns:r="http://schemas.openxmlformats.org/officeDocument/2006/relationships" id="256" r:id="R3d71f2a2a59a4662"/>
    <p:sldId xmlns:r="http://schemas.openxmlformats.org/officeDocument/2006/relationships" id="257" r:id="Rf37232c34f8144d0"/>
    <p:sldId xmlns:r="http://schemas.openxmlformats.org/officeDocument/2006/relationships" id="258" r:id="Rd47589c697bf4e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cb6b9d8c0444e9" /><Relationship Type="http://schemas.openxmlformats.org/officeDocument/2006/relationships/slideMaster" Target="/ppt/slideMasters/slideMaster1.xml" Id="R241fd07dae4545d5" /><Relationship Type="http://schemas.openxmlformats.org/officeDocument/2006/relationships/notesMaster" Target="/ppt/notesMasters/notesMaster1.xml" Id="R2907669bbb274d3c" /><Relationship Type="http://schemas.openxmlformats.org/officeDocument/2006/relationships/presProps" Target="/ppt/presProps.xml" Id="R3633ac4fd80e4802" /><Relationship Type="http://schemas.openxmlformats.org/officeDocument/2006/relationships/tableStyles" Target="/ppt/tableStyles.xml" Id="Rf623002336564748" /><Relationship Type="http://schemas.openxmlformats.org/officeDocument/2006/relationships/slide" Target="/ppt/slides/slide1.xml" Id="R3d71f2a2a59a4662" /><Relationship Type="http://schemas.openxmlformats.org/officeDocument/2006/relationships/slide" Target="/ppt/slides/slide2.xml" Id="Rf37232c34f8144d0" /><Relationship Type="http://schemas.openxmlformats.org/officeDocument/2006/relationships/slide" Target="/ppt/slides/slide3.xml" Id="Rd47589c697bf4e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8fa4db9e3a4d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8aa074d1e54cbc" /><Relationship Type="http://schemas.openxmlformats.org/officeDocument/2006/relationships/notesMaster" Target="/ppt/notesMasters/notesMaster1.xml" Id="R801252127ab34d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4659c1ffdf4192" /><Relationship Type="http://schemas.openxmlformats.org/officeDocument/2006/relationships/notesMaster" Target="/ppt/notesMasters/notesMaster1.xml" Id="R5291e63e107245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6f58d12af143f9" /><Relationship Type="http://schemas.openxmlformats.org/officeDocument/2006/relationships/notesMaster" Target="/ppt/notesMasters/notesMaster1.xml" Id="R28bead8001e94a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sơ đồ đấu dây theo đầu nối/net: J1.1 GPIO25/DAC1 -&gt; R1 10 kΩ nối tiếp -&gt; N1/ADC_IN -&gt; J2.1 GPIO1/ADC1_CH0. Từ N1, R2 56 kΩ và C1 100 nF mắc song song xuống GND chung. J1.2 GND và J2.2 GND là mass chung. OLED J3: pin1 VCC -&gt; J2 3V3, pin2 GND -&gt; GND, pin3 SDA -&gt; GPIO8, pin4 SCL -&gt; GPIO9; module cấp 3,3 V, không cấp 5 V. Mỗi board cấp nguồn riêng bằng USB tương thích. Dùng mã chân GPIO trên nhãn bo; hình không nhằm chỉ vị trí lỗ vật lý vì layout clone khác nhau. Tài liệu Espressif xác nhận DAC ESP32 GPIO25 https://docs.espressif.com/projects/esp-idf/en/latest/esp32/api-reference/peripherals/dac.html ; GPIO1=ADC1_CH0 và GPIO8/9 là chân ADC-capable/general GPIO https://docs.espressif.com/projects/esp-hardware-design-guidelines/en/latest/esp32s3/schematic-checklist.html . N8R8 board memory specification https://docs.espressif.com/projects/esp-dev-kits/en/latest/esp32s3/esp32-s3-devkitc-1/user_guide_v1.1.html . Circuit-level wiring supports current 250 Hz electronic demo; TCN inference still requires firmware/sampling update as already noted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br/>
            <a:br/>
            <a:r>
              <a:t>KIỂM THỬ MÔ PHỎNG (18/10/2026)</a:t>
            </a:r>
            <a:br/>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br/>
            <a:br/>
            <a:r>
              <a:t>GIÁ TRA CỨU (VNĐ, chưa gồm vận chuyển; giá/biến thể có thể đổi)</a:t>
            </a:r>
            <a:br/>
            <a:r>
              <a:t>J1 Shopee, ESP32 DevKit V1 ESP-WROOM-32, 109.000: https://shopee.vn/ESP32-DevKit-V1-ESP32-WROOM-32-WiFi-Bluetooth-Development-Board-%E2%80%93-Kit-Ph%C3%A1t-Tri%E1%BB%83n-IoT-Ch%C3%ADnh-H%C3%A3ng-i.65776741.42482058047</a:t>
            </a:r>
            <a:br/>
            <a:r>
              <a:t>J2 TMe, ESP32-S3 Dev dựa ESP32-S3-WROOM-1 N8R8, mã trang 2504, 250.000: https://tme.vn/Product.aspx?id=2504</a:t>
            </a:r>
            <a:br/>
            <a:r>
              <a:t>J3 Shopee PCBLab, SSD1306 0.96in 128x64 4-pin, 60.086: https://shopee.vn/M%C3%A0n-h%C3%ACnh-OLED-0.96-inch-I2C-SSD1306-128x64-giao-ti%E1%BA%BFp-I2C-4-ch%C3%A2n-VCC-GND-SCL-SDA-d%C3%B9ng-cho-Arduino-ESP32-STM32-i.1723076079.51514172829</a:t>
            </a:r>
            <a:br/>
            <a:r>
              <a:t>R1 10 kΩ and R2 56 kΩ, carbon film through-hole 1/4 W 5%, Thegioiic 55 each, MOQ 50 each; R2 seller code IC929: https://www.thegioiic.com/dien-tro-56-kohm-1-4w-5-4-vong-mau ; 10 kΩ listing: https://www.thegioiic.com/dien-tro-10-kohm-1-4w-5-4-vong-mau</a:t>
            </a:r>
            <a:br/>
            <a:r>
              <a:t>C1 ceramic 104 100 nF 50 V, Shopee 10 pcs 6.000: https://shopee.vn/T%E1%BB%A5-g%E1%BB%91m-104-100nF-50V-Ceramic-%2810pcs%29-i.29186330.43423148258</a:t>
            </a:r>
            <a:br/>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br/>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br/>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br/>
            <a:r>
              <a:t>*Total is approximately 622.000 VND including minimum resistor packs; excludes shipping and marketplace promotions.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fdd6bec9c14b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2f79e6776148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647d7ba0f54d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90c6ad87f14e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660de8d4784f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00a3d205af4f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b651ac41b04ddc" /><Relationship Type="http://schemas.openxmlformats.org/officeDocument/2006/relationships/slideLayout" Target="/ppt/slideLayouts/slideLayout1.xml" Id="R42893e4ebb504949" /><Relationship Type="http://schemas.openxmlformats.org/officeDocument/2006/relationships/slideLayout" Target="/ppt/slideLayouts/slideLayout2.xml" Id="Ra0e25c9a77c54e51" /><Relationship Type="http://schemas.openxmlformats.org/officeDocument/2006/relationships/slideLayout" Target="/ppt/slideLayouts/slideLayout3.xml" Id="R5d6eeefb781a4576" /><Relationship Type="http://schemas.openxmlformats.org/officeDocument/2006/relationships/slideLayout" Target="/ppt/slideLayouts/slideLayout4.xml" Id="R58a5088835244c22" /><Relationship Type="http://schemas.openxmlformats.org/officeDocument/2006/relationships/slideLayout" Target="/ppt/slideLayouts/slideLayout5.xml" Id="Rafcf449d0c1c40a7" /><Relationship Type="http://schemas.openxmlformats.org/officeDocument/2006/relationships/slideLayout" Target="/ppt/slideLayouts/slideLayout6.xml" Id="R4dbab14f515b46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893e4ebb504949"/>
    <p:sldLayoutId xmlns:r="http://schemas.openxmlformats.org/officeDocument/2006/relationships" id="2147483650" r:id="Ra0e25c9a77c54e51"/>
    <p:sldLayoutId xmlns:r="http://schemas.openxmlformats.org/officeDocument/2006/relationships" id="2147483651" r:id="R5d6eeefb781a4576"/>
    <p:sldLayoutId xmlns:r="http://schemas.openxmlformats.org/officeDocument/2006/relationships" id="2147483652" r:id="R58a5088835244c22"/>
    <p:sldLayoutId xmlns:r="http://schemas.openxmlformats.org/officeDocument/2006/relationships" id="2147483653" r:id="Rafcf449d0c1c40a7"/>
    <p:sldLayoutId xmlns:r="http://schemas.openxmlformats.org/officeDocument/2006/relationships" id="2147483654" r:id="R4dbab14f515b46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d08e3c9d1541cc" /><Relationship Type="http://schemas.openxmlformats.org/officeDocument/2006/relationships/notesSlide" Target="/ppt/notesSlides/notesSlide1.xml" Id="Rf13375e43ed048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2a79a68056b4b55" /><Relationship Type="http://schemas.openxmlformats.org/officeDocument/2006/relationships/notesSlide" Target="/ppt/notesSlides/notesSlide2.xml" Id="R862e62b6f6f740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dd165aa3344d32" /><Relationship Type="http://schemas.openxmlformats.org/officeDocument/2006/relationships/notesSlide" Target="/ppt/notesSlides/notesSlide3.xml" Id="R6b9472627e5e4ee4" /></Relationships>
</file>

<file path=ppt/slides/slide1.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000" b="1">
                <a:solidFill>
                  <a:srgbClr val="102B31"/>
                </a:solidFill>
                <a:latin typeface="Avenir Next"/>
                <a:ea typeface="Avenir Next"/>
                <a:cs typeface="Avenir Next"/>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000" b="1">
                <a:solidFill>
                  <a:srgbClr val="102B31"/>
                </a:solidFill>
                <a:latin typeface="Avenir Next"/>
                <a:ea typeface="Avenir Next"/>
                <a:cs typeface="Avenir Next"/>
              </a:defRPr>
            </a:pPr>
            <a:r>
              <a:rPr sz="3000" b="1">
                <a:solidFill>
                  <a:srgbClr val="102B31"/>
                </a:solidFill>
                <a:latin typeface="Avenir Next"/>
                <a:ea typeface="Avenir Next"/>
                <a:cs typeface="Avenir Next"/>
              </a:rPr>
              <a:t>Sơ đồ đấu dây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275" b="0">
                <a:solidFill>
                  <a:srgbClr val="526B70"/>
                </a:solidFill>
                <a:latin typeface="Arial"/>
                <a:ea typeface="Arial"/>
                <a:cs typeface="Arial"/>
              </a:rPr>
              <a:t>ESP32 phát tín hiệu · bộ thu ESP32-S3 · OLED I²C</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14288">
            <a:solidFill>
              <a:srgbClr val="C7D8D2"/>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A8585"/>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A8585"/>
                </a:solidFill>
                <a:latin typeface="Arial"/>
                <a:ea typeface="Arial"/>
                <a:cs typeface="Arial"/>
              </a:rPr>
              <a:t>RELYFETAL  /  HIL</a:t>
            </a:r>
          </a:p>
        </p:txBody>
      </p:sp>
      <p:sp>
        <p:nvSpPr>
          <p:cNvPr id="31" name="j1-box">
            <a:extLst xmlns:a="http://schemas.openxmlformats.org/drawingml/2006/main">
              <a:ext uri="{FF2B5EF4-FFF2-40B4-BE49-F238E27FC236}">
                <a16:creationId xmlns:a16="http://schemas.microsoft.com/office/drawing/2014/main" id="{5DC31784-4DF3-4457-B387-F7F10A39D1C7}"/>
              </a:ext>
            </a:extLst>
          </p:cNvPr>
          <p:cNvSpPr>
            <a:spLocks xmlns:a="http://schemas.openxmlformats.org/drawingml/2006/main" noGrp="1"/>
          </p:cNvSpPr>
          <p:nvPr/>
        </p:nvSpPr>
        <p:spPr>
          <a:xfrm xmlns:a="http://schemas.openxmlformats.org/drawingml/2006/main">
            <a:off x="628650" y="2228850"/>
            <a:ext cx="1809750" cy="1704975"/>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32" name="j1-title">
            <a:extLst xmlns:a="http://schemas.openxmlformats.org/drawingml/2006/main">
              <a:ext uri="{FF2B5EF4-FFF2-40B4-BE49-F238E27FC236}">
                <a16:creationId xmlns:a16="http://schemas.microsoft.com/office/drawing/2014/main" id="{0D67B030-83E7-40AE-A365-399DF3B6C6E5}"/>
              </a:ext>
            </a:extLst>
          </p:cNvPr>
          <p:cNvSpPr>
            <a:spLocks xmlns:a="http://schemas.openxmlformats.org/drawingml/2006/main" noGrp="1"/>
          </p:cNvSpPr>
          <p:nvPr/>
        </p:nvSpPr>
        <p:spPr>
          <a:xfrm xmlns:a="http://schemas.openxmlformats.org/drawingml/2006/main">
            <a:off x="742950" y="2314575"/>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B31"/>
                </a:solidFill>
                <a:latin typeface="Avenir Next"/>
                <a:ea typeface="Avenir Next"/>
                <a:cs typeface="Avenir Next"/>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venir Next"/>
                <a:ea typeface="Avenir Next"/>
                <a:cs typeface="Avenir Next"/>
              </a:defRPr>
            </a:pPr>
            <a:r>
              <a:rPr sz="1200" b="1">
                <a:solidFill>
                  <a:srgbClr val="102B31"/>
                </a:solidFill>
                <a:latin typeface="Avenir Next"/>
                <a:ea typeface="Avenir Next"/>
                <a:cs typeface="Avenir Next"/>
              </a:rPr>
              <a:t>J1  ·  BỘ PHÁT</a:t>
            </a:r>
          </a:p>
        </p:txBody>
      </p:sp>
      <p:sp>
        <p:nvSpPr>
          <p:cNvPr id="33" name="j1-sub">
            <a:extLst xmlns:a="http://schemas.openxmlformats.org/drawingml/2006/main">
              <a:ext uri="{FF2B5EF4-FFF2-40B4-BE49-F238E27FC236}">
                <a16:creationId xmlns:a16="http://schemas.microsoft.com/office/drawing/2014/main" id="{AC838E5C-CA47-47E2-BB57-46B9E13B8814}"/>
              </a:ext>
            </a:extLst>
          </p:cNvPr>
          <p:cNvSpPr>
            <a:spLocks xmlns:a="http://schemas.openxmlformats.org/drawingml/2006/main" noGrp="1"/>
          </p:cNvSpPr>
          <p:nvPr/>
        </p:nvSpPr>
        <p:spPr>
          <a:xfrm xmlns:a="http://schemas.openxmlformats.org/drawingml/2006/main">
            <a:off x="742950" y="2571750"/>
            <a:ext cx="1581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3721"/>
          </a:bodyPr>
          <a:lstStyle xmlns:a="http://schemas.openxmlformats.org/drawingml/2006/main">
            <a:defPPr algn="l">
              <a:defRPr sz="90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26B70"/>
                </a:solidFill>
                <a:latin typeface="Arial"/>
                <a:ea typeface="Arial"/>
                <a:cs typeface="Arial"/>
              </a:rPr>
              <a:t>ESP32 DevKit V1 / ESP-WROOM-32</a:t>
            </a:r>
          </a:p>
        </p:txBody>
      </p:sp>
      <p:sp>
        <p:nvSpPr>
          <p:cNvPr id="34" name="j1-pin1">
            <a:extLst xmlns:a="http://schemas.openxmlformats.org/drawingml/2006/main">
              <a:ext uri="{FF2B5EF4-FFF2-40B4-BE49-F238E27FC236}">
                <a16:creationId xmlns:a16="http://schemas.microsoft.com/office/drawing/2014/main" id="{C92C9553-6D9F-4BEE-B2DB-D097C1F26F7F}"/>
              </a:ext>
            </a:extLst>
          </p:cNvPr>
          <p:cNvSpPr>
            <a:spLocks xmlns:a="http://schemas.openxmlformats.org/drawingml/2006/main" noGrp="1"/>
          </p:cNvSpPr>
          <p:nvPr/>
        </p:nvSpPr>
        <p:spPr>
          <a:xfrm xmlns:a="http://schemas.openxmlformats.org/drawingml/2006/main">
            <a:off x="819150" y="2867025"/>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050" b="1">
                <a:solidFill>
                  <a:srgbClr val="172A30"/>
                </a:solidFill>
                <a:latin typeface="Arial"/>
                <a:ea typeface="Arial"/>
                <a:cs typeface="Arial"/>
              </a:rPr>
              <a:t>1  GPIO25 / DAC1</a:t>
            </a:r>
          </a:p>
        </p:txBody>
      </p:sp>
      <p:sp>
        <p:nvSpPr>
          <p:cNvPr id="35" name="j1-t1">
            <a:extLst xmlns:a="http://schemas.openxmlformats.org/drawingml/2006/main">
              <a:ext uri="{FF2B5EF4-FFF2-40B4-BE49-F238E27FC236}">
                <a16:creationId xmlns:a16="http://schemas.microsoft.com/office/drawing/2014/main" id="{67FEA508-6936-446D-BE87-EE76B8CB5AB1}"/>
              </a:ext>
            </a:extLst>
          </p:cNvPr>
          <p:cNvSpPr>
            <a:spLocks xmlns:a="http://schemas.openxmlformats.org/drawingml/2006/main" noGrp="1"/>
          </p:cNvSpPr>
          <p:nvPr/>
        </p:nvSpPr>
        <p:spPr>
          <a:xfrm xmlns:a="http://schemas.openxmlformats.org/drawingml/2006/main">
            <a:off x="23907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36" name="j1-pin2">
            <a:extLst xmlns:a="http://schemas.openxmlformats.org/drawingml/2006/main">
              <a:ext uri="{FF2B5EF4-FFF2-40B4-BE49-F238E27FC236}">
                <a16:creationId xmlns:a16="http://schemas.microsoft.com/office/drawing/2014/main" id="{42D61450-8C3A-4050-BEDA-3433276D8114}"/>
              </a:ext>
            </a:extLst>
          </p:cNvPr>
          <p:cNvSpPr>
            <a:spLocks xmlns:a="http://schemas.openxmlformats.org/drawingml/2006/main" noGrp="1"/>
          </p:cNvSpPr>
          <p:nvPr/>
        </p:nvSpPr>
        <p:spPr>
          <a:xfrm xmlns:a="http://schemas.openxmlformats.org/drawingml/2006/main">
            <a:off x="819150" y="3505200"/>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050" b="1">
                <a:solidFill>
                  <a:srgbClr val="172A30"/>
                </a:solidFill>
                <a:latin typeface="Arial"/>
                <a:ea typeface="Arial"/>
                <a:cs typeface="Arial"/>
              </a:rPr>
              <a:t>2  GND</a:t>
            </a:r>
          </a:p>
        </p:txBody>
      </p:sp>
      <p:sp>
        <p:nvSpPr>
          <p:cNvPr id="37" name="j1-t2">
            <a:extLst xmlns:a="http://schemas.openxmlformats.org/drawingml/2006/main">
              <a:ext uri="{FF2B5EF4-FFF2-40B4-BE49-F238E27FC236}">
                <a16:creationId xmlns:a16="http://schemas.microsoft.com/office/drawing/2014/main" id="{65C886B4-FDC0-4E07-A1D1-19BC83FB907F}"/>
              </a:ext>
            </a:extLst>
          </p:cNvPr>
          <p:cNvSpPr>
            <a:spLocks xmlns:a="http://schemas.openxmlformats.org/drawingml/2006/main" noGrp="1"/>
          </p:cNvSpPr>
          <p:nvPr/>
        </p:nvSpPr>
        <p:spPr>
          <a:xfrm xmlns:a="http://schemas.openxmlformats.org/drawingml/2006/main">
            <a:off x="2390775" y="3571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38" name="j1-usb">
            <a:extLst xmlns:a="http://schemas.openxmlformats.org/drawingml/2006/main">
              <a:ext uri="{FF2B5EF4-FFF2-40B4-BE49-F238E27FC236}">
                <a16:creationId xmlns:a16="http://schemas.microsoft.com/office/drawing/2014/main" id="{BDDDF886-F20F-40E1-BF67-C1F393ED1BBA}"/>
              </a:ext>
            </a:extLst>
          </p:cNvPr>
          <p:cNvSpPr>
            <a:spLocks xmlns:a="http://schemas.openxmlformats.org/drawingml/2006/main" noGrp="1"/>
          </p:cNvSpPr>
          <p:nvPr/>
        </p:nvSpPr>
        <p:spPr>
          <a:xfrm xmlns:a="http://schemas.openxmlformats.org/drawingml/2006/main">
            <a:off x="790575" y="3724275"/>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USB 5 V  ·  Micro-USB</a:t>
            </a:r>
          </a:p>
        </p:txBody>
      </p:sp>
      <p:sp>
        <p:nvSpPr>
          <p:cNvPr id="39" name="r1-ref">
            <a:extLst xmlns:a="http://schemas.openxmlformats.org/drawingml/2006/main">
              <a:ext uri="{FF2B5EF4-FFF2-40B4-BE49-F238E27FC236}">
                <a16:creationId xmlns:a16="http://schemas.microsoft.com/office/drawing/2014/main" id="{37B71B4D-0DE4-4556-8FBC-4F6A9FF1BF0A}"/>
              </a:ext>
            </a:extLst>
          </p:cNvPr>
          <p:cNvSpPr>
            <a:spLocks xmlns:a="http://schemas.openxmlformats.org/drawingml/2006/main" noGrp="1"/>
          </p:cNvSpPr>
          <p:nvPr/>
        </p:nvSpPr>
        <p:spPr>
          <a:xfrm xmlns:a="http://schemas.openxmlformats.org/drawingml/2006/main">
            <a:off x="3019425" y="2324100"/>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A30"/>
                </a:solidFill>
                <a:latin typeface="Arial"/>
                <a:ea typeface="Arial"/>
                <a:cs typeface="Arial"/>
              </a:defRPr>
            </a:defPPr>
            <a:lvl1pPr algn="ctr">
              <a:buNone/>
              <a:defRPr sz="975" b="1">
                <a:solidFill>
                  <a:srgbClr val="172A30"/>
                </a:solidFill>
                <a:latin typeface="Arial"/>
                <a:ea typeface="Arial"/>
                <a:cs typeface="Arial"/>
              </a:defRPr>
            </a:lvl1pPr>
            <a:lvl2pPr algn="ctr">
              <a:buNone/>
              <a:defRPr sz="975" b="1">
                <a:solidFill>
                  <a:srgbClr val="172A30"/>
                </a:solidFill>
                <a:latin typeface="Arial"/>
                <a:ea typeface="Arial"/>
                <a:cs typeface="Arial"/>
              </a:defRPr>
            </a:lvl2pPr>
            <a:lvl3pPr algn="ctr">
              <a:buNone/>
              <a:defRPr sz="975" b="1">
                <a:solidFill>
                  <a:srgbClr val="172A30"/>
                </a:solidFill>
                <a:latin typeface="Arial"/>
                <a:ea typeface="Arial"/>
                <a:cs typeface="Arial"/>
              </a:defRPr>
            </a:lvl3pPr>
            <a:lvl4pPr algn="ctr">
              <a:buNone/>
              <a:defRPr sz="975" b="1">
                <a:solidFill>
                  <a:srgbClr val="172A30"/>
                </a:solidFill>
                <a:latin typeface="Arial"/>
                <a:ea typeface="Arial"/>
                <a:cs typeface="Arial"/>
              </a:defRPr>
            </a:lvl4pPr>
            <a:lvl5pPr algn="ctr">
              <a:buNone/>
              <a:defRPr sz="975" b="1">
                <a:solidFill>
                  <a:srgbClr val="172A30"/>
                </a:solidFill>
                <a:latin typeface="Arial"/>
                <a:ea typeface="Arial"/>
                <a:cs typeface="Arial"/>
              </a:defRPr>
            </a:lvl5pPr>
            <a:lvl6pPr algn="ctr">
              <a:buNone/>
              <a:defRPr sz="975" b="1">
                <a:solidFill>
                  <a:srgbClr val="172A30"/>
                </a:solidFill>
                <a:latin typeface="Arial"/>
                <a:ea typeface="Arial"/>
                <a:cs typeface="Arial"/>
              </a:defRPr>
            </a:lvl6pPr>
            <a:lvl7pPr algn="ctr">
              <a:buNone/>
              <a:defRPr sz="975" b="1">
                <a:solidFill>
                  <a:srgbClr val="172A30"/>
                </a:solidFill>
                <a:latin typeface="Arial"/>
                <a:ea typeface="Arial"/>
                <a:cs typeface="Arial"/>
              </a:defRPr>
            </a:lvl7pPr>
            <a:lvl8pPr algn="ctr">
              <a:buNone/>
              <a:defRPr sz="975" b="1">
                <a:solidFill>
                  <a:srgbClr val="172A30"/>
                </a:solidFill>
                <a:latin typeface="Arial"/>
                <a:ea typeface="Arial"/>
                <a:cs typeface="Arial"/>
              </a:defRPr>
            </a:lvl8pPr>
            <a:lvl9pPr algn="ctr">
              <a:buNone/>
              <a:defRPr sz="975" b="1">
                <a:solidFill>
                  <a:srgbClr val="172A30"/>
                </a:solidFill>
                <a:latin typeface="Arial"/>
                <a:ea typeface="Arial"/>
                <a:cs typeface="Arial"/>
              </a:defRPr>
            </a:lvl9pPr>
          </a:lstStyle>
          <a:p xmlns:a="http://schemas.openxmlformats.org/drawingml/2006/main">
            <a:pPr algn="ctr">
              <a:buNone/>
              <a:defRPr sz="975" b="1">
                <a:solidFill>
                  <a:srgbClr val="172A30"/>
                </a:solidFill>
                <a:latin typeface="Arial"/>
                <a:ea typeface="Arial"/>
                <a:cs typeface="Arial"/>
              </a:defRPr>
            </a:pPr>
            <a:r>
              <a:rPr sz="975" b="1">
                <a:solidFill>
                  <a:srgbClr val="172A30"/>
                </a:solidFill>
                <a:latin typeface="Arial"/>
                <a:ea typeface="Arial"/>
                <a:cs typeface="Arial"/>
              </a:rPr>
              <a:t>R1  ·  10 kΩ  ·  ±5%</a:t>
            </a:r>
          </a:p>
        </p:txBody>
      </p:sp>
      <p:sp>
        <p:nvSpPr>
          <p:cNvPr id="40" name="j1-to-r1">
            <a:extLst xmlns:a="http://schemas.openxmlformats.org/drawingml/2006/main">
              <a:ext uri="{FF2B5EF4-FFF2-40B4-BE49-F238E27FC236}">
                <a16:creationId xmlns:a16="http://schemas.microsoft.com/office/drawing/2014/main" id="{3994DBBC-939B-49A8-A625-70A67ED5F87B}"/>
              </a:ext>
            </a:extLst>
          </p:cNvPr>
          <p:cNvSpPr>
            <a:spLocks xmlns:a="http://schemas.openxmlformats.org/drawingml/2006/main" noGrp="1"/>
          </p:cNvSpPr>
          <p:nvPr/>
        </p:nvSpPr>
        <p:spPr>
          <a:xfrm xmlns:a="http://schemas.openxmlformats.org/drawingml/2006/main">
            <a:off x="2486025" y="2981325"/>
            <a:ext cx="6096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1" name="r1-iec">
            <a:extLst xmlns:a="http://schemas.openxmlformats.org/drawingml/2006/main">
              <a:ext uri="{FF2B5EF4-FFF2-40B4-BE49-F238E27FC236}">
                <a16:creationId xmlns:a16="http://schemas.microsoft.com/office/drawing/2014/main" id="{BD6B8624-A174-404A-93A3-6C45916F61C9}"/>
              </a:ext>
            </a:extLst>
          </p:cNvPr>
          <p:cNvSpPr>
            <a:spLocks xmlns:a="http://schemas.openxmlformats.org/drawingml/2006/main" noGrp="1"/>
          </p:cNvSpPr>
          <p:nvPr/>
        </p:nvSpPr>
        <p:spPr>
          <a:xfrm xmlns:a="http://schemas.openxmlformats.org/drawingml/2006/main">
            <a:off x="3095625" y="2800350"/>
            <a:ext cx="914400" cy="361950"/>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42" name="r1-to-n1">
            <a:extLst xmlns:a="http://schemas.openxmlformats.org/drawingml/2006/main">
              <a:ext uri="{FF2B5EF4-FFF2-40B4-BE49-F238E27FC236}">
                <a16:creationId xmlns:a16="http://schemas.microsoft.com/office/drawing/2014/main" id="{9477C824-CFDE-49D8-84BD-13A4C897E765}"/>
              </a:ext>
            </a:extLst>
          </p:cNvPr>
          <p:cNvSpPr>
            <a:spLocks xmlns:a="http://schemas.openxmlformats.org/drawingml/2006/main" noGrp="1"/>
          </p:cNvSpPr>
          <p:nvPr/>
        </p:nvSpPr>
        <p:spPr>
          <a:xfrm xmlns:a="http://schemas.openxmlformats.org/drawingml/2006/main">
            <a:off x="4010025" y="2981325"/>
            <a:ext cx="5715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3" name="n1-label">
            <a:extLst xmlns:a="http://schemas.openxmlformats.org/drawingml/2006/main">
              <a:ext uri="{FF2B5EF4-FFF2-40B4-BE49-F238E27FC236}">
                <a16:creationId xmlns:a16="http://schemas.microsoft.com/office/drawing/2014/main" id="{232A3617-E200-474A-B41A-36E73F02ABC8}"/>
              </a:ext>
            </a:extLst>
          </p:cNvPr>
          <p:cNvSpPr>
            <a:spLocks xmlns:a="http://schemas.openxmlformats.org/drawingml/2006/main" noGrp="1"/>
          </p:cNvSpPr>
          <p:nvPr/>
        </p:nvSpPr>
        <p:spPr>
          <a:xfrm xmlns:a="http://schemas.openxmlformats.org/drawingml/2006/main">
            <a:off x="4371975" y="264795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8794E"/>
                </a:solidFill>
                <a:latin typeface="Arial"/>
                <a:ea typeface="Arial"/>
                <a:cs typeface="Arial"/>
              </a:defRPr>
            </a:defPPr>
            <a:lvl1pPr algn="ctr">
              <a:buNone/>
              <a:defRPr sz="900" b="1">
                <a:solidFill>
                  <a:srgbClr val="18794E"/>
                </a:solidFill>
                <a:latin typeface="Arial"/>
                <a:ea typeface="Arial"/>
                <a:cs typeface="Arial"/>
              </a:defRPr>
            </a:lvl1pPr>
            <a:lvl2pPr algn="ctr">
              <a:buNone/>
              <a:defRPr sz="900" b="1">
                <a:solidFill>
                  <a:srgbClr val="18794E"/>
                </a:solidFill>
                <a:latin typeface="Arial"/>
                <a:ea typeface="Arial"/>
                <a:cs typeface="Arial"/>
              </a:defRPr>
            </a:lvl2pPr>
            <a:lvl3pPr algn="ctr">
              <a:buNone/>
              <a:defRPr sz="900" b="1">
                <a:solidFill>
                  <a:srgbClr val="18794E"/>
                </a:solidFill>
                <a:latin typeface="Arial"/>
                <a:ea typeface="Arial"/>
                <a:cs typeface="Arial"/>
              </a:defRPr>
            </a:lvl3pPr>
            <a:lvl4pPr algn="ctr">
              <a:buNone/>
              <a:defRPr sz="900" b="1">
                <a:solidFill>
                  <a:srgbClr val="18794E"/>
                </a:solidFill>
                <a:latin typeface="Arial"/>
                <a:ea typeface="Arial"/>
                <a:cs typeface="Arial"/>
              </a:defRPr>
            </a:lvl4pPr>
            <a:lvl5pPr algn="ctr">
              <a:buNone/>
              <a:defRPr sz="900" b="1">
                <a:solidFill>
                  <a:srgbClr val="18794E"/>
                </a:solidFill>
                <a:latin typeface="Arial"/>
                <a:ea typeface="Arial"/>
                <a:cs typeface="Arial"/>
              </a:defRPr>
            </a:lvl5pPr>
            <a:lvl6pPr algn="ctr">
              <a:buNone/>
              <a:defRPr sz="900" b="1">
                <a:solidFill>
                  <a:srgbClr val="18794E"/>
                </a:solidFill>
                <a:latin typeface="Arial"/>
                <a:ea typeface="Arial"/>
                <a:cs typeface="Arial"/>
              </a:defRPr>
            </a:lvl6pPr>
            <a:lvl7pPr algn="ctr">
              <a:buNone/>
              <a:defRPr sz="900" b="1">
                <a:solidFill>
                  <a:srgbClr val="18794E"/>
                </a:solidFill>
                <a:latin typeface="Arial"/>
                <a:ea typeface="Arial"/>
                <a:cs typeface="Arial"/>
              </a:defRPr>
            </a:lvl7pPr>
            <a:lvl8pPr algn="ctr">
              <a:buNone/>
              <a:defRPr sz="900" b="1">
                <a:solidFill>
                  <a:srgbClr val="18794E"/>
                </a:solidFill>
                <a:latin typeface="Arial"/>
                <a:ea typeface="Arial"/>
                <a:cs typeface="Arial"/>
              </a:defRPr>
            </a:lvl8pPr>
            <a:lvl9pPr algn="ctr">
              <a:buNone/>
              <a:defRPr sz="900" b="1">
                <a:solidFill>
                  <a:srgbClr val="18794E"/>
                </a:solidFill>
                <a:latin typeface="Arial"/>
                <a:ea typeface="Arial"/>
                <a:cs typeface="Arial"/>
              </a:defRPr>
            </a:lvl9pPr>
          </a:lstStyle>
          <a:p xmlns:a="http://schemas.openxmlformats.org/drawingml/2006/main">
            <a:pPr algn="ctr">
              <a:buNone/>
              <a:defRPr sz="900" b="1">
                <a:solidFill>
                  <a:srgbClr val="18794E"/>
                </a:solidFill>
                <a:latin typeface="Arial"/>
                <a:ea typeface="Arial"/>
                <a:cs typeface="Arial"/>
              </a:defRPr>
            </a:pPr>
            <a:r>
              <a:rPr sz="900" b="1">
                <a:solidFill>
                  <a:srgbClr val="18794E"/>
                </a:solidFill>
                <a:latin typeface="Arial"/>
                <a:ea typeface="Arial"/>
                <a:cs typeface="Arial"/>
              </a:rPr>
              <a:t>N1  ·  ADC_IN</a:t>
            </a:r>
          </a:p>
        </p:txBody>
      </p:sp>
      <p:sp>
        <p:nvSpPr>
          <p:cNvPr id="44" name="n1-dot">
            <a:extLst xmlns:a="http://schemas.openxmlformats.org/drawingml/2006/main">
              <a:ext uri="{FF2B5EF4-FFF2-40B4-BE49-F238E27FC236}">
                <a16:creationId xmlns:a16="http://schemas.microsoft.com/office/drawing/2014/main" id="{1C3CA02E-9255-41E1-A742-949682703BCF}"/>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45" name="n1-to-j2-adc">
            <a:extLst xmlns:a="http://schemas.openxmlformats.org/drawingml/2006/main">
              <a:ext uri="{FF2B5EF4-FFF2-40B4-BE49-F238E27FC236}">
                <a16:creationId xmlns:a16="http://schemas.microsoft.com/office/drawing/2014/main" id="{7C8E42A7-DBD3-4416-8D94-9E43DB656BB6}"/>
              </a:ext>
            </a:extLst>
          </p:cNvPr>
          <p:cNvSpPr>
            <a:spLocks xmlns:a="http://schemas.openxmlformats.org/drawingml/2006/main" noGrp="1"/>
          </p:cNvSpPr>
          <p:nvPr/>
        </p:nvSpPr>
        <p:spPr>
          <a:xfrm xmlns:a="http://schemas.openxmlformats.org/drawingml/2006/main">
            <a:off x="4581525" y="2981325"/>
            <a:ext cx="2543175"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6" name="adc-net-label">
            <a:extLst xmlns:a="http://schemas.openxmlformats.org/drawingml/2006/main">
              <a:ext uri="{FF2B5EF4-FFF2-40B4-BE49-F238E27FC236}">
                <a16:creationId xmlns:a16="http://schemas.microsoft.com/office/drawing/2014/main" id="{952079F0-DA4D-47E4-BFD8-5B7F464DA7A2}"/>
              </a:ext>
            </a:extLst>
          </p:cNvPr>
          <p:cNvSpPr>
            <a:spLocks xmlns:a="http://schemas.openxmlformats.org/drawingml/2006/main" noGrp="1"/>
          </p:cNvSpPr>
          <p:nvPr/>
        </p:nvSpPr>
        <p:spPr>
          <a:xfrm xmlns:a="http://schemas.openxmlformats.org/drawingml/2006/main">
            <a:off x="5181600" y="27432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18794E"/>
                </a:solidFill>
                <a:latin typeface="Arial"/>
                <a:ea typeface="Arial"/>
                <a:cs typeface="Arial"/>
              </a:defRPr>
            </a:defPPr>
            <a:lvl1pPr algn="ctr">
              <a:buNone/>
              <a:defRPr sz="825" b="1">
                <a:solidFill>
                  <a:srgbClr val="18794E"/>
                </a:solidFill>
                <a:latin typeface="Arial"/>
                <a:ea typeface="Arial"/>
                <a:cs typeface="Arial"/>
              </a:defRPr>
            </a:lvl1pPr>
            <a:lvl2pPr algn="ctr">
              <a:buNone/>
              <a:defRPr sz="825" b="1">
                <a:solidFill>
                  <a:srgbClr val="18794E"/>
                </a:solidFill>
                <a:latin typeface="Arial"/>
                <a:ea typeface="Arial"/>
                <a:cs typeface="Arial"/>
              </a:defRPr>
            </a:lvl2pPr>
            <a:lvl3pPr algn="ctr">
              <a:buNone/>
              <a:defRPr sz="825" b="1">
                <a:solidFill>
                  <a:srgbClr val="18794E"/>
                </a:solidFill>
                <a:latin typeface="Arial"/>
                <a:ea typeface="Arial"/>
                <a:cs typeface="Arial"/>
              </a:defRPr>
            </a:lvl3pPr>
            <a:lvl4pPr algn="ctr">
              <a:buNone/>
              <a:defRPr sz="825" b="1">
                <a:solidFill>
                  <a:srgbClr val="18794E"/>
                </a:solidFill>
                <a:latin typeface="Arial"/>
                <a:ea typeface="Arial"/>
                <a:cs typeface="Arial"/>
              </a:defRPr>
            </a:lvl4pPr>
            <a:lvl5pPr algn="ctr">
              <a:buNone/>
              <a:defRPr sz="825" b="1">
                <a:solidFill>
                  <a:srgbClr val="18794E"/>
                </a:solidFill>
                <a:latin typeface="Arial"/>
                <a:ea typeface="Arial"/>
                <a:cs typeface="Arial"/>
              </a:defRPr>
            </a:lvl5pPr>
            <a:lvl6pPr algn="ctr">
              <a:buNone/>
              <a:defRPr sz="825" b="1">
                <a:solidFill>
                  <a:srgbClr val="18794E"/>
                </a:solidFill>
                <a:latin typeface="Arial"/>
                <a:ea typeface="Arial"/>
                <a:cs typeface="Arial"/>
              </a:defRPr>
            </a:lvl6pPr>
            <a:lvl7pPr algn="ctr">
              <a:buNone/>
              <a:defRPr sz="825" b="1">
                <a:solidFill>
                  <a:srgbClr val="18794E"/>
                </a:solidFill>
                <a:latin typeface="Arial"/>
                <a:ea typeface="Arial"/>
                <a:cs typeface="Arial"/>
              </a:defRPr>
            </a:lvl7pPr>
            <a:lvl8pPr algn="ctr">
              <a:buNone/>
              <a:defRPr sz="825" b="1">
                <a:solidFill>
                  <a:srgbClr val="18794E"/>
                </a:solidFill>
                <a:latin typeface="Arial"/>
                <a:ea typeface="Arial"/>
                <a:cs typeface="Arial"/>
              </a:defRPr>
            </a:lvl8pPr>
            <a:lvl9pPr algn="ctr">
              <a:buNone/>
              <a:defRPr sz="825" b="1">
                <a:solidFill>
                  <a:srgbClr val="18794E"/>
                </a:solidFill>
                <a:latin typeface="Arial"/>
                <a:ea typeface="Arial"/>
                <a:cs typeface="Arial"/>
              </a:defRPr>
            </a:lvl9pPr>
          </a:lstStyle>
          <a:p xmlns:a="http://schemas.openxmlformats.org/drawingml/2006/main">
            <a:pPr algn="ctr">
              <a:buNone/>
              <a:defRPr sz="825" b="1">
                <a:solidFill>
                  <a:srgbClr val="18794E"/>
                </a:solidFill>
                <a:latin typeface="Arial"/>
                <a:ea typeface="Arial"/>
                <a:cs typeface="Arial"/>
              </a:defRPr>
            </a:pPr>
            <a:r>
              <a:rPr sz="825" b="1">
                <a:solidFill>
                  <a:srgbClr val="18794E"/>
                </a:solidFill>
                <a:latin typeface="Arial"/>
                <a:ea typeface="Arial"/>
                <a:cs typeface="Arial"/>
              </a:rPr>
              <a:t>SIG  ·  dây xanh lá</a:t>
            </a:r>
          </a:p>
        </p:txBody>
      </p:sp>
      <p:sp>
        <p:nvSpPr>
          <p:cNvPr id="47" name="n1-down-r2">
            <a:extLst xmlns:a="http://schemas.openxmlformats.org/drawingml/2006/main">
              <a:ext uri="{FF2B5EF4-FFF2-40B4-BE49-F238E27FC236}">
                <a16:creationId xmlns:a16="http://schemas.microsoft.com/office/drawing/2014/main" id="{5EA58D59-EDF9-4A5F-962D-7B3B9AC002E1}"/>
              </a:ext>
            </a:extLst>
          </p:cNvPr>
          <p:cNvSpPr>
            <a:spLocks xmlns:a="http://schemas.openxmlformats.org/drawingml/2006/main" noGrp="1"/>
          </p:cNvSpPr>
          <p:nvPr/>
        </p:nvSpPr>
        <p:spPr>
          <a:xfrm xmlns:a="http://schemas.openxmlformats.org/drawingml/2006/main">
            <a:off x="4581525" y="2981325"/>
            <a:ext cx="0" cy="4476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48" name="r2-ref">
            <a:extLst xmlns:a="http://schemas.openxmlformats.org/drawingml/2006/main">
              <a:ext uri="{FF2B5EF4-FFF2-40B4-BE49-F238E27FC236}">
                <a16:creationId xmlns:a16="http://schemas.microsoft.com/office/drawing/2014/main" id="{2A040CD3-EB7C-4EB4-A35E-55EEFBD4FE20}"/>
              </a:ext>
            </a:extLst>
          </p:cNvPr>
          <p:cNvSpPr>
            <a:spLocks xmlns:a="http://schemas.openxmlformats.org/drawingml/2006/main" noGrp="1"/>
          </p:cNvSpPr>
          <p:nvPr/>
        </p:nvSpPr>
        <p:spPr>
          <a:xfrm xmlns:a="http://schemas.openxmlformats.org/drawingml/2006/main">
            <a:off x="3962400" y="339090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72A30"/>
                </a:solidFill>
                <a:latin typeface="Arial"/>
                <a:ea typeface="Arial"/>
                <a:cs typeface="Arial"/>
              </a:defRPr>
            </a:defPPr>
            <a:lvl1pPr algn="ctr">
              <a:buNone/>
              <a:defRPr sz="900" b="1">
                <a:solidFill>
                  <a:srgbClr val="172A30"/>
                </a:solidFill>
                <a:latin typeface="Arial"/>
                <a:ea typeface="Arial"/>
                <a:cs typeface="Arial"/>
              </a:defRPr>
            </a:lvl1pPr>
            <a:lvl2pPr algn="ctr">
              <a:buNone/>
              <a:defRPr sz="900" b="1">
                <a:solidFill>
                  <a:srgbClr val="172A30"/>
                </a:solidFill>
                <a:latin typeface="Arial"/>
                <a:ea typeface="Arial"/>
                <a:cs typeface="Arial"/>
              </a:defRPr>
            </a:lvl2pPr>
            <a:lvl3pPr algn="ctr">
              <a:buNone/>
              <a:defRPr sz="900" b="1">
                <a:solidFill>
                  <a:srgbClr val="172A30"/>
                </a:solidFill>
                <a:latin typeface="Arial"/>
                <a:ea typeface="Arial"/>
                <a:cs typeface="Arial"/>
              </a:defRPr>
            </a:lvl3pPr>
            <a:lvl4pPr algn="ctr">
              <a:buNone/>
              <a:defRPr sz="900" b="1">
                <a:solidFill>
                  <a:srgbClr val="172A30"/>
                </a:solidFill>
                <a:latin typeface="Arial"/>
                <a:ea typeface="Arial"/>
                <a:cs typeface="Arial"/>
              </a:defRPr>
            </a:lvl4pPr>
            <a:lvl5pPr algn="ctr">
              <a:buNone/>
              <a:defRPr sz="900" b="1">
                <a:solidFill>
                  <a:srgbClr val="172A30"/>
                </a:solidFill>
                <a:latin typeface="Arial"/>
                <a:ea typeface="Arial"/>
                <a:cs typeface="Arial"/>
              </a:defRPr>
            </a:lvl5pPr>
            <a:lvl6pPr algn="ctr">
              <a:buNone/>
              <a:defRPr sz="900" b="1">
                <a:solidFill>
                  <a:srgbClr val="172A30"/>
                </a:solidFill>
                <a:latin typeface="Arial"/>
                <a:ea typeface="Arial"/>
                <a:cs typeface="Arial"/>
              </a:defRPr>
            </a:lvl6pPr>
            <a:lvl7pPr algn="ctr">
              <a:buNone/>
              <a:defRPr sz="900" b="1">
                <a:solidFill>
                  <a:srgbClr val="172A30"/>
                </a:solidFill>
                <a:latin typeface="Arial"/>
                <a:ea typeface="Arial"/>
                <a:cs typeface="Arial"/>
              </a:defRPr>
            </a:lvl7pPr>
            <a:lvl8pPr algn="ctr">
              <a:buNone/>
              <a:defRPr sz="900" b="1">
                <a:solidFill>
                  <a:srgbClr val="172A30"/>
                </a:solidFill>
                <a:latin typeface="Arial"/>
                <a:ea typeface="Arial"/>
                <a:cs typeface="Arial"/>
              </a:defRPr>
            </a:lvl8pPr>
            <a:lvl9pPr algn="ctr">
              <a:buNone/>
              <a:defRPr sz="900" b="1">
                <a:solidFill>
                  <a:srgbClr val="172A30"/>
                </a:solidFill>
                <a:latin typeface="Arial"/>
                <a:ea typeface="Arial"/>
                <a:cs typeface="Arial"/>
              </a:defRPr>
            </a:lvl9pPr>
          </a:lstStyle>
          <a:p xmlns:a="http://schemas.openxmlformats.org/drawingml/2006/main">
            <a:pPr algn="ctr">
              <a:buNone/>
              <a:defRPr sz="900" b="1">
                <a:solidFill>
                  <a:srgbClr val="172A30"/>
                </a:solidFill>
                <a:latin typeface="Arial"/>
                <a:ea typeface="Arial"/>
                <a:cs typeface="Arial"/>
              </a:defRPr>
            </a:pPr>
            <a:r>
              <a:rPr sz="900" b="1">
                <a:solidFill>
                  <a:srgbClr val="172A30"/>
                </a:solidFill>
                <a:latin typeface="Arial"/>
                <a:ea typeface="Arial"/>
                <a:cs typeface="Arial"/>
              </a:rPr>
              <a:t>R2  ·  56 kΩ ±5%</a:t>
            </a:r>
          </a:p>
        </p:txBody>
      </p:sp>
      <p:sp>
        <p:nvSpPr>
          <p:cNvPr id="49" name="r2-iec">
            <a:extLst xmlns:a="http://schemas.openxmlformats.org/drawingml/2006/main">
              <a:ext uri="{FF2B5EF4-FFF2-40B4-BE49-F238E27FC236}">
                <a16:creationId xmlns:a16="http://schemas.microsoft.com/office/drawing/2014/main" id="{050E8B87-6CDA-4C45-981E-37BFF304B9D9}"/>
              </a:ext>
            </a:extLst>
          </p:cNvPr>
          <p:cNvSpPr>
            <a:spLocks xmlns:a="http://schemas.openxmlformats.org/drawingml/2006/main" noGrp="1"/>
          </p:cNvSpPr>
          <p:nvPr/>
        </p:nvSpPr>
        <p:spPr>
          <a:xfrm xmlns:a="http://schemas.openxmlformats.org/drawingml/2006/main">
            <a:off x="4371975" y="3667125"/>
            <a:ext cx="419100" cy="638175"/>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50" name="r2-to-gnd">
            <a:extLst xmlns:a="http://schemas.openxmlformats.org/drawingml/2006/main">
              <a:ext uri="{FF2B5EF4-FFF2-40B4-BE49-F238E27FC236}">
                <a16:creationId xmlns:a16="http://schemas.microsoft.com/office/drawing/2014/main" id="{F89F182B-350C-4F5C-878E-EF28B05398BF}"/>
              </a:ext>
            </a:extLst>
          </p:cNvPr>
          <p:cNvSpPr>
            <a:spLocks xmlns:a="http://schemas.openxmlformats.org/drawingml/2006/main" noGrp="1"/>
          </p:cNvSpPr>
          <p:nvPr/>
        </p:nvSpPr>
        <p:spPr>
          <a:xfrm xmlns:a="http://schemas.openxmlformats.org/drawingml/2006/main">
            <a:off x="4581525" y="4305300"/>
            <a:ext cx="0" cy="40005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1" name="n1-down-c1">
            <a:extLst xmlns:a="http://schemas.openxmlformats.org/drawingml/2006/main">
              <a:ext uri="{FF2B5EF4-FFF2-40B4-BE49-F238E27FC236}">
                <a16:creationId xmlns:a16="http://schemas.microsoft.com/office/drawing/2014/main" id="{182FB84B-17A0-41C0-812D-5EE261641F74}"/>
              </a:ext>
            </a:extLst>
          </p:cNvPr>
          <p:cNvSpPr>
            <a:spLocks xmlns:a="http://schemas.openxmlformats.org/drawingml/2006/main" noGrp="1"/>
          </p:cNvSpPr>
          <p:nvPr/>
        </p:nvSpPr>
        <p:spPr>
          <a:xfrm xmlns:a="http://schemas.openxmlformats.org/drawingml/2006/main">
            <a:off x="5762625" y="2981325"/>
            <a:ext cx="0" cy="39052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2" name="c1-top-lead">
            <a:extLst xmlns:a="http://schemas.openxmlformats.org/drawingml/2006/main">
              <a:ext uri="{FF2B5EF4-FFF2-40B4-BE49-F238E27FC236}">
                <a16:creationId xmlns:a16="http://schemas.microsoft.com/office/drawing/2014/main" id="{9AEA113C-DD26-409A-B409-14C3EEB45C28}"/>
              </a:ext>
            </a:extLst>
          </p:cNvPr>
          <p:cNvSpPr>
            <a:spLocks xmlns:a="http://schemas.openxmlformats.org/drawingml/2006/main" noGrp="1"/>
          </p:cNvSpPr>
          <p:nvPr/>
        </p:nvSpPr>
        <p:spPr>
          <a:xfrm xmlns:a="http://schemas.openxmlformats.org/drawingml/2006/main">
            <a:off x="5762625" y="3371850"/>
            <a:ext cx="0" cy="1428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3" name="c1-plate-1">
            <a:extLst xmlns:a="http://schemas.openxmlformats.org/drawingml/2006/main">
              <a:ext uri="{FF2B5EF4-FFF2-40B4-BE49-F238E27FC236}">
                <a16:creationId xmlns:a16="http://schemas.microsoft.com/office/drawing/2014/main" id="{81642C5E-EC51-4CD5-A7A4-A8A498B26659}"/>
              </a:ext>
            </a:extLst>
          </p:cNvPr>
          <p:cNvSpPr>
            <a:spLocks xmlns:a="http://schemas.openxmlformats.org/drawingml/2006/main" noGrp="1"/>
          </p:cNvSpPr>
          <p:nvPr/>
        </p:nvSpPr>
        <p:spPr>
          <a:xfrm xmlns:a="http://schemas.openxmlformats.org/drawingml/2006/main">
            <a:off x="5562600" y="351472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4" name="c1-plate-2">
            <a:extLst xmlns:a="http://schemas.openxmlformats.org/drawingml/2006/main">
              <a:ext uri="{FF2B5EF4-FFF2-40B4-BE49-F238E27FC236}">
                <a16:creationId xmlns:a16="http://schemas.microsoft.com/office/drawing/2014/main" id="{1F0CC48D-FB45-4733-98EC-8E6A7F9A8541}"/>
              </a:ext>
            </a:extLst>
          </p:cNvPr>
          <p:cNvSpPr>
            <a:spLocks xmlns:a="http://schemas.openxmlformats.org/drawingml/2006/main" noGrp="1"/>
          </p:cNvSpPr>
          <p:nvPr/>
        </p:nvSpPr>
        <p:spPr>
          <a:xfrm xmlns:a="http://schemas.openxmlformats.org/drawingml/2006/main">
            <a:off x="5562600" y="360997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5" name="c1-bottom-lead">
            <a:extLst xmlns:a="http://schemas.openxmlformats.org/drawingml/2006/main">
              <a:ext uri="{FF2B5EF4-FFF2-40B4-BE49-F238E27FC236}">
                <a16:creationId xmlns:a16="http://schemas.microsoft.com/office/drawing/2014/main" id="{E6798421-4407-4A8C-A32A-6C63AAAE294A}"/>
              </a:ext>
            </a:extLst>
          </p:cNvPr>
          <p:cNvSpPr>
            <a:spLocks xmlns:a="http://schemas.openxmlformats.org/drawingml/2006/main" noGrp="1"/>
          </p:cNvSpPr>
          <p:nvPr/>
        </p:nvSpPr>
        <p:spPr>
          <a:xfrm xmlns:a="http://schemas.openxmlformats.org/drawingml/2006/main">
            <a:off x="5762625" y="3609975"/>
            <a:ext cx="0" cy="1095375"/>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6" name="c1-ref">
            <a:extLst xmlns:a="http://schemas.openxmlformats.org/drawingml/2006/main">
              <a:ext uri="{FF2B5EF4-FFF2-40B4-BE49-F238E27FC236}">
                <a16:creationId xmlns:a16="http://schemas.microsoft.com/office/drawing/2014/main" id="{C416D1C1-6616-4534-96E1-4584F518C15D}"/>
              </a:ext>
            </a:extLst>
          </p:cNvPr>
          <p:cNvSpPr>
            <a:spLocks xmlns:a="http://schemas.openxmlformats.org/drawingml/2006/main" noGrp="1"/>
          </p:cNvSpPr>
          <p:nvPr/>
        </p:nvSpPr>
        <p:spPr>
          <a:xfrm xmlns:a="http://schemas.openxmlformats.org/drawingml/2006/main">
            <a:off x="6000750" y="342900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C1  ·  100 nF</a:t>
            </a:r>
          </a:p>
        </p:txBody>
      </p:sp>
      <p:sp>
        <p:nvSpPr>
          <p:cNvPr id="57" name="c1-parallel">
            <a:extLst xmlns:a="http://schemas.openxmlformats.org/drawingml/2006/main">
              <a:ext uri="{FF2B5EF4-FFF2-40B4-BE49-F238E27FC236}">
                <a16:creationId xmlns:a16="http://schemas.microsoft.com/office/drawing/2014/main" id="{140A05FD-D319-4C5D-877E-40D3A0A68054}"/>
              </a:ext>
            </a:extLst>
          </p:cNvPr>
          <p:cNvSpPr>
            <a:spLocks xmlns:a="http://schemas.openxmlformats.org/drawingml/2006/main" noGrp="1"/>
          </p:cNvSpPr>
          <p:nvPr/>
        </p:nvSpPr>
        <p:spPr>
          <a:xfrm xmlns:a="http://schemas.openxmlformats.org/drawingml/2006/main">
            <a:off x="6000750" y="3667125"/>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C1 mắc song song R2</a:t>
            </a:r>
          </a:p>
        </p:txBody>
      </p:sp>
      <p:sp>
        <p:nvSpPr>
          <p:cNvPr id="58" name="n1-r2-dot">
            <a:extLst xmlns:a="http://schemas.openxmlformats.org/drawingml/2006/main">
              <a:ext uri="{FF2B5EF4-FFF2-40B4-BE49-F238E27FC236}">
                <a16:creationId xmlns:a16="http://schemas.microsoft.com/office/drawing/2014/main" id="{1C49D04A-B3E2-4BC4-8D41-4181E0028D7B}"/>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59" name="n1-c1-dot">
            <a:extLst xmlns:a="http://schemas.openxmlformats.org/drawingml/2006/main">
              <a:ext uri="{FF2B5EF4-FFF2-40B4-BE49-F238E27FC236}">
                <a16:creationId xmlns:a16="http://schemas.microsoft.com/office/drawing/2014/main" id="{F5614CA1-646A-4E0F-9F48-A7938D7CB29E}"/>
              </a:ext>
            </a:extLst>
          </p:cNvPr>
          <p:cNvSpPr>
            <a:spLocks xmlns:a="http://schemas.openxmlformats.org/drawingml/2006/main" noGrp="1"/>
          </p:cNvSpPr>
          <p:nvPr/>
        </p:nvSpPr>
        <p:spPr>
          <a:xfrm xmlns:a="http://schemas.openxmlformats.org/drawingml/2006/main">
            <a:off x="57150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60" name="j2-box">
            <a:extLst xmlns:a="http://schemas.openxmlformats.org/drawingml/2006/main">
              <a:ext uri="{FF2B5EF4-FFF2-40B4-BE49-F238E27FC236}">
                <a16:creationId xmlns:a16="http://schemas.microsoft.com/office/drawing/2014/main" id="{89FB380F-0AA4-4A83-BA96-3EC011D1F091}"/>
              </a:ext>
            </a:extLst>
          </p:cNvPr>
          <p:cNvSpPr>
            <a:spLocks xmlns:a="http://schemas.openxmlformats.org/drawingml/2006/main" noGrp="1"/>
          </p:cNvSpPr>
          <p:nvPr/>
        </p:nvSpPr>
        <p:spPr>
          <a:xfrm xmlns:a="http://schemas.openxmlformats.org/drawingml/2006/main">
            <a:off x="7124700" y="2228850"/>
            <a:ext cx="1952625" cy="2438400"/>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61" name="j2-title">
            <a:extLst xmlns:a="http://schemas.openxmlformats.org/drawingml/2006/main">
              <a:ext uri="{FF2B5EF4-FFF2-40B4-BE49-F238E27FC236}">
                <a16:creationId xmlns:a16="http://schemas.microsoft.com/office/drawing/2014/main" id="{E18B985F-9B24-4E52-8070-30259DE6CDD7}"/>
              </a:ext>
            </a:extLst>
          </p:cNvPr>
          <p:cNvSpPr>
            <a:spLocks xmlns:a="http://schemas.openxmlformats.org/drawingml/2006/main" noGrp="1"/>
          </p:cNvSpPr>
          <p:nvPr/>
        </p:nvSpPr>
        <p:spPr>
          <a:xfrm xmlns:a="http://schemas.openxmlformats.org/drawingml/2006/main">
            <a:off x="7239000" y="2314575"/>
            <a:ext cx="1724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B31"/>
                </a:solidFill>
                <a:latin typeface="Avenir Next"/>
                <a:ea typeface="Avenir Next"/>
                <a:cs typeface="Avenir Next"/>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venir Next"/>
                <a:ea typeface="Avenir Next"/>
                <a:cs typeface="Avenir Next"/>
              </a:defRPr>
            </a:pPr>
            <a:r>
              <a:rPr sz="1200" b="1">
                <a:solidFill>
                  <a:srgbClr val="102B31"/>
                </a:solidFill>
                <a:latin typeface="Avenir Next"/>
                <a:ea typeface="Avenir Next"/>
                <a:cs typeface="Avenir Next"/>
              </a:rPr>
              <a:t>J2  ·  BỘ THU</a:t>
            </a:r>
          </a:p>
        </p:txBody>
      </p:sp>
      <p:sp>
        <p:nvSpPr>
          <p:cNvPr id="62" name="j2-sub">
            <a:extLst xmlns:a="http://schemas.openxmlformats.org/drawingml/2006/main">
              <a:ext uri="{FF2B5EF4-FFF2-40B4-BE49-F238E27FC236}">
                <a16:creationId xmlns:a16="http://schemas.microsoft.com/office/drawing/2014/main" id="{52528847-AE61-46B0-9352-771EFB62F92D}"/>
              </a:ext>
            </a:extLst>
          </p:cNvPr>
          <p:cNvSpPr>
            <a:spLocks xmlns:a="http://schemas.openxmlformats.org/drawingml/2006/main" noGrp="1"/>
          </p:cNvSpPr>
          <p:nvPr/>
        </p:nvSpPr>
        <p:spPr>
          <a:xfrm xmlns:a="http://schemas.openxmlformats.org/drawingml/2006/main">
            <a:off x="7239000" y="2571750"/>
            <a:ext cx="17240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26B70"/>
                </a:solidFill>
                <a:latin typeface="Arial"/>
                <a:ea typeface="Arial"/>
                <a:cs typeface="Arial"/>
              </a:rPr>
              <a:t>ESP32-S3 DevKitC-1 N8R8</a:t>
            </a:r>
          </a:p>
        </p:txBody>
      </p:sp>
      <p:sp>
        <p:nvSpPr>
          <p:cNvPr id="63" name="j2-adc">
            <a:extLst xmlns:a="http://schemas.openxmlformats.org/drawingml/2006/main">
              <a:ext uri="{FF2B5EF4-FFF2-40B4-BE49-F238E27FC236}">
                <a16:creationId xmlns:a16="http://schemas.microsoft.com/office/drawing/2014/main" id="{537CE67A-D643-45E5-BDDA-2F59B9F77BD5}"/>
              </a:ext>
            </a:extLst>
          </p:cNvPr>
          <p:cNvSpPr>
            <a:spLocks xmlns:a="http://schemas.openxmlformats.org/drawingml/2006/main" noGrp="1"/>
          </p:cNvSpPr>
          <p:nvPr/>
        </p:nvSpPr>
        <p:spPr>
          <a:xfrm xmlns:a="http://schemas.openxmlformats.org/drawingml/2006/main">
            <a:off x="70770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64" name="j2-adc-label">
            <a:extLst xmlns:a="http://schemas.openxmlformats.org/drawingml/2006/main">
              <a:ext uri="{FF2B5EF4-FFF2-40B4-BE49-F238E27FC236}">
                <a16:creationId xmlns:a16="http://schemas.microsoft.com/office/drawing/2014/main" id="{95196A8F-E08D-49AD-8A80-B6D8AE60B1A8}"/>
              </a:ext>
            </a:extLst>
          </p:cNvPr>
          <p:cNvSpPr>
            <a:spLocks xmlns:a="http://schemas.openxmlformats.org/drawingml/2006/main" noGrp="1"/>
          </p:cNvSpPr>
          <p:nvPr/>
        </p:nvSpPr>
        <p:spPr>
          <a:xfrm xmlns:a="http://schemas.openxmlformats.org/drawingml/2006/main">
            <a:off x="7286625" y="28670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1  GPIO1 / ADC1_CH0</a:t>
            </a:r>
          </a:p>
        </p:txBody>
      </p:sp>
      <p:sp>
        <p:nvSpPr>
          <p:cNvPr id="65" name="j2-gnd">
            <a:extLst xmlns:a="http://schemas.openxmlformats.org/drawingml/2006/main">
              <a:ext uri="{FF2B5EF4-FFF2-40B4-BE49-F238E27FC236}">
                <a16:creationId xmlns:a16="http://schemas.microsoft.com/office/drawing/2014/main" id="{175ECFB4-D2B0-4992-9C2F-795CC0C21E28}"/>
              </a:ext>
            </a:extLst>
          </p:cNvPr>
          <p:cNvSpPr>
            <a:spLocks xmlns:a="http://schemas.openxmlformats.org/drawingml/2006/main" noGrp="1"/>
          </p:cNvSpPr>
          <p:nvPr/>
        </p:nvSpPr>
        <p:spPr>
          <a:xfrm xmlns:a="http://schemas.openxmlformats.org/drawingml/2006/main">
            <a:off x="7077075" y="4238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66" name="j2-gnd-label">
            <a:extLst xmlns:a="http://schemas.openxmlformats.org/drawingml/2006/main">
              <a:ext uri="{FF2B5EF4-FFF2-40B4-BE49-F238E27FC236}">
                <a16:creationId xmlns:a16="http://schemas.microsoft.com/office/drawing/2014/main" id="{68C41262-C12A-4C8E-9D7B-1505A40FB825}"/>
              </a:ext>
            </a:extLst>
          </p:cNvPr>
          <p:cNvSpPr>
            <a:spLocks xmlns:a="http://schemas.openxmlformats.org/drawingml/2006/main" noGrp="1"/>
          </p:cNvSpPr>
          <p:nvPr/>
        </p:nvSpPr>
        <p:spPr>
          <a:xfrm xmlns:a="http://schemas.openxmlformats.org/drawingml/2006/main">
            <a:off x="7286625" y="41719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2  GND</a:t>
            </a:r>
          </a:p>
        </p:txBody>
      </p:sp>
      <p:sp>
        <p:nvSpPr>
          <p:cNvPr id="67" name="j2-usb">
            <a:extLst xmlns:a="http://schemas.openxmlformats.org/drawingml/2006/main">
              <a:ext uri="{FF2B5EF4-FFF2-40B4-BE49-F238E27FC236}">
                <a16:creationId xmlns:a16="http://schemas.microsoft.com/office/drawing/2014/main" id="{0A723CD9-9EC8-452C-B786-0A57222C5439}"/>
              </a:ext>
            </a:extLst>
          </p:cNvPr>
          <p:cNvSpPr>
            <a:spLocks xmlns:a="http://schemas.openxmlformats.org/drawingml/2006/main" noGrp="1"/>
          </p:cNvSpPr>
          <p:nvPr/>
        </p:nvSpPr>
        <p:spPr>
          <a:xfrm xmlns:a="http://schemas.openxmlformats.org/drawingml/2006/main">
            <a:off x="7286625" y="4429125"/>
            <a:ext cx="114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USB-C 5 V</a:t>
            </a:r>
          </a:p>
        </p:txBody>
      </p:sp>
      <p:sp>
        <p:nvSpPr>
          <p:cNvPr id="68" name="j2-vcc-label">
            <a:extLst xmlns:a="http://schemas.openxmlformats.org/drawingml/2006/main">
              <a:ext uri="{FF2B5EF4-FFF2-40B4-BE49-F238E27FC236}">
                <a16:creationId xmlns:a16="http://schemas.microsoft.com/office/drawing/2014/main" id="{516B1621-31DC-4F1B-8B94-EF443B2CF9B7}"/>
              </a:ext>
            </a:extLst>
          </p:cNvPr>
          <p:cNvSpPr>
            <a:spLocks xmlns:a="http://schemas.openxmlformats.org/drawingml/2006/main" noGrp="1"/>
          </p:cNvSpPr>
          <p:nvPr/>
        </p:nvSpPr>
        <p:spPr>
          <a:xfrm xmlns:a="http://schemas.openxmlformats.org/drawingml/2006/main">
            <a:off x="8267700" y="3028950"/>
            <a:ext cx="6953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1">
                <a:solidFill>
                  <a:srgbClr val="172A30"/>
                </a:solidFill>
                <a:latin typeface="Arial"/>
                <a:ea typeface="Arial"/>
                <a:cs typeface="Arial"/>
              </a:defRPr>
            </a:defPPr>
            <a:lvl1pPr algn="r">
              <a:buNone/>
              <a:defRPr sz="900" b="1">
                <a:solidFill>
                  <a:srgbClr val="172A30"/>
                </a:solidFill>
                <a:latin typeface="Arial"/>
                <a:ea typeface="Arial"/>
                <a:cs typeface="Arial"/>
              </a:defRPr>
            </a:lvl1pPr>
            <a:lvl2pPr algn="r">
              <a:buNone/>
              <a:defRPr sz="900" b="1">
                <a:solidFill>
                  <a:srgbClr val="172A30"/>
                </a:solidFill>
                <a:latin typeface="Arial"/>
                <a:ea typeface="Arial"/>
                <a:cs typeface="Arial"/>
              </a:defRPr>
            </a:lvl2pPr>
            <a:lvl3pPr algn="r">
              <a:buNone/>
              <a:defRPr sz="900" b="1">
                <a:solidFill>
                  <a:srgbClr val="172A30"/>
                </a:solidFill>
                <a:latin typeface="Arial"/>
                <a:ea typeface="Arial"/>
                <a:cs typeface="Arial"/>
              </a:defRPr>
            </a:lvl3pPr>
            <a:lvl4pPr algn="r">
              <a:buNone/>
              <a:defRPr sz="900" b="1">
                <a:solidFill>
                  <a:srgbClr val="172A30"/>
                </a:solidFill>
                <a:latin typeface="Arial"/>
                <a:ea typeface="Arial"/>
                <a:cs typeface="Arial"/>
              </a:defRPr>
            </a:lvl4pPr>
            <a:lvl5pPr algn="r">
              <a:buNone/>
              <a:defRPr sz="900" b="1">
                <a:solidFill>
                  <a:srgbClr val="172A30"/>
                </a:solidFill>
                <a:latin typeface="Arial"/>
                <a:ea typeface="Arial"/>
                <a:cs typeface="Arial"/>
              </a:defRPr>
            </a:lvl5pPr>
            <a:lvl6pPr algn="r">
              <a:buNone/>
              <a:defRPr sz="900" b="1">
                <a:solidFill>
                  <a:srgbClr val="172A30"/>
                </a:solidFill>
                <a:latin typeface="Arial"/>
                <a:ea typeface="Arial"/>
                <a:cs typeface="Arial"/>
              </a:defRPr>
            </a:lvl6pPr>
            <a:lvl7pPr algn="r">
              <a:buNone/>
              <a:defRPr sz="900" b="1">
                <a:solidFill>
                  <a:srgbClr val="172A30"/>
                </a:solidFill>
                <a:latin typeface="Arial"/>
                <a:ea typeface="Arial"/>
                <a:cs typeface="Arial"/>
              </a:defRPr>
            </a:lvl7pPr>
            <a:lvl8pPr algn="r">
              <a:buNone/>
              <a:defRPr sz="900" b="1">
                <a:solidFill>
                  <a:srgbClr val="172A30"/>
                </a:solidFill>
                <a:latin typeface="Arial"/>
                <a:ea typeface="Arial"/>
                <a:cs typeface="Arial"/>
              </a:defRPr>
            </a:lvl8pPr>
            <a:lvl9pPr algn="r">
              <a:buNone/>
              <a:defRPr sz="900" b="1">
                <a:solidFill>
                  <a:srgbClr val="172A30"/>
                </a:solidFill>
                <a:latin typeface="Arial"/>
                <a:ea typeface="Arial"/>
                <a:cs typeface="Arial"/>
              </a:defRPr>
            </a:lvl9pPr>
          </a:lstStyle>
          <a:p xmlns:a="http://schemas.openxmlformats.org/drawingml/2006/main">
            <a:pPr algn="r">
              <a:buNone/>
              <a:defRPr sz="900" b="1">
                <a:solidFill>
                  <a:srgbClr val="172A30"/>
                </a:solidFill>
                <a:latin typeface="Arial"/>
                <a:ea typeface="Arial"/>
                <a:cs typeface="Arial"/>
              </a:defRPr>
            </a:pPr>
            <a:r>
              <a:rPr sz="900" b="1">
                <a:solidFill>
                  <a:srgbClr val="172A30"/>
                </a:solidFill>
                <a:latin typeface="Arial"/>
                <a:ea typeface="Arial"/>
                <a:cs typeface="Arial"/>
              </a:rPr>
              <a:t>3V3</a:t>
            </a:r>
          </a:p>
        </p:txBody>
      </p:sp>
      <p:sp>
        <p:nvSpPr>
          <p:cNvPr id="69" name="j2-sda-label">
            <a:extLst xmlns:a="http://schemas.openxmlformats.org/drawingml/2006/main">
              <a:ext uri="{FF2B5EF4-FFF2-40B4-BE49-F238E27FC236}">
                <a16:creationId xmlns:a16="http://schemas.microsoft.com/office/drawing/2014/main" id="{1FDFE485-D417-44E8-8951-9306184788E2}"/>
              </a:ext>
            </a:extLst>
          </p:cNvPr>
          <p:cNvSpPr>
            <a:spLocks xmlns:a="http://schemas.openxmlformats.org/drawingml/2006/main" noGrp="1"/>
          </p:cNvSpPr>
          <p:nvPr/>
        </p:nvSpPr>
        <p:spPr>
          <a:xfrm xmlns:a="http://schemas.openxmlformats.org/drawingml/2006/main">
            <a:off x="8105775" y="3714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825" b="1">
                <a:solidFill>
                  <a:srgbClr val="172A30"/>
                </a:solidFill>
                <a:latin typeface="Arial"/>
                <a:ea typeface="Arial"/>
                <a:cs typeface="Arial"/>
              </a:rPr>
              <a:t>GPIO8 / SDA</a:t>
            </a:r>
          </a:p>
        </p:txBody>
      </p:sp>
      <p:sp>
        <p:nvSpPr>
          <p:cNvPr id="70" name="j2-scl-label">
            <a:extLst xmlns:a="http://schemas.openxmlformats.org/drawingml/2006/main">
              <a:ext uri="{FF2B5EF4-FFF2-40B4-BE49-F238E27FC236}">
                <a16:creationId xmlns:a16="http://schemas.microsoft.com/office/drawing/2014/main" id="{4D552B80-3213-4949-B05B-2CC79C1390D3}"/>
              </a:ext>
            </a:extLst>
          </p:cNvPr>
          <p:cNvSpPr>
            <a:spLocks xmlns:a="http://schemas.openxmlformats.org/drawingml/2006/main" noGrp="1"/>
          </p:cNvSpPr>
          <p:nvPr/>
        </p:nvSpPr>
        <p:spPr>
          <a:xfrm xmlns:a="http://schemas.openxmlformats.org/drawingml/2006/main">
            <a:off x="8105775" y="40576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825" b="1">
                <a:solidFill>
                  <a:srgbClr val="172A30"/>
                </a:solidFill>
                <a:latin typeface="Arial"/>
                <a:ea typeface="Arial"/>
                <a:cs typeface="Arial"/>
              </a:rPr>
              <a:t>GPIO9 / SCL</a:t>
            </a:r>
          </a:p>
        </p:txBody>
      </p:sp>
      <p:sp>
        <p:nvSpPr>
          <p:cNvPr id="71" name="j3-box">
            <a:extLst xmlns:a="http://schemas.openxmlformats.org/drawingml/2006/main">
              <a:ext uri="{FF2B5EF4-FFF2-40B4-BE49-F238E27FC236}">
                <a16:creationId xmlns:a16="http://schemas.microsoft.com/office/drawing/2014/main" id="{51DBF5A9-5EEC-41BF-AB70-B7A75B909417}"/>
              </a:ext>
            </a:extLst>
          </p:cNvPr>
          <p:cNvSpPr>
            <a:spLocks xmlns:a="http://schemas.openxmlformats.org/drawingml/2006/main" noGrp="1"/>
          </p:cNvSpPr>
          <p:nvPr/>
        </p:nvSpPr>
        <p:spPr>
          <a:xfrm xmlns:a="http://schemas.openxmlformats.org/drawingml/2006/main">
            <a:off x="9886950" y="2514600"/>
            <a:ext cx="1695450" cy="1857375"/>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72" name="j3-title">
            <a:extLst xmlns:a="http://schemas.openxmlformats.org/drawingml/2006/main">
              <a:ext uri="{FF2B5EF4-FFF2-40B4-BE49-F238E27FC236}">
                <a16:creationId xmlns:a16="http://schemas.microsoft.com/office/drawing/2014/main" id="{0C93418E-A268-4127-B1E7-88BD8BC0A30E}"/>
              </a:ext>
            </a:extLst>
          </p:cNvPr>
          <p:cNvSpPr>
            <a:spLocks xmlns:a="http://schemas.openxmlformats.org/drawingml/2006/main" noGrp="1"/>
          </p:cNvSpPr>
          <p:nvPr/>
        </p:nvSpPr>
        <p:spPr>
          <a:xfrm xmlns:a="http://schemas.openxmlformats.org/drawingml/2006/main">
            <a:off x="10001250" y="2600325"/>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B31"/>
                </a:solidFill>
                <a:latin typeface="Avenir Next"/>
                <a:ea typeface="Avenir Next"/>
                <a:cs typeface="Avenir Next"/>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venir Next"/>
                <a:ea typeface="Avenir Next"/>
                <a:cs typeface="Avenir Next"/>
              </a:defRPr>
            </a:pPr>
            <a:r>
              <a:rPr sz="1200" b="1">
                <a:solidFill>
                  <a:srgbClr val="102B31"/>
                </a:solidFill>
                <a:latin typeface="Avenir Next"/>
                <a:ea typeface="Avenir Next"/>
                <a:cs typeface="Avenir Next"/>
              </a:rPr>
              <a:t>J3  ·  OLED</a:t>
            </a:r>
          </a:p>
        </p:txBody>
      </p:sp>
      <p:sp>
        <p:nvSpPr>
          <p:cNvPr id="73" name="j3-sub">
            <a:extLst xmlns:a="http://schemas.openxmlformats.org/drawingml/2006/main">
              <a:ext uri="{FF2B5EF4-FFF2-40B4-BE49-F238E27FC236}">
                <a16:creationId xmlns:a16="http://schemas.microsoft.com/office/drawing/2014/main" id="{0A7BF940-9BB3-4C5B-980B-914F36FE4795}"/>
              </a:ext>
            </a:extLst>
          </p:cNvPr>
          <p:cNvSpPr>
            <a:spLocks xmlns:a="http://schemas.openxmlformats.org/drawingml/2006/main" noGrp="1"/>
          </p:cNvSpPr>
          <p:nvPr/>
        </p:nvSpPr>
        <p:spPr>
          <a:xfrm xmlns:a="http://schemas.openxmlformats.org/drawingml/2006/main">
            <a:off x="10001250" y="2857500"/>
            <a:ext cx="1466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26B70"/>
                </a:solidFill>
                <a:latin typeface="Arial"/>
                <a:ea typeface="Arial"/>
                <a:cs typeface="Arial"/>
              </a:rPr>
              <a:t>SSD1306 · I²C · 0x3C</a:t>
            </a:r>
          </a:p>
        </p:txBody>
      </p:sp>
      <p:sp>
        <p:nvSpPr>
          <p:cNvPr id="74" name="j3-vcc-terminal">
            <a:extLst xmlns:a="http://schemas.openxmlformats.org/drawingml/2006/main">
              <a:ext uri="{FF2B5EF4-FFF2-40B4-BE49-F238E27FC236}">
                <a16:creationId xmlns:a16="http://schemas.microsoft.com/office/drawing/2014/main" id="{CC0D6D56-D083-49E9-8C71-A4190289185E}"/>
              </a:ext>
            </a:extLst>
          </p:cNvPr>
          <p:cNvSpPr>
            <a:spLocks xmlns:a="http://schemas.openxmlformats.org/drawingml/2006/main" noGrp="1"/>
          </p:cNvSpPr>
          <p:nvPr/>
        </p:nvSpPr>
        <p:spPr>
          <a:xfrm xmlns:a="http://schemas.openxmlformats.org/drawingml/2006/main">
            <a:off x="98393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75" name="j3-vcc-label">
            <a:extLst xmlns:a="http://schemas.openxmlformats.org/drawingml/2006/main">
              <a:ext uri="{FF2B5EF4-FFF2-40B4-BE49-F238E27FC236}">
                <a16:creationId xmlns:a16="http://schemas.microsoft.com/office/drawing/2014/main" id="{BA4E93AF-4043-41C6-975C-102ADEBE3757}"/>
              </a:ext>
            </a:extLst>
          </p:cNvPr>
          <p:cNvSpPr>
            <a:spLocks xmlns:a="http://schemas.openxmlformats.org/drawingml/2006/main" noGrp="1"/>
          </p:cNvSpPr>
          <p:nvPr/>
        </p:nvSpPr>
        <p:spPr>
          <a:xfrm xmlns:a="http://schemas.openxmlformats.org/drawingml/2006/main">
            <a:off x="10020300" y="30289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1  VCC  ·  3V3</a:t>
            </a:r>
          </a:p>
        </p:txBody>
      </p:sp>
      <p:sp>
        <p:nvSpPr>
          <p:cNvPr id="76" name="j3-gnd-terminal">
            <a:extLst xmlns:a="http://schemas.openxmlformats.org/drawingml/2006/main">
              <a:ext uri="{FF2B5EF4-FFF2-40B4-BE49-F238E27FC236}">
                <a16:creationId xmlns:a16="http://schemas.microsoft.com/office/drawing/2014/main" id="{CD234B5A-A875-4D58-BEE3-6C2BF59316AB}"/>
              </a:ext>
            </a:extLst>
          </p:cNvPr>
          <p:cNvSpPr>
            <a:spLocks xmlns:a="http://schemas.openxmlformats.org/drawingml/2006/main" noGrp="1"/>
          </p:cNvSpPr>
          <p:nvPr/>
        </p:nvSpPr>
        <p:spPr>
          <a:xfrm xmlns:a="http://schemas.openxmlformats.org/drawingml/2006/main">
            <a:off x="9839325"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77" name="j3-gnd-label">
            <a:extLst xmlns:a="http://schemas.openxmlformats.org/drawingml/2006/main">
              <a:ext uri="{FF2B5EF4-FFF2-40B4-BE49-F238E27FC236}">
                <a16:creationId xmlns:a16="http://schemas.microsoft.com/office/drawing/2014/main" id="{E3D007A5-5FF0-4FBD-A104-DBC9CD9BD218}"/>
              </a:ext>
            </a:extLst>
          </p:cNvPr>
          <p:cNvSpPr>
            <a:spLocks xmlns:a="http://schemas.openxmlformats.org/drawingml/2006/main" noGrp="1"/>
          </p:cNvSpPr>
          <p:nvPr/>
        </p:nvSpPr>
        <p:spPr>
          <a:xfrm xmlns:a="http://schemas.openxmlformats.org/drawingml/2006/main">
            <a:off x="10020300" y="33718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2  GND  ·  GND</a:t>
            </a:r>
          </a:p>
        </p:txBody>
      </p:sp>
      <p:sp>
        <p:nvSpPr>
          <p:cNvPr id="78" name="j3-sda-terminal">
            <a:extLst xmlns:a="http://schemas.openxmlformats.org/drawingml/2006/main">
              <a:ext uri="{FF2B5EF4-FFF2-40B4-BE49-F238E27FC236}">
                <a16:creationId xmlns:a16="http://schemas.microsoft.com/office/drawing/2014/main" id="{5AA9E9C7-C2A6-49E1-B6EE-94C5465E9313}"/>
              </a:ext>
            </a:extLst>
          </p:cNvPr>
          <p:cNvSpPr>
            <a:spLocks xmlns:a="http://schemas.openxmlformats.org/drawingml/2006/main" noGrp="1"/>
          </p:cNvSpPr>
          <p:nvPr/>
        </p:nvSpPr>
        <p:spPr>
          <a:xfrm xmlns:a="http://schemas.openxmlformats.org/drawingml/2006/main">
            <a:off x="9839325"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79" name="j3-sda-label">
            <a:extLst xmlns:a="http://schemas.openxmlformats.org/drawingml/2006/main">
              <a:ext uri="{FF2B5EF4-FFF2-40B4-BE49-F238E27FC236}">
                <a16:creationId xmlns:a16="http://schemas.microsoft.com/office/drawing/2014/main" id="{3E0012A8-534B-436E-9088-F50923A8A8B0}"/>
              </a:ext>
            </a:extLst>
          </p:cNvPr>
          <p:cNvSpPr>
            <a:spLocks xmlns:a="http://schemas.openxmlformats.org/drawingml/2006/main" noGrp="1"/>
          </p:cNvSpPr>
          <p:nvPr/>
        </p:nvSpPr>
        <p:spPr>
          <a:xfrm xmlns:a="http://schemas.openxmlformats.org/drawingml/2006/main">
            <a:off x="10020300" y="37147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3  SDA  ·  GPIO8</a:t>
            </a:r>
          </a:p>
        </p:txBody>
      </p:sp>
      <p:sp>
        <p:nvSpPr>
          <p:cNvPr id="80" name="j3-scl-terminal">
            <a:extLst xmlns:a="http://schemas.openxmlformats.org/drawingml/2006/main">
              <a:ext uri="{FF2B5EF4-FFF2-40B4-BE49-F238E27FC236}">
                <a16:creationId xmlns:a16="http://schemas.microsoft.com/office/drawing/2014/main" id="{36A30A32-69AE-434E-80E1-62C14DBB075A}"/>
              </a:ext>
            </a:extLst>
          </p:cNvPr>
          <p:cNvSpPr>
            <a:spLocks xmlns:a="http://schemas.openxmlformats.org/drawingml/2006/main" noGrp="1"/>
          </p:cNvSpPr>
          <p:nvPr/>
        </p:nvSpPr>
        <p:spPr>
          <a:xfrm xmlns:a="http://schemas.openxmlformats.org/drawingml/2006/main">
            <a:off x="9839325"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81" name="j3-scl-label">
            <a:extLst xmlns:a="http://schemas.openxmlformats.org/drawingml/2006/main">
              <a:ext uri="{FF2B5EF4-FFF2-40B4-BE49-F238E27FC236}">
                <a16:creationId xmlns:a16="http://schemas.microsoft.com/office/drawing/2014/main" id="{31CC9472-1C01-47F8-B495-73D7386B9E14}"/>
              </a:ext>
            </a:extLst>
          </p:cNvPr>
          <p:cNvSpPr>
            <a:spLocks xmlns:a="http://schemas.openxmlformats.org/drawingml/2006/main" noGrp="1"/>
          </p:cNvSpPr>
          <p:nvPr/>
        </p:nvSpPr>
        <p:spPr>
          <a:xfrm xmlns:a="http://schemas.openxmlformats.org/drawingml/2006/main">
            <a:off x="10020300" y="40576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4  SCL  ·  GPIO9</a:t>
            </a:r>
          </a:p>
        </p:txBody>
      </p:sp>
      <p:sp>
        <p:nvSpPr>
          <p:cNvPr id="82" name="j2-vcc-to-j3">
            <a:extLst xmlns:a="http://schemas.openxmlformats.org/drawingml/2006/main">
              <a:ext uri="{FF2B5EF4-FFF2-40B4-BE49-F238E27FC236}">
                <a16:creationId xmlns:a16="http://schemas.microsoft.com/office/drawing/2014/main" id="{EA31657D-6960-47EC-82FB-3930E9FBA42B}"/>
              </a:ext>
            </a:extLst>
          </p:cNvPr>
          <p:cNvSpPr>
            <a:spLocks xmlns:a="http://schemas.openxmlformats.org/drawingml/2006/main" noGrp="1"/>
          </p:cNvSpPr>
          <p:nvPr/>
        </p:nvSpPr>
        <p:spPr>
          <a:xfrm xmlns:a="http://schemas.openxmlformats.org/drawingml/2006/main">
            <a:off x="9077325" y="3143250"/>
            <a:ext cx="762000" cy="0"/>
          </a:xfrm>
          <a:prstGeom xmlns:a="http://schemas.openxmlformats.org/drawingml/2006/main" prst="line">
            <a:avLst/>
          </a:prstGeom>
          <a:noFill xmlns:a="http://schemas.openxmlformats.org/drawingml/2006/main"/>
          <a:ln xmlns:a="http://schemas.openxmlformats.org/drawingml/2006/main" w="23813">
            <a:solidFill>
              <a:srgbClr val="B42318"/>
            </a:solidFill>
            <a:prstDash val="solid"/>
          </a:ln>
        </p:spPr>
      </p:sp>
      <p:sp>
        <p:nvSpPr>
          <p:cNvPr id="83" name="j2-vcc-terminal">
            <a:extLst xmlns:a="http://schemas.openxmlformats.org/drawingml/2006/main">
              <a:ext uri="{FF2B5EF4-FFF2-40B4-BE49-F238E27FC236}">
                <a16:creationId xmlns:a16="http://schemas.microsoft.com/office/drawing/2014/main" id="{43B1B208-2665-4F6E-A885-10B8839D3212}"/>
              </a:ext>
            </a:extLst>
          </p:cNvPr>
          <p:cNvSpPr>
            <a:spLocks xmlns:a="http://schemas.openxmlformats.org/drawingml/2006/main" noGrp="1"/>
          </p:cNvSpPr>
          <p:nvPr/>
        </p:nvSpPr>
        <p:spPr>
          <a:xfrm xmlns:a="http://schemas.openxmlformats.org/drawingml/2006/main">
            <a:off x="9029700"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84" name="j2-gnd-to-j3">
            <a:extLst xmlns:a="http://schemas.openxmlformats.org/drawingml/2006/main">
              <a:ext uri="{FF2B5EF4-FFF2-40B4-BE49-F238E27FC236}">
                <a16:creationId xmlns:a16="http://schemas.microsoft.com/office/drawing/2014/main" id="{3D3568B4-A903-42CC-B2B6-D916947EE064}"/>
              </a:ext>
            </a:extLst>
          </p:cNvPr>
          <p:cNvSpPr>
            <a:spLocks xmlns:a="http://schemas.openxmlformats.org/drawingml/2006/main" noGrp="1"/>
          </p:cNvSpPr>
          <p:nvPr/>
        </p:nvSpPr>
        <p:spPr>
          <a:xfrm xmlns:a="http://schemas.openxmlformats.org/drawingml/2006/main">
            <a:off x="9077325" y="3486150"/>
            <a:ext cx="76200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85" name="j2-gnd-terminal">
            <a:extLst xmlns:a="http://schemas.openxmlformats.org/drawingml/2006/main">
              <a:ext uri="{FF2B5EF4-FFF2-40B4-BE49-F238E27FC236}">
                <a16:creationId xmlns:a16="http://schemas.microsoft.com/office/drawing/2014/main" id="{6AC8B6C5-DBC3-47DC-8C75-F4822AE98760}"/>
              </a:ext>
            </a:extLst>
          </p:cNvPr>
          <p:cNvSpPr>
            <a:spLocks xmlns:a="http://schemas.openxmlformats.org/drawingml/2006/main" noGrp="1"/>
          </p:cNvSpPr>
          <p:nvPr/>
        </p:nvSpPr>
        <p:spPr>
          <a:xfrm xmlns:a="http://schemas.openxmlformats.org/drawingml/2006/main">
            <a:off x="9029700"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86" name="j2-sda-to-j3">
            <a:extLst xmlns:a="http://schemas.openxmlformats.org/drawingml/2006/main">
              <a:ext uri="{FF2B5EF4-FFF2-40B4-BE49-F238E27FC236}">
                <a16:creationId xmlns:a16="http://schemas.microsoft.com/office/drawing/2014/main" id="{CC830179-31BB-4A78-843A-41A004B348E8}"/>
              </a:ext>
            </a:extLst>
          </p:cNvPr>
          <p:cNvSpPr>
            <a:spLocks xmlns:a="http://schemas.openxmlformats.org/drawingml/2006/main" noGrp="1"/>
          </p:cNvSpPr>
          <p:nvPr/>
        </p:nvSpPr>
        <p:spPr>
          <a:xfrm xmlns:a="http://schemas.openxmlformats.org/drawingml/2006/main">
            <a:off x="9077325" y="3829050"/>
            <a:ext cx="762000" cy="0"/>
          </a:xfrm>
          <a:prstGeom xmlns:a="http://schemas.openxmlformats.org/drawingml/2006/main" prst="line">
            <a:avLst/>
          </a:prstGeom>
          <a:noFill xmlns:a="http://schemas.openxmlformats.org/drawingml/2006/main"/>
          <a:ln xmlns:a="http://schemas.openxmlformats.org/drawingml/2006/main" w="23813">
            <a:solidFill>
              <a:srgbClr val="175CD3"/>
            </a:solidFill>
            <a:prstDash val="solid"/>
          </a:ln>
        </p:spPr>
      </p:sp>
      <p:sp>
        <p:nvSpPr>
          <p:cNvPr id="87" name="j2-sda-terminal">
            <a:extLst xmlns:a="http://schemas.openxmlformats.org/drawingml/2006/main">
              <a:ext uri="{FF2B5EF4-FFF2-40B4-BE49-F238E27FC236}">
                <a16:creationId xmlns:a16="http://schemas.microsoft.com/office/drawing/2014/main" id="{9AFDE224-CD55-42A0-A112-F4E5289077AD}"/>
              </a:ext>
            </a:extLst>
          </p:cNvPr>
          <p:cNvSpPr>
            <a:spLocks xmlns:a="http://schemas.openxmlformats.org/drawingml/2006/main" noGrp="1"/>
          </p:cNvSpPr>
          <p:nvPr/>
        </p:nvSpPr>
        <p:spPr>
          <a:xfrm xmlns:a="http://schemas.openxmlformats.org/drawingml/2006/main">
            <a:off x="9029700"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88" name="j2-scl-to-j3">
            <a:extLst xmlns:a="http://schemas.openxmlformats.org/drawingml/2006/main">
              <a:ext uri="{FF2B5EF4-FFF2-40B4-BE49-F238E27FC236}">
                <a16:creationId xmlns:a16="http://schemas.microsoft.com/office/drawing/2014/main" id="{904B58ED-F4C3-4AAA-8AD2-ADB756E830BA}"/>
              </a:ext>
            </a:extLst>
          </p:cNvPr>
          <p:cNvSpPr>
            <a:spLocks xmlns:a="http://schemas.openxmlformats.org/drawingml/2006/main" noGrp="1"/>
          </p:cNvSpPr>
          <p:nvPr/>
        </p:nvSpPr>
        <p:spPr>
          <a:xfrm xmlns:a="http://schemas.openxmlformats.org/drawingml/2006/main">
            <a:off x="9077325" y="4171950"/>
            <a:ext cx="762000" cy="0"/>
          </a:xfrm>
          <a:prstGeom xmlns:a="http://schemas.openxmlformats.org/drawingml/2006/main" prst="line">
            <a:avLst/>
          </a:prstGeom>
          <a:noFill xmlns:a="http://schemas.openxmlformats.org/drawingml/2006/main"/>
          <a:ln xmlns:a="http://schemas.openxmlformats.org/drawingml/2006/main" w="23813">
            <a:solidFill>
              <a:srgbClr val="B54708"/>
            </a:solidFill>
            <a:prstDash val="solid"/>
          </a:ln>
        </p:spPr>
      </p:sp>
      <p:sp>
        <p:nvSpPr>
          <p:cNvPr id="89" name="j2-scl-terminal">
            <a:extLst xmlns:a="http://schemas.openxmlformats.org/drawingml/2006/main">
              <a:ext uri="{FF2B5EF4-FFF2-40B4-BE49-F238E27FC236}">
                <a16:creationId xmlns:a16="http://schemas.microsoft.com/office/drawing/2014/main" id="{88276D66-60C2-44B1-B1B4-F16281469840}"/>
              </a:ext>
            </a:extLst>
          </p:cNvPr>
          <p:cNvSpPr>
            <a:spLocks xmlns:a="http://schemas.openxmlformats.org/drawingml/2006/main" noGrp="1"/>
          </p:cNvSpPr>
          <p:nvPr/>
        </p:nvSpPr>
        <p:spPr>
          <a:xfrm xmlns:a="http://schemas.openxmlformats.org/drawingml/2006/main">
            <a:off x="9029700"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90" name="oled-instructions">
            <a:extLst xmlns:a="http://schemas.openxmlformats.org/drawingml/2006/main">
              <a:ext uri="{FF2B5EF4-FFF2-40B4-BE49-F238E27FC236}">
                <a16:creationId xmlns:a16="http://schemas.microsoft.com/office/drawing/2014/main" id="{2B05FA08-435C-4A6A-8B1E-B0AFA23A4128}"/>
              </a:ext>
            </a:extLst>
          </p:cNvPr>
          <p:cNvSpPr>
            <a:spLocks xmlns:a="http://schemas.openxmlformats.org/drawingml/2006/main" noGrp="1"/>
          </p:cNvSpPr>
          <p:nvPr/>
        </p:nvSpPr>
        <p:spPr>
          <a:xfrm xmlns:a="http://schemas.openxmlformats.org/drawingml/2006/main">
            <a:off x="9886950" y="4438650"/>
            <a:ext cx="1695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42318"/>
                </a:solidFill>
                <a:latin typeface="Arial"/>
                <a:ea typeface="Arial"/>
                <a:cs typeface="Arial"/>
              </a:defRPr>
            </a:defPPr>
            <a:lvl1pPr algn="l">
              <a:buNone/>
              <a:defRPr sz="825" b="1">
                <a:solidFill>
                  <a:srgbClr val="B42318"/>
                </a:solidFill>
                <a:latin typeface="Arial"/>
                <a:ea typeface="Arial"/>
                <a:cs typeface="Arial"/>
              </a:defRPr>
            </a:lvl1pPr>
            <a:lvl2pPr algn="l">
              <a:buNone/>
              <a:defRPr sz="825" b="1">
                <a:solidFill>
                  <a:srgbClr val="B42318"/>
                </a:solidFill>
                <a:latin typeface="Arial"/>
                <a:ea typeface="Arial"/>
                <a:cs typeface="Arial"/>
              </a:defRPr>
            </a:lvl2pPr>
            <a:lvl3pPr algn="l">
              <a:buNone/>
              <a:defRPr sz="825" b="1">
                <a:solidFill>
                  <a:srgbClr val="B42318"/>
                </a:solidFill>
                <a:latin typeface="Arial"/>
                <a:ea typeface="Arial"/>
                <a:cs typeface="Arial"/>
              </a:defRPr>
            </a:lvl3pPr>
            <a:lvl4pPr algn="l">
              <a:buNone/>
              <a:defRPr sz="825" b="1">
                <a:solidFill>
                  <a:srgbClr val="B42318"/>
                </a:solidFill>
                <a:latin typeface="Arial"/>
                <a:ea typeface="Arial"/>
                <a:cs typeface="Arial"/>
              </a:defRPr>
            </a:lvl4pPr>
            <a:lvl5pPr algn="l">
              <a:buNone/>
              <a:defRPr sz="825" b="1">
                <a:solidFill>
                  <a:srgbClr val="B42318"/>
                </a:solidFill>
                <a:latin typeface="Arial"/>
                <a:ea typeface="Arial"/>
                <a:cs typeface="Arial"/>
              </a:defRPr>
            </a:lvl5pPr>
            <a:lvl6pPr algn="l">
              <a:buNone/>
              <a:defRPr sz="825" b="1">
                <a:solidFill>
                  <a:srgbClr val="B42318"/>
                </a:solidFill>
                <a:latin typeface="Arial"/>
                <a:ea typeface="Arial"/>
                <a:cs typeface="Arial"/>
              </a:defRPr>
            </a:lvl6pPr>
            <a:lvl7pPr algn="l">
              <a:buNone/>
              <a:defRPr sz="825" b="1">
                <a:solidFill>
                  <a:srgbClr val="B42318"/>
                </a:solidFill>
                <a:latin typeface="Arial"/>
                <a:ea typeface="Arial"/>
                <a:cs typeface="Arial"/>
              </a:defRPr>
            </a:lvl7pPr>
            <a:lvl8pPr algn="l">
              <a:buNone/>
              <a:defRPr sz="825" b="1">
                <a:solidFill>
                  <a:srgbClr val="B42318"/>
                </a:solidFill>
                <a:latin typeface="Arial"/>
                <a:ea typeface="Arial"/>
                <a:cs typeface="Arial"/>
              </a:defRPr>
            </a:lvl8pPr>
            <a:lvl9pPr algn="l">
              <a:buNone/>
              <a:defRPr sz="825" b="1">
                <a:solidFill>
                  <a:srgbClr val="B42318"/>
                </a:solidFill>
                <a:latin typeface="Arial"/>
                <a:ea typeface="Arial"/>
                <a:cs typeface="Arial"/>
              </a:defRPr>
            </a:lvl9pPr>
          </a:lstStyle>
          <a:p xmlns:a="http://schemas.openxmlformats.org/drawingml/2006/main">
            <a:pPr algn="l">
              <a:buNone/>
              <a:defRPr sz="825" b="1">
                <a:solidFill>
                  <a:srgbClr val="B42318"/>
                </a:solidFill>
                <a:latin typeface="Arial"/>
                <a:ea typeface="Arial"/>
                <a:cs typeface="Arial"/>
              </a:defRPr>
            </a:pPr>
            <a:r>
              <a:rPr sz="825" b="1">
                <a:solidFill>
                  <a:srgbClr val="B42318"/>
                </a:solidFill>
                <a:latin typeface="Arial"/>
                <a:ea typeface="Arial"/>
                <a:cs typeface="Arial"/>
              </a:rPr>
              <a:t>VCC 3,3 V · không cấp 5 V</a:t>
            </a:r>
          </a:p>
        </p:txBody>
      </p:sp>
      <p:sp>
        <p:nvSpPr>
          <p:cNvPr id="91" name="j1-gnd-to-trunk">
            <a:extLst xmlns:a="http://schemas.openxmlformats.org/drawingml/2006/main">
              <a:ext uri="{FF2B5EF4-FFF2-40B4-BE49-F238E27FC236}">
                <a16:creationId xmlns:a16="http://schemas.microsoft.com/office/drawing/2014/main" id="{38358592-9140-4107-8951-B4B3479792D9}"/>
              </a:ext>
            </a:extLst>
          </p:cNvPr>
          <p:cNvSpPr>
            <a:spLocks xmlns:a="http://schemas.openxmlformats.org/drawingml/2006/main" noGrp="1"/>
          </p:cNvSpPr>
          <p:nvPr/>
        </p:nvSpPr>
        <p:spPr>
          <a:xfrm xmlns:a="http://schemas.openxmlformats.org/drawingml/2006/main">
            <a:off x="2486025" y="3619500"/>
            <a:ext cx="276225"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2" name="j1-gnd-drop">
            <a:extLst xmlns:a="http://schemas.openxmlformats.org/drawingml/2006/main">
              <a:ext uri="{FF2B5EF4-FFF2-40B4-BE49-F238E27FC236}">
                <a16:creationId xmlns:a16="http://schemas.microsoft.com/office/drawing/2014/main" id="{B6FDEB37-3744-4740-8994-B1C47DF6DA70}"/>
              </a:ext>
            </a:extLst>
          </p:cNvPr>
          <p:cNvSpPr>
            <a:spLocks xmlns:a="http://schemas.openxmlformats.org/drawingml/2006/main" noGrp="1"/>
          </p:cNvSpPr>
          <p:nvPr/>
        </p:nvSpPr>
        <p:spPr>
          <a:xfrm xmlns:a="http://schemas.openxmlformats.org/drawingml/2006/main">
            <a:off x="2762250" y="3619500"/>
            <a:ext cx="0" cy="123825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3" name="gnd-trunk">
            <a:extLst xmlns:a="http://schemas.openxmlformats.org/drawingml/2006/main">
              <a:ext uri="{FF2B5EF4-FFF2-40B4-BE49-F238E27FC236}">
                <a16:creationId xmlns:a16="http://schemas.microsoft.com/office/drawing/2014/main" id="{C44E78B7-9F61-43E0-A5DA-0A27D1E7B5D1}"/>
              </a:ext>
            </a:extLst>
          </p:cNvPr>
          <p:cNvSpPr>
            <a:spLocks xmlns:a="http://schemas.openxmlformats.org/drawingml/2006/main" noGrp="1"/>
          </p:cNvSpPr>
          <p:nvPr/>
        </p:nvSpPr>
        <p:spPr>
          <a:xfrm xmlns:a="http://schemas.openxmlformats.org/drawingml/2006/main">
            <a:off x="2762250" y="4857750"/>
            <a:ext cx="4362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4" name="j2-gnd-drop">
            <a:extLst xmlns:a="http://schemas.openxmlformats.org/drawingml/2006/main">
              <a:ext uri="{FF2B5EF4-FFF2-40B4-BE49-F238E27FC236}">
                <a16:creationId xmlns:a16="http://schemas.microsoft.com/office/drawing/2014/main" id="{6F430703-A7DB-4E5C-BCD0-0274F290C65E}"/>
              </a:ext>
            </a:extLst>
          </p:cNvPr>
          <p:cNvSpPr>
            <a:spLocks xmlns:a="http://schemas.openxmlformats.org/drawingml/2006/main" noGrp="1"/>
          </p:cNvSpPr>
          <p:nvPr/>
        </p:nvSpPr>
        <p:spPr>
          <a:xfrm xmlns:a="http://schemas.openxmlformats.org/drawingml/2006/main">
            <a:off x="6905625" y="4286250"/>
            <a:ext cx="0" cy="5715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5" name="trunk-to-j2-gnd">
            <a:extLst xmlns:a="http://schemas.openxmlformats.org/drawingml/2006/main">
              <a:ext uri="{FF2B5EF4-FFF2-40B4-BE49-F238E27FC236}">
                <a16:creationId xmlns:a16="http://schemas.microsoft.com/office/drawing/2014/main" id="{34B78AD3-AB0C-46D1-9A2E-A89E4B46DB9D}"/>
              </a:ext>
            </a:extLst>
          </p:cNvPr>
          <p:cNvSpPr>
            <a:spLocks xmlns:a="http://schemas.openxmlformats.org/drawingml/2006/main" noGrp="1"/>
          </p:cNvSpPr>
          <p:nvPr/>
        </p:nvSpPr>
        <p:spPr>
          <a:xfrm xmlns:a="http://schemas.openxmlformats.org/drawingml/2006/main">
            <a:off x="6905625" y="4286250"/>
            <a:ext cx="171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6" name="r2-to-trunk">
            <a:extLst xmlns:a="http://schemas.openxmlformats.org/drawingml/2006/main">
              <a:ext uri="{FF2B5EF4-FFF2-40B4-BE49-F238E27FC236}">
                <a16:creationId xmlns:a16="http://schemas.microsoft.com/office/drawing/2014/main" id="{4A57A44E-8BA6-42A8-A27D-FEE906A6AC11}"/>
              </a:ext>
            </a:extLst>
          </p:cNvPr>
          <p:cNvSpPr>
            <a:spLocks xmlns:a="http://schemas.openxmlformats.org/drawingml/2006/main" noGrp="1"/>
          </p:cNvSpPr>
          <p:nvPr/>
        </p:nvSpPr>
        <p:spPr>
          <a:xfrm xmlns:a="http://schemas.openxmlformats.org/drawingml/2006/main">
            <a:off x="45815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7" name="c1-to-trunk">
            <a:extLst xmlns:a="http://schemas.openxmlformats.org/drawingml/2006/main">
              <a:ext uri="{FF2B5EF4-FFF2-40B4-BE49-F238E27FC236}">
                <a16:creationId xmlns:a16="http://schemas.microsoft.com/office/drawing/2014/main" id="{8EA879EB-A39A-48E7-904E-26169B95BC58}"/>
              </a:ext>
            </a:extLst>
          </p:cNvPr>
          <p:cNvSpPr>
            <a:spLocks xmlns:a="http://schemas.openxmlformats.org/drawingml/2006/main" noGrp="1"/>
          </p:cNvSpPr>
          <p:nvPr/>
        </p:nvSpPr>
        <p:spPr>
          <a:xfrm xmlns:a="http://schemas.openxmlformats.org/drawingml/2006/main">
            <a:off x="57626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8" name="gnd-junction-r2">
            <a:extLst xmlns:a="http://schemas.openxmlformats.org/drawingml/2006/main">
              <a:ext uri="{FF2B5EF4-FFF2-40B4-BE49-F238E27FC236}">
                <a16:creationId xmlns:a16="http://schemas.microsoft.com/office/drawing/2014/main" id="{DE3C58E7-80A7-4353-B023-27585630B237}"/>
              </a:ext>
            </a:extLst>
          </p:cNvPr>
          <p:cNvSpPr>
            <a:spLocks xmlns:a="http://schemas.openxmlformats.org/drawingml/2006/main" noGrp="1"/>
          </p:cNvSpPr>
          <p:nvPr/>
        </p:nvSpPr>
        <p:spPr>
          <a:xfrm xmlns:a="http://schemas.openxmlformats.org/drawingml/2006/main">
            <a:off x="45339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99" name="gnd-junction-c1">
            <a:extLst xmlns:a="http://schemas.openxmlformats.org/drawingml/2006/main">
              <a:ext uri="{FF2B5EF4-FFF2-40B4-BE49-F238E27FC236}">
                <a16:creationId xmlns:a16="http://schemas.microsoft.com/office/drawing/2014/main" id="{C1FBB8A0-77B1-47E6-BA1A-77A751C4D9D2}"/>
              </a:ext>
            </a:extLst>
          </p:cNvPr>
          <p:cNvSpPr>
            <a:spLocks xmlns:a="http://schemas.openxmlformats.org/drawingml/2006/main" noGrp="1"/>
          </p:cNvSpPr>
          <p:nvPr/>
        </p:nvSpPr>
        <p:spPr>
          <a:xfrm xmlns:a="http://schemas.openxmlformats.org/drawingml/2006/main">
            <a:off x="5715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0" name="gnd-junction-j2">
            <a:extLst xmlns:a="http://schemas.openxmlformats.org/drawingml/2006/main">
              <a:ext uri="{FF2B5EF4-FFF2-40B4-BE49-F238E27FC236}">
                <a16:creationId xmlns:a16="http://schemas.microsoft.com/office/drawing/2014/main" id="{9997A7D0-76DD-4F6D-BBC5-DB0624AAA1B5}"/>
              </a:ext>
            </a:extLst>
          </p:cNvPr>
          <p:cNvSpPr>
            <a:spLocks xmlns:a="http://schemas.openxmlformats.org/drawingml/2006/main" noGrp="1"/>
          </p:cNvSpPr>
          <p:nvPr/>
        </p:nvSpPr>
        <p:spPr>
          <a:xfrm xmlns:a="http://schemas.openxmlformats.org/drawingml/2006/main">
            <a:off x="6858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1" name="gnd-net">
            <a:extLst xmlns:a="http://schemas.openxmlformats.org/drawingml/2006/main">
              <a:ext uri="{FF2B5EF4-FFF2-40B4-BE49-F238E27FC236}">
                <a16:creationId xmlns:a16="http://schemas.microsoft.com/office/drawing/2014/main" id="{3D6574AD-A28B-4949-BBB3-7D43E3CBBB66}"/>
              </a:ext>
            </a:extLst>
          </p:cNvPr>
          <p:cNvSpPr>
            <a:spLocks xmlns:a="http://schemas.openxmlformats.org/drawingml/2006/main" noGrp="1"/>
          </p:cNvSpPr>
          <p:nvPr/>
        </p:nvSpPr>
        <p:spPr>
          <a:xfrm xmlns:a="http://schemas.openxmlformats.org/drawingml/2006/main">
            <a:off x="4448175" y="48863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63B42"/>
                </a:solidFill>
                <a:latin typeface="Arial"/>
                <a:ea typeface="Arial"/>
                <a:cs typeface="Arial"/>
              </a:defRPr>
            </a:defPPr>
            <a:lvl1pPr algn="ctr">
              <a:buNone/>
              <a:defRPr sz="900" b="1">
                <a:solidFill>
                  <a:srgbClr val="263B42"/>
                </a:solidFill>
                <a:latin typeface="Arial"/>
                <a:ea typeface="Arial"/>
                <a:cs typeface="Arial"/>
              </a:defRPr>
            </a:lvl1pPr>
            <a:lvl2pPr algn="ctr">
              <a:buNone/>
              <a:defRPr sz="900" b="1">
                <a:solidFill>
                  <a:srgbClr val="263B42"/>
                </a:solidFill>
                <a:latin typeface="Arial"/>
                <a:ea typeface="Arial"/>
                <a:cs typeface="Arial"/>
              </a:defRPr>
            </a:lvl2pPr>
            <a:lvl3pPr algn="ctr">
              <a:buNone/>
              <a:defRPr sz="900" b="1">
                <a:solidFill>
                  <a:srgbClr val="263B42"/>
                </a:solidFill>
                <a:latin typeface="Arial"/>
                <a:ea typeface="Arial"/>
                <a:cs typeface="Arial"/>
              </a:defRPr>
            </a:lvl3pPr>
            <a:lvl4pPr algn="ctr">
              <a:buNone/>
              <a:defRPr sz="900" b="1">
                <a:solidFill>
                  <a:srgbClr val="263B42"/>
                </a:solidFill>
                <a:latin typeface="Arial"/>
                <a:ea typeface="Arial"/>
                <a:cs typeface="Arial"/>
              </a:defRPr>
            </a:lvl4pPr>
            <a:lvl5pPr algn="ctr">
              <a:buNone/>
              <a:defRPr sz="900" b="1">
                <a:solidFill>
                  <a:srgbClr val="263B42"/>
                </a:solidFill>
                <a:latin typeface="Arial"/>
                <a:ea typeface="Arial"/>
                <a:cs typeface="Arial"/>
              </a:defRPr>
            </a:lvl5pPr>
            <a:lvl6pPr algn="ctr">
              <a:buNone/>
              <a:defRPr sz="900" b="1">
                <a:solidFill>
                  <a:srgbClr val="263B42"/>
                </a:solidFill>
                <a:latin typeface="Arial"/>
                <a:ea typeface="Arial"/>
                <a:cs typeface="Arial"/>
              </a:defRPr>
            </a:lvl6pPr>
            <a:lvl7pPr algn="ctr">
              <a:buNone/>
              <a:defRPr sz="900" b="1">
                <a:solidFill>
                  <a:srgbClr val="263B42"/>
                </a:solidFill>
                <a:latin typeface="Arial"/>
                <a:ea typeface="Arial"/>
                <a:cs typeface="Arial"/>
              </a:defRPr>
            </a:lvl7pPr>
            <a:lvl8pPr algn="ctr">
              <a:buNone/>
              <a:defRPr sz="900" b="1">
                <a:solidFill>
                  <a:srgbClr val="263B42"/>
                </a:solidFill>
                <a:latin typeface="Arial"/>
                <a:ea typeface="Arial"/>
                <a:cs typeface="Arial"/>
              </a:defRPr>
            </a:lvl8pPr>
            <a:lvl9pPr algn="ctr">
              <a:buNone/>
              <a:defRPr sz="900" b="1">
                <a:solidFill>
                  <a:srgbClr val="263B42"/>
                </a:solidFill>
                <a:latin typeface="Arial"/>
                <a:ea typeface="Arial"/>
                <a:cs typeface="Arial"/>
              </a:defRPr>
            </a:lvl9pPr>
          </a:lstStyle>
          <a:p xmlns:a="http://schemas.openxmlformats.org/drawingml/2006/main">
            <a:pPr algn="ctr">
              <a:buNone/>
              <a:defRPr sz="900" b="1">
                <a:solidFill>
                  <a:srgbClr val="263B42"/>
                </a:solidFill>
                <a:latin typeface="Arial"/>
                <a:ea typeface="Arial"/>
                <a:cs typeface="Arial"/>
              </a:defRPr>
            </a:pPr>
            <a:r>
              <a:rPr sz="900" b="1">
                <a:solidFill>
                  <a:srgbClr val="263B42"/>
                </a:solidFill>
                <a:latin typeface="Arial"/>
                <a:ea typeface="Arial"/>
                <a:cs typeface="Arial"/>
              </a:rPr>
              <a:t>0 V  ·  GND chung</a:t>
            </a:r>
          </a:p>
        </p:txBody>
      </p:sp>
      <p:sp>
        <p:nvSpPr>
          <p:cNvPr id="102" name="gnd-symbol-stem">
            <a:extLst xmlns:a="http://schemas.openxmlformats.org/drawingml/2006/main">
              <a:ext uri="{FF2B5EF4-FFF2-40B4-BE49-F238E27FC236}">
                <a16:creationId xmlns:a16="http://schemas.microsoft.com/office/drawing/2014/main" id="{9A0E3A17-906B-4CAE-8BCD-7A651E992357}"/>
              </a:ext>
            </a:extLst>
          </p:cNvPr>
          <p:cNvSpPr>
            <a:spLocks xmlns:a="http://schemas.openxmlformats.org/drawingml/2006/main" noGrp="1"/>
          </p:cNvSpPr>
          <p:nvPr/>
        </p:nvSpPr>
        <p:spPr>
          <a:xfrm xmlns:a="http://schemas.openxmlformats.org/drawingml/2006/main">
            <a:off x="2762250" y="4857750"/>
            <a:ext cx="0" cy="11430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3" name="gnd-symbol-bar1">
            <a:extLst xmlns:a="http://schemas.openxmlformats.org/drawingml/2006/main">
              <a:ext uri="{FF2B5EF4-FFF2-40B4-BE49-F238E27FC236}">
                <a16:creationId xmlns:a16="http://schemas.microsoft.com/office/drawing/2014/main" id="{8CE8A3A0-6534-4FC2-AF05-5974A2679DCD}"/>
              </a:ext>
            </a:extLst>
          </p:cNvPr>
          <p:cNvSpPr>
            <a:spLocks xmlns:a="http://schemas.openxmlformats.org/drawingml/2006/main" noGrp="1"/>
          </p:cNvSpPr>
          <p:nvPr/>
        </p:nvSpPr>
        <p:spPr>
          <a:xfrm xmlns:a="http://schemas.openxmlformats.org/drawingml/2006/main">
            <a:off x="2638425" y="4972050"/>
            <a:ext cx="2476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4" name="gnd-symbol-bar2">
            <a:extLst xmlns:a="http://schemas.openxmlformats.org/drawingml/2006/main">
              <a:ext uri="{FF2B5EF4-FFF2-40B4-BE49-F238E27FC236}">
                <a16:creationId xmlns:a16="http://schemas.microsoft.com/office/drawing/2014/main" id="{8B3CC99F-0A05-4921-B74F-F4DFC4534001}"/>
              </a:ext>
            </a:extLst>
          </p:cNvPr>
          <p:cNvSpPr>
            <a:spLocks xmlns:a="http://schemas.openxmlformats.org/drawingml/2006/main" noGrp="1"/>
          </p:cNvSpPr>
          <p:nvPr/>
        </p:nvSpPr>
        <p:spPr>
          <a:xfrm xmlns:a="http://schemas.openxmlformats.org/drawingml/2006/main">
            <a:off x="2686050" y="5029200"/>
            <a:ext cx="15240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5" name="gnd-symbol-bar3">
            <a:extLst xmlns:a="http://schemas.openxmlformats.org/drawingml/2006/main">
              <a:ext uri="{FF2B5EF4-FFF2-40B4-BE49-F238E27FC236}">
                <a16:creationId xmlns:a16="http://schemas.microsoft.com/office/drawing/2014/main" id="{0C0C662A-493C-4D86-8DCF-7A4B13C82ADC}"/>
              </a:ext>
            </a:extLst>
          </p:cNvPr>
          <p:cNvSpPr>
            <a:spLocks xmlns:a="http://schemas.openxmlformats.org/drawingml/2006/main" noGrp="1"/>
          </p:cNvSpPr>
          <p:nvPr/>
        </p:nvSpPr>
        <p:spPr>
          <a:xfrm xmlns:a="http://schemas.openxmlformats.org/drawingml/2006/main">
            <a:off x="2733675" y="5086350"/>
            <a:ext cx="571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6" name="wire-legend">
            <a:extLst xmlns:a="http://schemas.openxmlformats.org/drawingml/2006/main">
              <a:ext uri="{FF2B5EF4-FFF2-40B4-BE49-F238E27FC236}">
                <a16:creationId xmlns:a16="http://schemas.microsoft.com/office/drawing/2014/main" id="{85C2EF9C-3EC2-4717-8FDA-008AB9BB874D}"/>
              </a:ext>
            </a:extLst>
          </p:cNvPr>
          <p:cNvSpPr>
            <a:spLocks xmlns:a="http://schemas.openxmlformats.org/drawingml/2006/main" noGrp="1"/>
          </p:cNvSpPr>
          <p:nvPr/>
        </p:nvSpPr>
        <p:spPr>
          <a:xfrm xmlns:a="http://schemas.openxmlformats.org/drawingml/2006/main">
            <a:off x="628650" y="5314950"/>
            <a:ext cx="10953750" cy="742950"/>
          </a:xfrm>
          <a:prstGeom xmlns:a="http://schemas.openxmlformats.org/drawingml/2006/main" prst="roundRect">
            <a:avLst>
              <a:gd name="adj" fmla="val 11538"/>
            </a:avLst>
          </a:prstGeom>
          <a:solidFill xmlns:a="http://schemas.openxmlformats.org/drawingml/2006/main">
            <a:srgbClr val="E7F2ED"/>
          </a:solidFill>
          <a:ln xmlns:a="http://schemas.openxmlformats.org/drawingml/2006/main" w="9525">
            <a:solidFill>
              <a:srgbClr val="E7F2ED"/>
            </a:solidFill>
            <a:prstDash val="solid"/>
          </a:ln>
        </p:spPr>
      </p:sp>
      <p:sp>
        <p:nvSpPr>
          <p:cNvPr id="107" name="legend-title">
            <a:extLst xmlns:a="http://schemas.openxmlformats.org/drawingml/2006/main">
              <a:ext uri="{FF2B5EF4-FFF2-40B4-BE49-F238E27FC236}">
                <a16:creationId xmlns:a16="http://schemas.microsoft.com/office/drawing/2014/main" id="{39D5825A-0D5F-4B88-B112-3844750023AF}"/>
              </a:ext>
            </a:extLst>
          </p:cNvPr>
          <p:cNvSpPr>
            <a:spLocks xmlns:a="http://schemas.openxmlformats.org/drawingml/2006/main" noGrp="1"/>
          </p:cNvSpPr>
          <p:nvPr/>
        </p:nvSpPr>
        <p:spPr>
          <a:xfrm xmlns:a="http://schemas.openxmlformats.org/drawingml/2006/main">
            <a:off x="800100" y="538162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0B786F"/>
                </a:solidFill>
                <a:latin typeface="Arial"/>
                <a:ea typeface="Arial"/>
                <a:cs typeface="Arial"/>
              </a:defRPr>
            </a:defPPr>
            <a:lvl1pPr algn="l">
              <a:buNone/>
              <a:defRPr sz="975" b="1">
                <a:solidFill>
                  <a:srgbClr val="102A33"/>
                </a:solidFill>
                <a:latin typeface="Arial"/>
                <a:ea typeface="Arial"/>
                <a:cs typeface="Arial"/>
              </a:defRPr>
            </a:lvl1pPr>
            <a:lvl2pPr algn="l">
              <a:buNone/>
              <a:defRPr sz="975" b="1">
                <a:solidFill>
                  <a:srgbClr val="102A33"/>
                </a:solidFill>
                <a:latin typeface="Arial"/>
                <a:ea typeface="Arial"/>
                <a:cs typeface="Arial"/>
              </a:defRPr>
            </a:lvl2pPr>
            <a:lvl3pPr algn="l">
              <a:buNone/>
              <a:defRPr sz="975" b="1">
                <a:solidFill>
                  <a:srgbClr val="102A33"/>
                </a:solidFill>
                <a:latin typeface="Arial"/>
                <a:ea typeface="Arial"/>
                <a:cs typeface="Arial"/>
              </a:defRPr>
            </a:lvl3pPr>
            <a:lvl4pPr algn="l">
              <a:buNone/>
              <a:defRPr sz="975" b="1">
                <a:solidFill>
                  <a:srgbClr val="102A33"/>
                </a:solidFill>
                <a:latin typeface="Arial"/>
                <a:ea typeface="Arial"/>
                <a:cs typeface="Arial"/>
              </a:defRPr>
            </a:lvl4pPr>
            <a:lvl5pPr algn="l">
              <a:buNone/>
              <a:defRPr sz="975" b="1">
                <a:solidFill>
                  <a:srgbClr val="102A33"/>
                </a:solidFill>
                <a:latin typeface="Arial"/>
                <a:ea typeface="Arial"/>
                <a:cs typeface="Arial"/>
              </a:defRPr>
            </a:lvl5pPr>
            <a:lvl6pPr algn="l">
              <a:buNone/>
              <a:defRPr sz="975" b="1">
                <a:solidFill>
                  <a:srgbClr val="102A33"/>
                </a:solidFill>
                <a:latin typeface="Arial"/>
                <a:ea typeface="Arial"/>
                <a:cs typeface="Arial"/>
              </a:defRPr>
            </a:lvl6pPr>
            <a:lvl7pPr algn="l">
              <a:buNone/>
              <a:defRPr sz="975" b="1">
                <a:solidFill>
                  <a:srgbClr val="102A33"/>
                </a:solidFill>
                <a:latin typeface="Arial"/>
                <a:ea typeface="Arial"/>
                <a:cs typeface="Arial"/>
              </a:defRPr>
            </a:lvl7pPr>
            <a:lvl8pPr algn="l">
              <a:buNone/>
              <a:defRPr sz="975" b="1">
                <a:solidFill>
                  <a:srgbClr val="102A33"/>
                </a:solidFill>
                <a:latin typeface="Arial"/>
                <a:ea typeface="Arial"/>
                <a:cs typeface="Arial"/>
              </a:defRPr>
            </a:lvl8pPr>
            <a:lvl9pPr algn="l">
              <a:buNone/>
              <a:defRPr sz="975" b="1">
                <a:solidFill>
                  <a:srgbClr val="102A33"/>
                </a:solidFill>
                <a:latin typeface="Arial"/>
                <a:ea typeface="Arial"/>
                <a:cs typeface="Arial"/>
              </a:defRPr>
            </a:lvl9pPr>
          </a:lstStyle>
          <a:p xmlns:a="http://schemas.openxmlformats.org/drawingml/2006/main">
            <a:pPr algn="l">
              <a:buNone/>
              <a:defRPr sz="975" b="1">
                <a:solidFill>
                  <a:srgbClr val="0B786F"/>
                </a:solidFill>
                <a:latin typeface="Arial"/>
                <a:ea typeface="Arial"/>
                <a:cs typeface="Arial"/>
              </a:defRPr>
            </a:pPr>
            <a:r>
              <a:rPr sz="975" b="1">
                <a:solidFill>
                  <a:srgbClr val="0B786F"/>
                </a:solidFill>
                <a:latin typeface="Arial"/>
                <a:ea typeface="Arial"/>
                <a:cs typeface="Arial"/>
              </a:rPr>
              <a:t>QUY ƯỚC DÂY / ĐẤU NỐI</a:t>
            </a:r>
          </a:p>
        </p:txBody>
      </p:sp>
      <p:sp>
        <p:nvSpPr>
          <p:cNvPr id="108" name="legend-colors">
            <a:extLst xmlns:a="http://schemas.openxmlformats.org/drawingml/2006/main">
              <a:ext uri="{FF2B5EF4-FFF2-40B4-BE49-F238E27FC236}">
                <a16:creationId xmlns:a16="http://schemas.microsoft.com/office/drawing/2014/main" id="{FBAADD75-EBA7-4D77-96A4-94A0D95BB6F3}"/>
              </a:ext>
            </a:extLst>
          </p:cNvPr>
          <p:cNvSpPr>
            <a:spLocks xmlns:a="http://schemas.openxmlformats.org/drawingml/2006/main" noGrp="1"/>
          </p:cNvSpPr>
          <p:nvPr/>
        </p:nvSpPr>
        <p:spPr>
          <a:xfrm xmlns:a="http://schemas.openxmlformats.org/drawingml/2006/main">
            <a:off x="800100" y="5600700"/>
            <a:ext cx="104298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102B31"/>
                </a:solidFill>
                <a:latin typeface="Arial"/>
                <a:ea typeface="Arial"/>
                <a:cs typeface="Arial"/>
              </a:defRPr>
            </a:defPPr>
            <a:lvl1pPr algn="l">
              <a:buNone/>
              <a:defRPr sz="975" b="0">
                <a:solidFill>
                  <a:srgbClr val="172A30"/>
                </a:solidFill>
                <a:latin typeface="Arial"/>
                <a:ea typeface="Arial"/>
                <a:cs typeface="Arial"/>
              </a:defRPr>
            </a:lvl1pPr>
            <a:lvl2pPr algn="l">
              <a:buNone/>
              <a:defRPr sz="975" b="0">
                <a:solidFill>
                  <a:srgbClr val="172A30"/>
                </a:solidFill>
                <a:latin typeface="Arial"/>
                <a:ea typeface="Arial"/>
                <a:cs typeface="Arial"/>
              </a:defRPr>
            </a:lvl2pPr>
            <a:lvl3pPr algn="l">
              <a:buNone/>
              <a:defRPr sz="975" b="0">
                <a:solidFill>
                  <a:srgbClr val="172A30"/>
                </a:solidFill>
                <a:latin typeface="Arial"/>
                <a:ea typeface="Arial"/>
                <a:cs typeface="Arial"/>
              </a:defRPr>
            </a:lvl3pPr>
            <a:lvl4pPr algn="l">
              <a:buNone/>
              <a:defRPr sz="975" b="0">
                <a:solidFill>
                  <a:srgbClr val="172A30"/>
                </a:solidFill>
                <a:latin typeface="Arial"/>
                <a:ea typeface="Arial"/>
                <a:cs typeface="Arial"/>
              </a:defRPr>
            </a:lvl4pPr>
            <a:lvl5pPr algn="l">
              <a:buNone/>
              <a:defRPr sz="975" b="0">
                <a:solidFill>
                  <a:srgbClr val="172A30"/>
                </a:solidFill>
                <a:latin typeface="Arial"/>
                <a:ea typeface="Arial"/>
                <a:cs typeface="Arial"/>
              </a:defRPr>
            </a:lvl5pPr>
            <a:lvl6pPr algn="l">
              <a:buNone/>
              <a:defRPr sz="975" b="0">
                <a:solidFill>
                  <a:srgbClr val="172A30"/>
                </a:solidFill>
                <a:latin typeface="Arial"/>
                <a:ea typeface="Arial"/>
                <a:cs typeface="Arial"/>
              </a:defRPr>
            </a:lvl6pPr>
            <a:lvl7pPr algn="l">
              <a:buNone/>
              <a:defRPr sz="975" b="0">
                <a:solidFill>
                  <a:srgbClr val="172A30"/>
                </a:solidFill>
                <a:latin typeface="Arial"/>
                <a:ea typeface="Arial"/>
                <a:cs typeface="Arial"/>
              </a:defRPr>
            </a:lvl7pPr>
            <a:lvl8pPr algn="l">
              <a:buNone/>
              <a:defRPr sz="975" b="0">
                <a:solidFill>
                  <a:srgbClr val="172A30"/>
                </a:solidFill>
                <a:latin typeface="Arial"/>
                <a:ea typeface="Arial"/>
                <a:cs typeface="Arial"/>
              </a:defRPr>
            </a:lvl8pPr>
            <a:lvl9pPr algn="l">
              <a:buNone/>
              <a:defRPr sz="975" b="0">
                <a:solidFill>
                  <a:srgbClr val="172A30"/>
                </a:solidFill>
                <a:latin typeface="Arial"/>
                <a:ea typeface="Arial"/>
                <a:cs typeface="Arial"/>
              </a:defRPr>
            </a:lvl9pPr>
          </a:lstStyle>
          <a:p xmlns:a="http://schemas.openxmlformats.org/drawingml/2006/main">
            <a:pPr algn="l">
              <a:buNone/>
              <a:defRPr sz="975" b="0">
                <a:solidFill>
                  <a:srgbClr val="102B31"/>
                </a:solidFill>
                <a:latin typeface="Arial"/>
                <a:ea typeface="Arial"/>
                <a:cs typeface="Arial"/>
              </a:defRPr>
            </a:pPr>
            <a:r>
              <a:rPr sz="975" b="0">
                <a:solidFill>
                  <a:srgbClr val="102B31"/>
                </a:solidFill>
                <a:latin typeface="Arial"/>
                <a:ea typeface="Arial"/>
                <a:cs typeface="Arial"/>
              </a:rPr>
              <a:t>Dây: xanh lá SIG · đen GND · đỏ 3V3 · xanh dương SDA · vàng SCL</a:t>
            </a:r>
          </a:p>
        </p:txBody>
      </p:sp>
      <p:sp>
        <p:nvSpPr>
          <p:cNvPr id="109" name="legend-assembly">
            <a:extLst xmlns:a="http://schemas.openxmlformats.org/drawingml/2006/main">
              <a:ext uri="{FF2B5EF4-FFF2-40B4-BE49-F238E27FC236}">
                <a16:creationId xmlns:a16="http://schemas.microsoft.com/office/drawing/2014/main" id="{DF825BE4-0C05-441C-A5CA-FB749FFF5D91}"/>
              </a:ext>
            </a:extLst>
          </p:cNvPr>
          <p:cNvSpPr>
            <a:spLocks xmlns:a="http://schemas.openxmlformats.org/drawingml/2006/main" noGrp="1"/>
          </p:cNvSpPr>
          <p:nvPr/>
        </p:nvSpPr>
        <p:spPr>
          <a:xfrm xmlns:a="http://schemas.openxmlformats.org/drawingml/2006/main">
            <a:off x="800100" y="5810250"/>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26B70"/>
                </a:solidFill>
                <a:latin typeface="Arial"/>
                <a:ea typeface="Arial"/>
                <a:cs typeface="Arial"/>
              </a:defRPr>
            </a:pPr>
            <a:r>
              <a:rPr sz="900" b="0">
                <a:solidFill>
                  <a:srgbClr val="526B70"/>
                </a:solidFill>
                <a:latin typeface="Arial"/>
                <a:ea typeface="Arial"/>
                <a:cs typeface="Arial"/>
              </a:rPr>
              <a:t>R1 nối tiếp; R2 và C1 song song từ N1 xuống GND. Mỗi bo dùng cáp USB riêng.</a:t>
            </a:r>
          </a:p>
        </p:txBody>
      </p:sp>
      <p:sp>
        <p:nvSpPr>
          <p:cNvPr id="110" name="slide-1-page">
            <a:extLst xmlns:a="http://schemas.openxmlformats.org/drawingml/2006/main">
              <a:ext uri="{FF2B5EF4-FFF2-40B4-BE49-F238E27FC236}">
                <a16:creationId xmlns:a16="http://schemas.microsoft.com/office/drawing/2014/main" id="{98877D11-C831-4A71-B13C-6A400249547C}"/>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B786F"/>
                </a:solidFill>
                <a:latin typeface="Arial"/>
                <a:ea typeface="Arial"/>
                <a:cs typeface="Arial"/>
              </a:defRPr>
            </a:defPPr>
            <a:lvl1pPr algn="r">
              <a:defRPr sz="900" b="1">
                <a:solidFill>
                  <a:srgbClr val="0B786F"/>
                </a:solidFill>
                <a:latin typeface="Arial"/>
                <a:ea typeface="Arial"/>
                <a:cs typeface="Arial"/>
              </a:defRPr>
            </a:lvl1pPr>
            <a:lvl2pPr algn="r">
              <a:defRPr sz="900" b="1">
                <a:solidFill>
                  <a:srgbClr val="0B786F"/>
                </a:solidFill>
                <a:latin typeface="Arial"/>
                <a:ea typeface="Arial"/>
                <a:cs typeface="Arial"/>
              </a:defRPr>
            </a:lvl2pPr>
            <a:lvl3pPr algn="r">
              <a:defRPr sz="900" b="1">
                <a:solidFill>
                  <a:srgbClr val="0B786F"/>
                </a:solidFill>
                <a:latin typeface="Arial"/>
                <a:ea typeface="Arial"/>
                <a:cs typeface="Arial"/>
              </a:defRPr>
            </a:lvl3pPr>
            <a:lvl4pPr algn="r">
              <a:defRPr sz="900" b="1">
                <a:solidFill>
                  <a:srgbClr val="0B786F"/>
                </a:solidFill>
                <a:latin typeface="Arial"/>
                <a:ea typeface="Arial"/>
                <a:cs typeface="Arial"/>
              </a:defRPr>
            </a:lvl4pPr>
            <a:lvl5pPr algn="r">
              <a:defRPr sz="900" b="1">
                <a:solidFill>
                  <a:srgbClr val="0B786F"/>
                </a:solidFill>
                <a:latin typeface="Arial"/>
                <a:ea typeface="Arial"/>
                <a:cs typeface="Arial"/>
              </a:defRPr>
            </a:lvl5pPr>
            <a:lvl6pPr algn="r">
              <a:defRPr sz="900" b="1">
                <a:solidFill>
                  <a:srgbClr val="0B786F"/>
                </a:solidFill>
                <a:latin typeface="Arial"/>
                <a:ea typeface="Arial"/>
                <a:cs typeface="Arial"/>
              </a:defRPr>
            </a:lvl6pPr>
            <a:lvl7pPr algn="r">
              <a:defRPr sz="900" b="1">
                <a:solidFill>
                  <a:srgbClr val="0B786F"/>
                </a:solidFill>
                <a:latin typeface="Arial"/>
                <a:ea typeface="Arial"/>
                <a:cs typeface="Arial"/>
              </a:defRPr>
            </a:lvl7pPr>
            <a:lvl8pPr algn="r">
              <a:defRPr sz="900" b="1">
                <a:solidFill>
                  <a:srgbClr val="0B786F"/>
                </a:solidFill>
                <a:latin typeface="Arial"/>
                <a:ea typeface="Arial"/>
                <a:cs typeface="Arial"/>
              </a:defRPr>
            </a:lvl8pPr>
            <a:lvl9pPr algn="r">
              <a:defRPr sz="900" b="1">
                <a:solidFill>
                  <a:srgbClr val="0B786F"/>
                </a:solidFill>
                <a:latin typeface="Arial"/>
                <a:ea typeface="Arial"/>
                <a:cs typeface="Arial"/>
              </a:defRPr>
            </a:lvl9pPr>
          </a:lstStyle>
          <a:p xmlns:a="http://schemas.openxmlformats.org/drawingml/2006/main">
            <a:pPr algn="r">
              <a:defRPr sz="900" b="1">
                <a:solidFill>
                  <a:srgbClr val="0B786F"/>
                </a:solidFill>
                <a:latin typeface="Arial"/>
                <a:ea typeface="Arial"/>
                <a:cs typeface="Arial"/>
              </a:defRPr>
            </a:pPr>
            <a:r>
              <a:rPr sz="900" b="1">
                <a:solidFill>
                  <a:srgbClr val="0B786F"/>
                </a:solidFill>
                <a:latin typeface="Arial"/>
                <a:ea typeface="Arial"/>
                <a:cs typeface="Arial"/>
              </a:rPr>
              <a:t>01 / 03</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000" b="1">
                <a:solidFill>
                  <a:srgbClr val="102B31"/>
                </a:solidFill>
                <a:latin typeface="Avenir Next"/>
                <a:ea typeface="Avenir Next"/>
                <a:cs typeface="Avenir Next"/>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000" b="1">
                <a:solidFill>
                  <a:srgbClr val="102B31"/>
                </a:solidFill>
                <a:latin typeface="Avenir Next"/>
                <a:ea typeface="Avenir Next"/>
                <a:cs typeface="Avenir Next"/>
              </a:defRPr>
            </a:pPr>
            <a:r>
              <a:rPr sz="3000" b="1">
                <a:solidFill>
                  <a:srgbClr val="102B31"/>
                </a:solidFill>
                <a:latin typeface="Avenir Next"/>
                <a:ea typeface="Avenir Next"/>
                <a:cs typeface="Avenir Next"/>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275" b="0">
                <a:solidFill>
                  <a:srgbClr val="526B70"/>
                </a:solidFill>
                <a:latin typeface="Arial"/>
                <a:ea typeface="Arial"/>
                <a:cs typeface="Arial"/>
              </a:rPr>
              <a:t>01 bộ tối thiểu · giá chưa gồm vận chuyển</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14288">
            <a:solidFill>
              <a:srgbClr val="C7D8D2"/>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A8585"/>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A8585"/>
                </a:solidFill>
                <a:latin typeface="Arial"/>
                <a:ea typeface="Arial"/>
                <a:cs typeface="Arial"/>
              </a:rPr>
              <a:t>RELYFETAL  /  HIL</a:t>
            </a:r>
          </a:p>
        </p:txBody>
      </p:sp>
      <p:graphicFrame>
        <p:nvGraphicFramePr>
          <p:cNvPr id="5" name="">
            <a:extLst xmlns:a="http://schemas.openxmlformats.org/drawingml/2006/main">
              <a:ext uri="{FF2B5EF4-FFF2-40B4-BE49-F238E27FC236}">
                <a16:creationId xmlns:a16="http://schemas.microsoft.com/office/drawing/2014/main" id="{C1C6AAC4-F316-45E0-A66B-5FBBC34BD527}"/>
              </a:ext>
            </a:extLst>
          </p:cNvPr>
          <p:cNvGraphicFramePr/>
          <p:nvPr/>
        </p:nvGraphicFramePr>
        <p:xfrm>
          <a:off xmlns:a="http://schemas.openxmlformats.org/drawingml/2006/main" x="628650" y="1562100"/>
          <a:ext xmlns:a="http://schemas.openxmlformats.org/drawingml/2006/main" cx="5362575" cy="3333750"/>
        </p:xfrm>
        <a:graphic xmlns:a="http://schemas.openxmlformats.org/drawingml/2006/main">
          <a:graphicData uri="http://schemas.openxmlformats.org/drawingml/2006/table">
            <a:tbl>
              <a:tblPr firstRow="1" bandRow="0"/>
              <a:tblGrid>
                <a:gridCol w="704850"/>
                <a:gridCol w="6858000"/>
                <a:gridCol w="3305175"/>
              </a:tblGrid>
              <a:tr h="476250">
                <a:tc>
                  <a:txBody>
                    <a:bodyPr lIns="76200" tIns="19050" rIns="104775" bIns="19050">
                      <a:normAutofit/>
                    </a:bodyPr>
                    <a:lstStyle/>
                    <a:p>
                      <a:pPr algn="ctr"/>
                      <a:r>
                        <a:rPr sz="1200" b="1">
                          <a:solidFill>
                            <a:srgbClr val="FFFFFF"/>
                          </a:solidFill>
                          <a:latin typeface="Arial"/>
                          <a:ea typeface="Arial"/>
                          <a:cs typeface="Arial"/>
                        </a:rPr>
                        <a:t>SL</a:t>
                      </a:r>
                    </a:p>
                  </a:txBody>
                  <a:tcPr marL="91440" marR="91440" marT="45720" marB="45720" anchor="ctr">
                    <a:lnL w="7620">
                      <a:solidFill>
                        <a:srgbClr val="CAD8D3"/>
                      </a:solidFill>
                      <a:prstDash val="solid"/>
                    </a:lnL>
                    <a:lnR w="7620">
                      <a:solidFill>
                        <a:srgbClr val="CAD8D3"/>
                      </a:solidFill>
                      <a:prstDash val="solid"/>
                    </a:lnR>
                    <a:lnT w="7620">
                      <a:solidFill>
                        <a:srgbClr val="CAD8D3"/>
                      </a:solidFill>
                      <a:prstDash val="solid"/>
                    </a:lnT>
                    <a:lnB w="7620">
                      <a:solidFill>
                        <a:srgbClr val="CAD8D3"/>
                      </a:solidFill>
                      <a:prstDash val="solid"/>
                    </a:lnB>
                    <a:solidFill>
                      <a:srgbClr val="12343A"/>
                    </a:solidFill>
                  </a:tcPr>
                </a:tc>
                <a:tc>
                  <a:txBody>
                    <a:bodyPr lIns="76200" tIns="19050" rIns="104775" bIns="19050">
                      <a:normAutofit/>
                    </a:bodyPr>
                    <a:lstStyle/>
                    <a:p>
                      <a:pPr algn="l"/>
                      <a:r>
                        <a:rPr sz="1200" b="1">
                          <a:solidFill>
                            <a:srgbClr val="FFFFFF"/>
                          </a:solidFill>
                          <a:latin typeface="Arial"/>
                          <a:ea typeface="Arial"/>
                          <a:cs typeface="Arial"/>
                        </a:rPr>
                        <a:t>Linh kiện / cấu hình</a:t>
                      </a:r>
                    </a:p>
                  </a:txBody>
                  <a:tcPr marL="91440" marR="91440" marT="45720" marB="45720" anchor="ctr">
                    <a:lnR w="7620">
                      <a:solidFill>
                        <a:srgbClr val="CAD8D3"/>
                      </a:solidFill>
                      <a:prstDash val="solid"/>
                    </a:lnR>
                    <a:lnT w="7620">
                      <a:solidFill>
                        <a:srgbClr val="CAD8D3"/>
                      </a:solidFill>
                      <a:prstDash val="solid"/>
                    </a:lnT>
                    <a:lnB w="7620">
                      <a:solidFill>
                        <a:srgbClr val="CAD8D3"/>
                      </a:solidFill>
                      <a:prstDash val="solid"/>
                    </a:lnB>
                    <a:solidFill>
                      <a:srgbClr val="12343A"/>
                    </a:solidFill>
                  </a:tcPr>
                </a:tc>
                <a:tc>
                  <a:txBody>
                    <a:bodyPr lIns="76200" tIns="19050" rIns="104775" bIns="19050">
                      <a:normAutofit/>
                    </a:bodyPr>
                    <a:lstStyle/>
                    <a:p>
                      <a:pPr algn="r"/>
                      <a:r>
                        <a:rPr sz="1200" b="1">
                          <a:solidFill>
                            <a:srgbClr val="FFFFFF"/>
                          </a:solidFill>
                          <a:latin typeface="Arial"/>
                          <a:ea typeface="Arial"/>
                          <a:cs typeface="Arial"/>
                        </a:rPr>
                        <a:t>Giá dự kiến</a:t>
                      </a:r>
                    </a:p>
                  </a:txBody>
                  <a:tcPr marL="76200" marR="152400" marT="19050" marB="19050" anchor="ctr">
                    <a:lnR w="7620">
                      <a:solidFill>
                        <a:srgbClr val="CAD8D3"/>
                      </a:solidFill>
                      <a:prstDash val="solid"/>
                    </a:lnR>
                    <a:lnT w="7620">
                      <a:solidFill>
                        <a:srgbClr val="CAD8D3"/>
                      </a:solidFill>
                      <a:prstDash val="solid"/>
                    </a:lnT>
                    <a:lnB w="7620">
                      <a:solidFill>
                        <a:srgbClr val="CAD8D3"/>
                      </a:solidFill>
                      <a:prstDash val="solid"/>
                    </a:lnB>
                    <a:solidFill>
                      <a:srgbClr val="12343A"/>
                    </a:solidFill>
                  </a:tcPr>
                </a:tc>
              </a:tr>
              <a:tr h="476250">
                <a:tc>
                  <a:txBody>
                    <a:bodyPr lIns="76200" tIns="19050" rIns="104775" bIns="19050">
                      <a:normAutofit/>
                    </a:bodyPr>
                    <a:lstStyle/>
                    <a:p>
                      <a:pPr algn="ctr"/>
                      <a:r>
                        <a:rPr sz="1200" b="1">
                          <a:solidFill>
                            <a:srgbClr val="102B31"/>
                          </a:solidFill>
                          <a:latin typeface="Arial"/>
                          <a:ea typeface="Arial"/>
                          <a:cs typeface="Arial"/>
                        </a:rPr>
                        <a:t>1</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l"/>
                      <a:r>
                        <a:rPr sz="1200" b="0">
                          <a:solidFill>
                            <a:srgbClr val="102B31"/>
                          </a:solidFill>
                          <a:latin typeface="Arial"/>
                          <a:ea typeface="Arial"/>
                          <a:cs typeface="Arial"/>
                        </a:rPr>
                        <a:t>J1 · ESP32 DevKit V1</a:t>
                      </a:r>
                    </a:p>
                    <a:p>
                      <a:pPr algn="l"/>
                      <a:r>
                        <a:rPr sz="1200" b="0">
                          <a:solidFill>
                            <a:srgbClr val="102B31"/>
                          </a:solidFill>
                          <a:latin typeface="Arial"/>
                          <a:ea typeface="Arial"/>
                          <a:cs typeface="Arial"/>
                        </a:rPr>
                        <a:t>ESP-WROOM-32</a:t>
                      </a:r>
                    </a:p>
                  </a:txBody>
                  <a:tcPr marL="91440" marR="91440" marT="45720" marB="45720" anchor="ctr">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r"/>
                      <a:r>
                        <a:rPr sz="1275" b="1">
                          <a:solidFill>
                            <a:srgbClr val="0B786F"/>
                          </a:solidFill>
                          <a:latin typeface="Arial"/>
                          <a:ea typeface="Arial"/>
                          <a:cs typeface="Arial"/>
                        </a:rPr>
                        <a:t>109.000₫</a:t>
                      </a:r>
                    </a:p>
                  </a:txBody>
                  <a:tcPr marL="76200" marR="152400" marT="19050" marB="19050" anchor="ctr">
                    <a:lnR w="7620">
                      <a:solidFill>
                        <a:srgbClr val="CAD8D3"/>
                      </a:solidFill>
                      <a:prstDash val="solid"/>
                    </a:lnR>
                    <a:lnB w="7620">
                      <a:solidFill>
                        <a:srgbClr val="CAD8D3"/>
                      </a:solidFill>
                      <a:prstDash val="solid"/>
                    </a:lnB>
                    <a:solidFill>
                      <a:srgbClr val="FFFFFF"/>
                    </a:solidFill>
                  </a:tcPr>
                </a:tc>
              </a:tr>
              <a:tr h="476250">
                <a:tc>
                  <a:txBody>
                    <a:bodyPr lIns="76200" tIns="19050" rIns="104775" bIns="19050">
                      <a:normAutofit/>
                    </a:bodyPr>
                    <a:lstStyle/>
                    <a:p>
                      <a:pPr algn="ctr"/>
                      <a:r>
                        <a:rPr sz="1200" b="1">
                          <a:solidFill>
                            <a:srgbClr val="102B31"/>
                          </a:solidFill>
                          <a:latin typeface="Arial"/>
                          <a:ea typeface="Arial"/>
                          <a:cs typeface="Arial"/>
                        </a:rPr>
                        <a:t>1</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l"/>
                      <a:r>
                        <a:rPr sz="1200" b="0">
                          <a:solidFill>
                            <a:srgbClr val="102B31"/>
                          </a:solidFill>
                          <a:latin typeface="Arial"/>
                          <a:ea typeface="Arial"/>
                          <a:cs typeface="Arial"/>
                        </a:rPr>
                        <a:t>J2 · ESP32-S3 DevKitC-1</a:t>
                      </a:r>
                    </a:p>
                    <a:p>
                      <a:pPr algn="l"/>
                      <a:r>
                        <a:rPr sz="1200" b="0">
                          <a:solidFill>
                            <a:srgbClr val="102B31"/>
                          </a:solidFill>
                          <a:latin typeface="Arial"/>
                          <a:ea typeface="Arial"/>
                          <a:cs typeface="Arial"/>
                        </a:rPr>
                        <a:t>WROOM-1 N8R8</a:t>
                      </a:r>
                    </a:p>
                  </a:txBody>
                  <a:tcPr marL="91440" marR="91440" marT="45720" marB="45720" anchor="ctr">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r"/>
                      <a:r>
                        <a:rPr sz="1275" b="1">
                          <a:solidFill>
                            <a:srgbClr val="0B786F"/>
                          </a:solidFill>
                          <a:latin typeface="Arial"/>
                          <a:ea typeface="Arial"/>
                          <a:cs typeface="Arial"/>
                        </a:rPr>
                        <a:t>250.000₫</a:t>
                      </a:r>
                    </a:p>
                  </a:txBody>
                  <a:tcPr marL="76200" marR="152400" marT="19050" marB="19050" anchor="ctr">
                    <a:lnR w="7620">
                      <a:solidFill>
                        <a:srgbClr val="CAD8D3"/>
                      </a:solidFill>
                      <a:prstDash val="solid"/>
                    </a:lnR>
                    <a:lnB w="7620">
                      <a:solidFill>
                        <a:srgbClr val="CAD8D3"/>
                      </a:solidFill>
                      <a:prstDash val="solid"/>
                    </a:lnB>
                    <a:solidFill>
                      <a:srgbClr val="EFF5F2"/>
                    </a:solidFill>
                  </a:tcPr>
                </a:tc>
              </a:tr>
              <a:tr h="476250">
                <a:tc>
                  <a:txBody>
                    <a:bodyPr lIns="76200" tIns="19050" rIns="104775" bIns="19050">
                      <a:normAutofit/>
                    </a:bodyPr>
                    <a:lstStyle/>
                    <a:p>
                      <a:pPr algn="ctr"/>
                      <a:r>
                        <a:rPr sz="1200" b="1">
                          <a:solidFill>
                            <a:srgbClr val="102B31"/>
                          </a:solidFill>
                          <a:latin typeface="Arial"/>
                          <a:ea typeface="Arial"/>
                          <a:cs typeface="Arial"/>
                        </a:rPr>
                        <a:t>1</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l"/>
                      <a:r>
                        <a:rPr sz="1200" b="0">
                          <a:solidFill>
                            <a:srgbClr val="102B31"/>
                          </a:solidFill>
                          <a:latin typeface="Arial"/>
                          <a:ea typeface="Arial"/>
                          <a:cs typeface="Arial"/>
                        </a:rPr>
                        <a:t>J3 · OLED SSD1306 0,96 in</a:t>
                      </a:r>
                    </a:p>
                    <a:p>
                      <a:pPr algn="l"/>
                      <a:r>
                        <a:rPr sz="1200" b="0">
                          <a:solidFill>
                            <a:srgbClr val="102B31"/>
                          </a:solidFill>
                          <a:latin typeface="Arial"/>
                          <a:ea typeface="Arial"/>
                          <a:cs typeface="Arial"/>
                        </a:rPr>
                        <a:t>128×64 · I²C 4 chân</a:t>
                      </a:r>
                    </a:p>
                  </a:txBody>
                  <a:tcPr marL="91440" marR="91440" marT="45720" marB="45720" anchor="ctr">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r"/>
                      <a:r>
                        <a:rPr sz="1275" b="1">
                          <a:solidFill>
                            <a:srgbClr val="0B786F"/>
                          </a:solidFill>
                          <a:latin typeface="Arial"/>
                          <a:ea typeface="Arial"/>
                          <a:cs typeface="Arial"/>
                        </a:rPr>
                        <a:t>60.086₫</a:t>
                      </a:r>
                    </a:p>
                  </a:txBody>
                  <a:tcPr marL="76200" marR="152400" marT="19050" marB="19050" anchor="ctr">
                    <a:lnR w="7620">
                      <a:solidFill>
                        <a:srgbClr val="CAD8D3"/>
                      </a:solidFill>
                      <a:prstDash val="solid"/>
                    </a:lnR>
                    <a:lnB w="7620">
                      <a:solidFill>
                        <a:srgbClr val="CAD8D3"/>
                      </a:solidFill>
                      <a:prstDash val="solid"/>
                    </a:lnB>
                    <a:solidFill>
                      <a:srgbClr val="FFFFFF"/>
                    </a:solidFill>
                  </a:tcPr>
                </a:tc>
              </a:tr>
              <a:tr h="476250">
                <a:tc>
                  <a:txBody>
                    <a:bodyPr lIns="76200" tIns="19050" rIns="104775" bIns="19050">
                      <a:normAutofit/>
                    </a:bodyPr>
                    <a:lstStyle/>
                    <a:p>
                      <a:pPr algn="ctr"/>
                      <a:r>
                        <a:rPr sz="1200" b="1">
                          <a:solidFill>
                            <a:srgbClr val="102B31"/>
                          </a:solidFill>
                          <a:latin typeface="Arial"/>
                          <a:ea typeface="Arial"/>
                          <a:cs typeface="Arial"/>
                        </a:rPr>
                        <a:t>2 gói</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l"/>
                      <a:r>
                        <a:rPr sz="1200" b="0">
                          <a:solidFill>
                            <a:srgbClr val="102B31"/>
                          </a:solidFill>
                          <a:latin typeface="Arial"/>
                          <a:ea typeface="Arial"/>
                          <a:cs typeface="Arial"/>
                        </a:rPr>
                        <a:t>R1 10 kΩ + R2 56 kΩ</a:t>
                      </a:r>
                    </a:p>
                    <a:p>
                      <a:pPr algn="l"/>
                      <a:r>
                        <a:rPr sz="1200" b="0">
                          <a:solidFill>
                            <a:srgbClr val="102B31"/>
                          </a:solidFill>
                          <a:latin typeface="Arial"/>
                          <a:ea typeface="Arial"/>
                          <a:cs typeface="Arial"/>
                        </a:rPr>
                        <a:t>1/4 W, ±5% · 50 chiếc mỗi giá trị</a:t>
                      </a:r>
                    </a:p>
                  </a:txBody>
                  <a:tcPr marL="91440" marR="91440" marT="45720" marB="45720" anchor="ctr">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r"/>
                      <a:r>
                        <a:rPr sz="1275" b="1">
                          <a:solidFill>
                            <a:srgbClr val="0B786F"/>
                          </a:solidFill>
                          <a:latin typeface="Arial"/>
                          <a:ea typeface="Arial"/>
                          <a:cs typeface="Arial"/>
                        </a:rPr>
                        <a:t>≈5.500₫</a:t>
                      </a:r>
                    </a:p>
                  </a:txBody>
                  <a:tcPr marL="76200" marR="152400" marT="19050" marB="19050" anchor="ctr">
                    <a:lnR w="7620">
                      <a:solidFill>
                        <a:srgbClr val="CAD8D3"/>
                      </a:solidFill>
                      <a:prstDash val="solid"/>
                    </a:lnR>
                    <a:lnB w="7620">
                      <a:solidFill>
                        <a:srgbClr val="CAD8D3"/>
                      </a:solidFill>
                      <a:prstDash val="solid"/>
                    </a:lnB>
                    <a:solidFill>
                      <a:srgbClr val="EFF5F2"/>
                    </a:solidFill>
                  </a:tcPr>
                </a:tc>
              </a:tr>
              <a:tr h="476250">
                <a:tc>
                  <a:txBody>
                    <a:bodyPr lIns="76200" tIns="19050" rIns="104775" bIns="19050">
                      <a:normAutofit/>
                    </a:bodyPr>
                    <a:lstStyle/>
                    <a:p>
                      <a:pPr algn="ctr"/>
                      <a:r>
                        <a:rPr sz="1200" b="1">
                          <a:solidFill>
                            <a:srgbClr val="102B31"/>
                          </a:solidFill>
                          <a:latin typeface="Arial"/>
                          <a:ea typeface="Arial"/>
                          <a:cs typeface="Arial"/>
                        </a:rPr>
                        <a:t>3 món</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l"/>
                      <a:r>
                        <a:rPr sz="1200" b="0">
                          <a:solidFill>
                            <a:srgbClr val="102B31"/>
                          </a:solidFill>
                          <a:latin typeface="Arial"/>
                          <a:ea typeface="Arial"/>
                          <a:cs typeface="Arial"/>
                        </a:rPr>
                        <a:t>C1 100 nF/50 V + MB-102 830 lỗ</a:t>
                      </a:r>
                    </a:p>
                    <a:p>
                      <a:pPr algn="l"/>
                      <a:r>
                        <a:rPr sz="1200" b="0">
                          <a:solidFill>
                            <a:srgbClr val="102B31"/>
                          </a:solidFill>
                          <a:latin typeface="Arial"/>
                          <a:ea typeface="Arial"/>
                          <a:cs typeface="Arial"/>
                        </a:rPr>
                        <a:t>Dây Dupont 40P</a:t>
                      </a:r>
                    </a:p>
                  </a:txBody>
                  <a:tcPr marL="91440" marR="91440" marT="45720" marB="45720" anchor="ctr">
                    <a:lnR w="7620">
                      <a:solidFill>
                        <a:srgbClr val="CAD8D3"/>
                      </a:solidFill>
                      <a:prstDash val="solid"/>
                    </a:lnR>
                    <a:lnB w="7620">
                      <a:solidFill>
                        <a:srgbClr val="CAD8D3"/>
                      </a:solidFill>
                      <a:prstDash val="solid"/>
                    </a:lnB>
                    <a:solidFill>
                      <a:srgbClr val="FFFFFF"/>
                    </a:solidFill>
                  </a:tcPr>
                </a:tc>
                <a:tc>
                  <a:txBody>
                    <a:bodyPr lIns="76200" tIns="19050" rIns="104775" bIns="19050">
                      <a:normAutofit/>
                    </a:bodyPr>
                    <a:lstStyle/>
                    <a:p>
                      <a:pPr algn="r"/>
                      <a:r>
                        <a:rPr sz="1275" b="1">
                          <a:solidFill>
                            <a:srgbClr val="0B786F"/>
                          </a:solidFill>
                          <a:latin typeface="Arial"/>
                          <a:ea typeface="Arial"/>
                          <a:cs typeface="Arial"/>
                        </a:rPr>
                        <a:t>≈69.900₫</a:t>
                      </a:r>
                    </a:p>
                  </a:txBody>
                  <a:tcPr marL="76200" marR="152400" marT="19050" marB="19050" anchor="ctr">
                    <a:lnR w="7620">
                      <a:solidFill>
                        <a:srgbClr val="CAD8D3"/>
                      </a:solidFill>
                      <a:prstDash val="solid"/>
                    </a:lnR>
                    <a:lnB w="7620">
                      <a:solidFill>
                        <a:srgbClr val="CAD8D3"/>
                      </a:solidFill>
                      <a:prstDash val="solid"/>
                    </a:lnB>
                    <a:solidFill>
                      <a:srgbClr val="FFFFFF"/>
                    </a:solidFill>
                  </a:tcPr>
                </a:tc>
              </a:tr>
              <a:tr h="476250">
                <a:tc>
                  <a:txBody>
                    <a:bodyPr lIns="76200" tIns="19050" rIns="104775" bIns="19050">
                      <a:normAutofit/>
                    </a:bodyPr>
                    <a:lstStyle/>
                    <a:p>
                      <a:pPr algn="ctr"/>
                      <a:r>
                        <a:rPr sz="1200" b="1">
                          <a:solidFill>
                            <a:srgbClr val="102B31"/>
                          </a:solidFill>
                          <a:latin typeface="Arial"/>
                          <a:ea typeface="Arial"/>
                          <a:cs typeface="Arial"/>
                        </a:rPr>
                        <a:t>2</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l"/>
                      <a:r>
                        <a:rPr sz="1200" b="0">
                          <a:solidFill>
                            <a:srgbClr val="102B31"/>
                          </a:solidFill>
                          <a:latin typeface="Arial"/>
                          <a:ea typeface="Arial"/>
                          <a:cs typeface="Arial"/>
                        </a:rPr>
                        <a:t>Cáp dữ liệu Micro-USB và USB-A → USB-C</a:t>
                      </a:r>
                    </a:p>
                    <a:p>
                      <a:pPr algn="l"/>
                      <a:r>
                        <a:rPr sz="1200" b="0">
                          <a:solidFill>
                            <a:srgbClr val="102B31"/>
                          </a:solidFill>
                          <a:latin typeface="Arial"/>
                          <a:ea typeface="Arial"/>
                          <a:cs typeface="Arial"/>
                        </a:rPr>
                        <a:t>Mỗi loại 1 dây, dài 1 m</a:t>
                      </a:r>
                    </a:p>
                  </a:txBody>
                  <a:tcPr marL="91440" marR="91440" marT="45720" marB="45720" anchor="ctr">
                    <a:lnR w="7620">
                      <a:solidFill>
                        <a:srgbClr val="CAD8D3"/>
                      </a:solidFill>
                      <a:prstDash val="solid"/>
                    </a:lnR>
                    <a:lnB w="7620">
                      <a:solidFill>
                        <a:srgbClr val="CAD8D3"/>
                      </a:solidFill>
                      <a:prstDash val="solid"/>
                    </a:lnB>
                    <a:solidFill>
                      <a:srgbClr val="EFF5F2"/>
                    </a:solidFill>
                  </a:tcPr>
                </a:tc>
                <a:tc>
                  <a:txBody>
                    <a:bodyPr lIns="76200" tIns="19050" rIns="104775" bIns="19050">
                      <a:normAutofit/>
                    </a:bodyPr>
                    <a:lstStyle/>
                    <a:p>
                      <a:pPr algn="r"/>
                      <a:r>
                        <a:rPr sz="1275" b="1">
                          <a:solidFill>
                            <a:srgbClr val="0B786F"/>
                          </a:solidFill>
                          <a:latin typeface="Arial"/>
                          <a:ea typeface="Arial"/>
                          <a:cs typeface="Arial"/>
                        </a:rPr>
                        <a:t>≈127.300₫</a:t>
                      </a:r>
                    </a:p>
                  </a:txBody>
                  <a:tcPr marL="76200" marR="152400" marT="19050" marB="19050" anchor="ctr">
                    <a:lnR w="7620">
                      <a:solidFill>
                        <a:srgbClr val="CAD8D3"/>
                      </a:solidFill>
                      <a:prstDash val="solid"/>
                    </a:lnR>
                    <a:lnB w="7620">
                      <a:solidFill>
                        <a:srgbClr val="CAD8D3"/>
                      </a:solidFill>
                      <a:prstDash val="solid"/>
                    </a:lnB>
                    <a:solidFill>
                      <a:srgbClr val="EFF5F2"/>
                    </a:solidFill>
                  </a:tcPr>
                </a:tc>
              </a:tr>
            </a:tbl>
          </a:graphicData>
        </a:graphic>
      </p:graphicFrame>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048250"/>
            <a:ext cx="10868025" cy="1104900"/>
          </a:xfrm>
          <a:prstGeom xmlns:a="http://schemas.openxmlformats.org/drawingml/2006/main" prst="roundRect">
            <a:avLst>
              <a:gd name="adj" fmla="val 8527"/>
            </a:avLst>
          </a:prstGeom>
          <a:solidFill xmlns:a="http://schemas.openxmlformats.org/drawingml/2006/main">
            <a:srgbClr val="E7F2ED"/>
          </a:solidFill>
          <a:ln xmlns:a="http://schemas.openxmlformats.org/drawingml/2006/main" w="0">
            <a:noFill/>
            <a:prstDash val="solid"/>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838200" y="5191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B786F"/>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1050" b="1">
                <a:solidFill>
                  <a:srgbClr val="0B786F"/>
                </a:solidFill>
                <a:latin typeface="Arial"/>
                <a:ea typeface="Arial"/>
                <a:cs typeface="Arial"/>
              </a:defRPr>
            </a:pPr>
            <a:r>
              <a:rPr sz="1050" b="1">
                <a:solidFill>
                  <a:srgbClr val="0B786F"/>
                </a:solidFill>
                <a:latin typeface="Arial"/>
                <a:ea typeface="Arial"/>
                <a:cs typeface="Arial"/>
              </a:rPr>
              <a:t>KẾT QUẢ MÔ PHỎNG · MẠCH RC</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838200" y="5524500"/>
            <a:ext cx="1028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B31"/>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275" b="0">
                <a:solidFill>
                  <a:srgbClr val="102B31"/>
                </a:solidFill>
                <a:latin typeface="Arial"/>
                <a:ea typeface="Arial"/>
                <a:cs typeface="Arial"/>
              </a:defRPr>
            </a:pPr>
            <a:r>
              <a:rPr sz="1275" b="0">
                <a:solidFill>
                  <a:srgbClr val="102B31"/>
                </a:solidFill>
                <a:latin typeface="Arial"/>
                <a:ea typeface="Arial"/>
                <a:cs typeface="Arial"/>
              </a:rPr>
              <a:t>Đỉnh ADC mô phỏng ≤2,84 V với R ±5%. Khi thử trên bo, cần hiệu chuẩn ADC, đồng bộ mẫu và xác nhận gate.</a:t>
            </a:r>
          </a:p>
        </p:txBody>
      </p:sp>
      <p:sp>
        <p:nvSpPr>
          <p:cNvPr id="10" name="slide-2-page">
            <a:extLst xmlns:a="http://schemas.openxmlformats.org/drawingml/2006/main">
              <a:ext uri="{FF2B5EF4-FFF2-40B4-BE49-F238E27FC236}">
                <a16:creationId xmlns:a16="http://schemas.microsoft.com/office/drawing/2014/main" id="{C321FC48-1809-4398-9DA6-B1A332B07819}"/>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B786F"/>
                </a:solidFill>
                <a:latin typeface="Arial"/>
                <a:ea typeface="Arial"/>
                <a:cs typeface="Arial"/>
              </a:defRPr>
            </a:defPPr>
            <a:lvl1pPr algn="r">
              <a:defRPr sz="900" b="1">
                <a:solidFill>
                  <a:srgbClr val="0B786F"/>
                </a:solidFill>
                <a:latin typeface="Arial"/>
                <a:ea typeface="Arial"/>
                <a:cs typeface="Arial"/>
              </a:defRPr>
            </a:lvl1pPr>
            <a:lvl2pPr algn="r">
              <a:defRPr sz="900" b="1">
                <a:solidFill>
                  <a:srgbClr val="0B786F"/>
                </a:solidFill>
                <a:latin typeface="Arial"/>
                <a:ea typeface="Arial"/>
                <a:cs typeface="Arial"/>
              </a:defRPr>
            </a:lvl2pPr>
            <a:lvl3pPr algn="r">
              <a:defRPr sz="900" b="1">
                <a:solidFill>
                  <a:srgbClr val="0B786F"/>
                </a:solidFill>
                <a:latin typeface="Arial"/>
                <a:ea typeface="Arial"/>
                <a:cs typeface="Arial"/>
              </a:defRPr>
            </a:lvl3pPr>
            <a:lvl4pPr algn="r">
              <a:defRPr sz="900" b="1">
                <a:solidFill>
                  <a:srgbClr val="0B786F"/>
                </a:solidFill>
                <a:latin typeface="Arial"/>
                <a:ea typeface="Arial"/>
                <a:cs typeface="Arial"/>
              </a:defRPr>
            </a:lvl4pPr>
            <a:lvl5pPr algn="r">
              <a:defRPr sz="900" b="1">
                <a:solidFill>
                  <a:srgbClr val="0B786F"/>
                </a:solidFill>
                <a:latin typeface="Arial"/>
                <a:ea typeface="Arial"/>
                <a:cs typeface="Arial"/>
              </a:defRPr>
            </a:lvl5pPr>
            <a:lvl6pPr algn="r">
              <a:defRPr sz="900" b="1">
                <a:solidFill>
                  <a:srgbClr val="0B786F"/>
                </a:solidFill>
                <a:latin typeface="Arial"/>
                <a:ea typeface="Arial"/>
                <a:cs typeface="Arial"/>
              </a:defRPr>
            </a:lvl6pPr>
            <a:lvl7pPr algn="r">
              <a:defRPr sz="900" b="1">
                <a:solidFill>
                  <a:srgbClr val="0B786F"/>
                </a:solidFill>
                <a:latin typeface="Arial"/>
                <a:ea typeface="Arial"/>
                <a:cs typeface="Arial"/>
              </a:defRPr>
            </a:lvl7pPr>
            <a:lvl8pPr algn="r">
              <a:defRPr sz="900" b="1">
                <a:solidFill>
                  <a:srgbClr val="0B786F"/>
                </a:solidFill>
                <a:latin typeface="Arial"/>
                <a:ea typeface="Arial"/>
                <a:cs typeface="Arial"/>
              </a:defRPr>
            </a:lvl8pPr>
            <a:lvl9pPr algn="r">
              <a:defRPr sz="900" b="1">
                <a:solidFill>
                  <a:srgbClr val="0B786F"/>
                </a:solidFill>
                <a:latin typeface="Arial"/>
                <a:ea typeface="Arial"/>
                <a:cs typeface="Arial"/>
              </a:defRPr>
            </a:lvl9pPr>
          </a:lstStyle>
          <a:p xmlns:a="http://schemas.openxmlformats.org/drawingml/2006/main">
            <a:pPr algn="r">
              <a:defRPr sz="900" b="1">
                <a:solidFill>
                  <a:srgbClr val="0B786F"/>
                </a:solidFill>
                <a:latin typeface="Arial"/>
                <a:ea typeface="Arial"/>
                <a:cs typeface="Arial"/>
              </a:defRPr>
            </a:pPr>
            <a:r>
              <a:rPr sz="900" b="1">
                <a:solidFill>
                  <a:srgbClr val="0B786F"/>
                </a:solidFill>
                <a:latin typeface="Arial"/>
                <a:ea typeface="Arial"/>
                <a:cs typeface="Arial"/>
              </a:rPr>
              <a:t>02 / 03</a:t>
            </a:r>
          </a:p>
        </p:txBody>
      </p:sp>
      <p:sp>
        <p:nvSpPr>
          <p:cNvPr id="11" name="total-label">
            <a:extLst xmlns:a="http://schemas.openxmlformats.org/drawingml/2006/main">
              <a:ext uri="{FF2B5EF4-FFF2-40B4-BE49-F238E27FC236}">
                <a16:creationId xmlns:a16="http://schemas.microsoft.com/office/drawing/2014/main" id="{C4475485-D5E6-4D54-A0DA-4F662DBAB1C4}"/>
              </a:ext>
            </a:extLst>
          </p:cNvPr>
          <p:cNvSpPr>
            <a:spLocks xmlns:a="http://schemas.openxmlformats.org/drawingml/2006/main" noGrp="1"/>
          </p:cNvSpPr>
          <p:nvPr/>
        </p:nvSpPr>
        <p:spPr>
          <a:xfrm xmlns:a="http://schemas.openxmlformats.org/drawingml/2006/main">
            <a:off x="9001125" y="3714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1">
                <a:solidFill>
                  <a:srgbClr val="526B70"/>
                </a:solidFill>
                <a:latin typeface="Arial"/>
                <a:ea typeface="Arial"/>
                <a:cs typeface="Arial"/>
              </a:defRPr>
            </a:defPPr>
            <a:lvl1pPr algn="r">
              <a:defRPr sz="825" b="1">
                <a:solidFill>
                  <a:srgbClr val="526B70"/>
                </a:solidFill>
                <a:latin typeface="Arial"/>
                <a:ea typeface="Arial"/>
                <a:cs typeface="Arial"/>
              </a:defRPr>
            </a:lvl1pPr>
            <a:lvl2pPr algn="r">
              <a:defRPr sz="825" b="1">
                <a:solidFill>
                  <a:srgbClr val="526B70"/>
                </a:solidFill>
                <a:latin typeface="Arial"/>
                <a:ea typeface="Arial"/>
                <a:cs typeface="Arial"/>
              </a:defRPr>
            </a:lvl2pPr>
            <a:lvl3pPr algn="r">
              <a:defRPr sz="825" b="1">
                <a:solidFill>
                  <a:srgbClr val="526B70"/>
                </a:solidFill>
                <a:latin typeface="Arial"/>
                <a:ea typeface="Arial"/>
                <a:cs typeface="Arial"/>
              </a:defRPr>
            </a:lvl3pPr>
            <a:lvl4pPr algn="r">
              <a:defRPr sz="825" b="1">
                <a:solidFill>
                  <a:srgbClr val="526B70"/>
                </a:solidFill>
                <a:latin typeface="Arial"/>
                <a:ea typeface="Arial"/>
                <a:cs typeface="Arial"/>
              </a:defRPr>
            </a:lvl4pPr>
            <a:lvl5pPr algn="r">
              <a:defRPr sz="825" b="1">
                <a:solidFill>
                  <a:srgbClr val="526B70"/>
                </a:solidFill>
                <a:latin typeface="Arial"/>
                <a:ea typeface="Arial"/>
                <a:cs typeface="Arial"/>
              </a:defRPr>
            </a:lvl5pPr>
            <a:lvl6pPr algn="r">
              <a:defRPr sz="825" b="1">
                <a:solidFill>
                  <a:srgbClr val="526B70"/>
                </a:solidFill>
                <a:latin typeface="Arial"/>
                <a:ea typeface="Arial"/>
                <a:cs typeface="Arial"/>
              </a:defRPr>
            </a:lvl6pPr>
            <a:lvl7pPr algn="r">
              <a:defRPr sz="825" b="1">
                <a:solidFill>
                  <a:srgbClr val="526B70"/>
                </a:solidFill>
                <a:latin typeface="Arial"/>
                <a:ea typeface="Arial"/>
                <a:cs typeface="Arial"/>
              </a:defRPr>
            </a:lvl7pPr>
            <a:lvl8pPr algn="r">
              <a:defRPr sz="825" b="1">
                <a:solidFill>
                  <a:srgbClr val="526B70"/>
                </a:solidFill>
                <a:latin typeface="Arial"/>
                <a:ea typeface="Arial"/>
                <a:cs typeface="Arial"/>
              </a:defRPr>
            </a:lvl8pPr>
            <a:lvl9pPr algn="r">
              <a:defRPr sz="825" b="1">
                <a:solidFill>
                  <a:srgbClr val="526B70"/>
                </a:solidFill>
                <a:latin typeface="Arial"/>
                <a:ea typeface="Arial"/>
                <a:cs typeface="Arial"/>
              </a:defRPr>
            </a:lvl9pPr>
          </a:lstStyle>
          <a:p xmlns:a="http://schemas.openxmlformats.org/drawingml/2006/main">
            <a:pPr algn="r">
              <a:defRPr sz="825" b="1">
                <a:solidFill>
                  <a:srgbClr val="526B70"/>
                </a:solidFill>
                <a:latin typeface="Arial"/>
                <a:ea typeface="Arial"/>
                <a:cs typeface="Arial"/>
              </a:defRPr>
            </a:pPr>
            <a:r>
              <a:rPr sz="825" b="1">
                <a:solidFill>
                  <a:srgbClr val="526B70"/>
                </a:solidFill>
                <a:latin typeface="Arial"/>
                <a:ea typeface="Arial"/>
                <a:cs typeface="Arial"/>
              </a:rPr>
              <a:t>TỔNG THAM KHẢO</a:t>
            </a:r>
          </a:p>
        </p:txBody>
      </p:sp>
      <p:sp>
        <p:nvSpPr>
          <p:cNvPr id="12" name="total-value">
            <a:extLst xmlns:a="http://schemas.openxmlformats.org/drawingml/2006/main">
              <a:ext uri="{FF2B5EF4-FFF2-40B4-BE49-F238E27FC236}">
                <a16:creationId xmlns:a16="http://schemas.microsoft.com/office/drawing/2014/main" id="{D6DB0750-431A-4A0E-882A-224022950787}"/>
              </a:ext>
            </a:extLst>
          </p:cNvPr>
          <p:cNvSpPr>
            <a:spLocks xmlns:a="http://schemas.openxmlformats.org/drawingml/2006/main" noGrp="1"/>
          </p:cNvSpPr>
          <p:nvPr/>
        </p:nvSpPr>
        <p:spPr>
          <a:xfrm xmlns:a="http://schemas.openxmlformats.org/drawingml/2006/main">
            <a:off x="8524875" y="542925"/>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2250" b="1">
                <a:solidFill>
                  <a:srgbClr val="0B786F"/>
                </a:solidFill>
                <a:latin typeface="Avenir Next"/>
                <a:ea typeface="Avenir Next"/>
                <a:cs typeface="Avenir Next"/>
              </a:defRPr>
            </a:defPPr>
            <a:lvl1pPr algn="r">
              <a:defRPr sz="2250" b="1">
                <a:solidFill>
                  <a:srgbClr val="0B786F"/>
                </a:solidFill>
                <a:latin typeface="Avenir Next"/>
                <a:ea typeface="Avenir Next"/>
                <a:cs typeface="Avenir Next"/>
              </a:defRPr>
            </a:lvl1pPr>
            <a:lvl2pPr algn="r">
              <a:defRPr sz="2250" b="1">
                <a:solidFill>
                  <a:srgbClr val="0B786F"/>
                </a:solidFill>
                <a:latin typeface="Avenir Next"/>
                <a:ea typeface="Avenir Next"/>
                <a:cs typeface="Avenir Next"/>
              </a:defRPr>
            </a:lvl2pPr>
            <a:lvl3pPr algn="r">
              <a:defRPr sz="2250" b="1">
                <a:solidFill>
                  <a:srgbClr val="0B786F"/>
                </a:solidFill>
                <a:latin typeface="Avenir Next"/>
                <a:ea typeface="Avenir Next"/>
                <a:cs typeface="Avenir Next"/>
              </a:defRPr>
            </a:lvl3pPr>
            <a:lvl4pPr algn="r">
              <a:defRPr sz="2250" b="1">
                <a:solidFill>
                  <a:srgbClr val="0B786F"/>
                </a:solidFill>
                <a:latin typeface="Avenir Next"/>
                <a:ea typeface="Avenir Next"/>
                <a:cs typeface="Avenir Next"/>
              </a:defRPr>
            </a:lvl4pPr>
            <a:lvl5pPr algn="r">
              <a:defRPr sz="2250" b="1">
                <a:solidFill>
                  <a:srgbClr val="0B786F"/>
                </a:solidFill>
                <a:latin typeface="Avenir Next"/>
                <a:ea typeface="Avenir Next"/>
                <a:cs typeface="Avenir Next"/>
              </a:defRPr>
            </a:lvl5pPr>
            <a:lvl6pPr algn="r">
              <a:defRPr sz="2250" b="1">
                <a:solidFill>
                  <a:srgbClr val="0B786F"/>
                </a:solidFill>
                <a:latin typeface="Avenir Next"/>
                <a:ea typeface="Avenir Next"/>
                <a:cs typeface="Avenir Next"/>
              </a:defRPr>
            </a:lvl6pPr>
            <a:lvl7pPr algn="r">
              <a:defRPr sz="2250" b="1">
                <a:solidFill>
                  <a:srgbClr val="0B786F"/>
                </a:solidFill>
                <a:latin typeface="Avenir Next"/>
                <a:ea typeface="Avenir Next"/>
                <a:cs typeface="Avenir Next"/>
              </a:defRPr>
            </a:lvl7pPr>
            <a:lvl8pPr algn="r">
              <a:defRPr sz="2250" b="1">
                <a:solidFill>
                  <a:srgbClr val="0B786F"/>
                </a:solidFill>
                <a:latin typeface="Avenir Next"/>
                <a:ea typeface="Avenir Next"/>
                <a:cs typeface="Avenir Next"/>
              </a:defRPr>
            </a:lvl8pPr>
            <a:lvl9pPr algn="r">
              <a:defRPr sz="2250" b="1">
                <a:solidFill>
                  <a:srgbClr val="0B786F"/>
                </a:solidFill>
                <a:latin typeface="Avenir Next"/>
                <a:ea typeface="Avenir Next"/>
                <a:cs typeface="Avenir Next"/>
              </a:defRPr>
            </a:lvl9pPr>
          </a:lstStyle>
          <a:p xmlns:a="http://schemas.openxmlformats.org/drawingml/2006/main">
            <a:pPr algn="r">
              <a:defRPr sz="2250" b="1">
                <a:solidFill>
                  <a:srgbClr val="0B786F"/>
                </a:solidFill>
                <a:latin typeface="Avenir Next"/>
                <a:ea typeface="Avenir Next"/>
                <a:cs typeface="Avenir Next"/>
              </a:defRPr>
            </a:pPr>
            <a:r>
              <a:rPr sz="2250" b="1">
                <a:solidFill>
                  <a:srgbClr val="0B786F"/>
                </a:solidFill>
                <a:latin typeface="Avenir Next"/>
                <a:ea typeface="Avenir Next"/>
                <a:cs typeface="Avenir Next"/>
              </a:rPr>
              <a:t>≈622.000₫</a:t>
            </a:r>
          </a:p>
        </p:txBody>
      </p:sp>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000" b="1">
                <a:solidFill>
                  <a:srgbClr val="102B31"/>
                </a:solidFill>
                <a:latin typeface="Avenir Next"/>
                <a:ea typeface="Avenir Next"/>
                <a:cs typeface="Avenir Next"/>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000" b="1">
                <a:solidFill>
                  <a:srgbClr val="102B31"/>
                </a:solidFill>
                <a:latin typeface="Avenir Next"/>
                <a:ea typeface="Avenir Next"/>
                <a:cs typeface="Avenir Next"/>
              </a:defRPr>
            </a:pPr>
            <a:r>
              <a:rPr sz="3000" b="1">
                <a:solidFill>
                  <a:srgbClr val="102B31"/>
                </a:solidFill>
                <a:latin typeface="Avenir Next"/>
                <a:ea typeface="Avenir Next"/>
                <a:cs typeface="Avenir Next"/>
              </a:rPr>
              <a:t>Kiểm thử HIL trên phần cứng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14288">
            <a:solidFill>
              <a:srgbClr val="C7D8D2"/>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A8585"/>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A8585"/>
                </a:solidFill>
                <a:latin typeface="Arial"/>
                <a:ea typeface="Arial"/>
                <a:cs typeface="Arial"/>
              </a:rPr>
              <a:t>RELYFETAL  /  HIL</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28575">
            <a:solidFill>
              <a:srgbClr val="D7DDD9"/>
            </a:solidFill>
            <a:prstDash val="solid"/>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B31"/>
                </a:solidFill>
                <a:latin typeface="Avenir Next"/>
                <a:ea typeface="Avenir Next"/>
                <a:cs typeface="Avenir Next"/>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venir Next"/>
                <a:ea typeface="Avenir Next"/>
                <a:cs typeface="Avenir Next"/>
              </a:defRPr>
            </a:pPr>
            <a:r>
              <a:rPr sz="1575" b="1">
                <a:solidFill>
                  <a:srgbClr val="102B31"/>
                </a:solidFill>
                <a:latin typeface="Avenir Next"/>
                <a:ea typeface="Avenir Next"/>
                <a:cs typeface="Avenir Next"/>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200" b="0">
                <a:solidFill>
                  <a:srgbClr val="526B70"/>
                </a:solidFill>
                <a:latin typeface="Arial"/>
                <a:ea typeface="Arial"/>
                <a:cs typeface="Arial"/>
              </a:rPr>
              <a:t>Tạo lại r01/a02 ở 1 kHz; phát bằng timer/DMA để giảm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B31"/>
                </a:solidFill>
                <a:latin typeface="Avenir Next"/>
                <a:ea typeface="Avenir Next"/>
                <a:cs typeface="Avenir Next"/>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venir Next"/>
                <a:ea typeface="Avenir Next"/>
                <a:cs typeface="Avenir Next"/>
              </a:defRPr>
            </a:pPr>
            <a:r>
              <a:rPr sz="1575" b="1">
                <a:solidFill>
                  <a:srgbClr val="102B31"/>
                </a:solidFill>
                <a:latin typeface="Avenir Next"/>
                <a:ea typeface="Avenir Next"/>
                <a:cs typeface="Avenir Next"/>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200" b="0">
                <a:solidFill>
                  <a:srgbClr val="526B70"/>
                </a:solidFill>
                <a:latin typeface="Arial"/>
                <a:ea typeface="Arial"/>
                <a:cs typeface="Arial"/>
              </a:rPr>
              <a:t>GPIO25 → R1 → ADC GPIO1; R2 // C1 xuống GND. Đo đỉnh ADC trước khi chạy pipeline.</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B31"/>
                </a:solidFill>
                <a:latin typeface="Avenir Next"/>
                <a:ea typeface="Avenir Next"/>
                <a:cs typeface="Avenir Next"/>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venir Next"/>
                <a:ea typeface="Avenir Next"/>
                <a:cs typeface="Avenir Next"/>
              </a:defRPr>
            </a:pPr>
            <a:r>
              <a:rPr sz="1575" b="1">
                <a:solidFill>
                  <a:srgbClr val="102B31"/>
                </a:solidFill>
                <a:latin typeface="Avenir Next"/>
                <a:ea typeface="Avenir Next"/>
                <a:cs typeface="Avenir Next"/>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200" b="0">
                <a:solidFill>
                  <a:srgbClr val="526B70"/>
                </a:solidFill>
                <a:latin typeface="Arial"/>
                <a:ea typeface="Arial"/>
                <a:cs typeface="Arial"/>
              </a:rPr>
              <a:t>Thu 1 kS/s trong cửa sổ 4 s; chạy tiền xử lý và TCN INT8 trên bo.</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B31"/>
                </a:solidFill>
                <a:latin typeface="Avenir Next"/>
                <a:ea typeface="Avenir Next"/>
                <a:cs typeface="Avenir Next"/>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venir Next"/>
                <a:ea typeface="Avenir Next"/>
                <a:cs typeface="Avenir Next"/>
              </a:defRPr>
            </a:pPr>
            <a:r>
              <a:rPr sz="1575" b="1">
                <a:solidFill>
                  <a:srgbClr val="102B31"/>
                </a:solidFill>
                <a:latin typeface="Avenir Next"/>
                <a:ea typeface="Avenir Next"/>
                <a:cs typeface="Avenir Next"/>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200" b="0">
                <a:solidFill>
                  <a:srgbClr val="526B70"/>
                </a:solidFill>
                <a:latin typeface="Arial"/>
                <a:ea typeface="Arial"/>
                <a:cs typeface="Arial"/>
              </a:rPr>
              <a:t>r01: đối chiếu F1 và jitter. a02: kiểm tra gate từ chối, ẩn fHR. Lưu raw ADC và log.</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solidFill xmlns:a="http://schemas.openxmlformats.org/drawingml/2006/main">
            <a:srgbClr val="12343A"/>
          </a:solidFill>
          <a:ln xmlns:a="http://schemas.openxmlformats.org/drawingml/2006/main" w="0">
            <a:noFill/>
            <a:prstDash val="solid"/>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639175" y="1895475"/>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7ED7B"/>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050" b="1">
                <a:solidFill>
                  <a:srgbClr val="D7ED7B"/>
                </a:solidFill>
                <a:latin typeface="Arial"/>
                <a:ea typeface="Arial"/>
                <a:cs typeface="Arial"/>
              </a:defRPr>
            </a:pPr>
            <a:r>
              <a:rPr sz="1050" b="1">
                <a:solidFill>
                  <a:srgbClr val="D7ED7B"/>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639175" y="2333625"/>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FFFFF"/>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01 / Lấy mẫu 1 kHz</a:t>
            </a:r>
          </a:p>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Không mất mẫu; ghi jitter.</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639175" y="305752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639175" y="32194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FFFFFF"/>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02 / ADC không clipping</a:t>
            </a:r>
          </a:p>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Tín hiệu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639175" y="402907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639175" y="4191000"/>
            <a:ext cx="2571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FFFFFF"/>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03 / TCN chạy trên bo</a:t>
            </a:r>
          </a:p>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Kết quả khớp offline trong dung sai định trước.</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20000"/>
            </a:avLst>
          </a:prstGeom>
          <a:solidFill xmlns:a="http://schemas.openxmlformats.org/drawingml/2006/main">
            <a:srgbClr val="E7F2ED"/>
          </a:solidFill>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800100" y="56959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02B31"/>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125" b="1">
                <a:solidFill>
                  <a:srgbClr val="102B31"/>
                </a:solidFill>
                <a:latin typeface="Arial"/>
                <a:ea typeface="Arial"/>
                <a:cs typeface="Arial"/>
              </a:defRPr>
            </a:pPr>
            <a:r>
              <a:rPr sz="1125" b="1">
                <a:solidFill>
                  <a:srgbClr val="102B31"/>
                </a:solidFill>
                <a:latin typeface="Arial"/>
                <a:ea typeface="Arial"/>
                <a:cs typeface="Arial"/>
              </a:rPr>
              <a:t>Hiện tại: playback 250 Hz + firmware thu demo; chưa kiểm chứng TCN trên bo.</a:t>
            </a:r>
          </a:p>
        </p:txBody>
      </p:sp>
      <p:sp>
        <p:nvSpPr>
          <p:cNvPr id="35" name="slide-3-page">
            <a:extLst xmlns:a="http://schemas.openxmlformats.org/drawingml/2006/main">
              <a:ext uri="{FF2B5EF4-FFF2-40B4-BE49-F238E27FC236}">
                <a16:creationId xmlns:a16="http://schemas.microsoft.com/office/drawing/2014/main" id="{B7463F4A-E75F-48AB-8734-3B057240E9FE}"/>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B786F"/>
                </a:solidFill>
                <a:latin typeface="Arial"/>
                <a:ea typeface="Arial"/>
                <a:cs typeface="Arial"/>
              </a:defRPr>
            </a:defPPr>
            <a:lvl1pPr algn="r">
              <a:defRPr sz="900" b="1">
                <a:solidFill>
                  <a:srgbClr val="0B786F"/>
                </a:solidFill>
                <a:latin typeface="Arial"/>
                <a:ea typeface="Arial"/>
                <a:cs typeface="Arial"/>
              </a:defRPr>
            </a:lvl1pPr>
            <a:lvl2pPr algn="r">
              <a:defRPr sz="900" b="1">
                <a:solidFill>
                  <a:srgbClr val="0B786F"/>
                </a:solidFill>
                <a:latin typeface="Arial"/>
                <a:ea typeface="Arial"/>
                <a:cs typeface="Arial"/>
              </a:defRPr>
            </a:lvl2pPr>
            <a:lvl3pPr algn="r">
              <a:defRPr sz="900" b="1">
                <a:solidFill>
                  <a:srgbClr val="0B786F"/>
                </a:solidFill>
                <a:latin typeface="Arial"/>
                <a:ea typeface="Arial"/>
                <a:cs typeface="Arial"/>
              </a:defRPr>
            </a:lvl3pPr>
            <a:lvl4pPr algn="r">
              <a:defRPr sz="900" b="1">
                <a:solidFill>
                  <a:srgbClr val="0B786F"/>
                </a:solidFill>
                <a:latin typeface="Arial"/>
                <a:ea typeface="Arial"/>
                <a:cs typeface="Arial"/>
              </a:defRPr>
            </a:lvl4pPr>
            <a:lvl5pPr algn="r">
              <a:defRPr sz="900" b="1">
                <a:solidFill>
                  <a:srgbClr val="0B786F"/>
                </a:solidFill>
                <a:latin typeface="Arial"/>
                <a:ea typeface="Arial"/>
                <a:cs typeface="Arial"/>
              </a:defRPr>
            </a:lvl5pPr>
            <a:lvl6pPr algn="r">
              <a:defRPr sz="900" b="1">
                <a:solidFill>
                  <a:srgbClr val="0B786F"/>
                </a:solidFill>
                <a:latin typeface="Arial"/>
                <a:ea typeface="Arial"/>
                <a:cs typeface="Arial"/>
              </a:defRPr>
            </a:lvl6pPr>
            <a:lvl7pPr algn="r">
              <a:defRPr sz="900" b="1">
                <a:solidFill>
                  <a:srgbClr val="0B786F"/>
                </a:solidFill>
                <a:latin typeface="Arial"/>
                <a:ea typeface="Arial"/>
                <a:cs typeface="Arial"/>
              </a:defRPr>
            </a:lvl7pPr>
            <a:lvl8pPr algn="r">
              <a:defRPr sz="900" b="1">
                <a:solidFill>
                  <a:srgbClr val="0B786F"/>
                </a:solidFill>
                <a:latin typeface="Arial"/>
                <a:ea typeface="Arial"/>
                <a:cs typeface="Arial"/>
              </a:defRPr>
            </a:lvl8pPr>
            <a:lvl9pPr algn="r">
              <a:defRPr sz="900" b="1">
                <a:solidFill>
                  <a:srgbClr val="0B786F"/>
                </a:solidFill>
                <a:latin typeface="Arial"/>
                <a:ea typeface="Arial"/>
                <a:cs typeface="Arial"/>
              </a:defRPr>
            </a:lvl9pPr>
          </a:lstStyle>
          <a:p xmlns:a="http://schemas.openxmlformats.org/drawingml/2006/main">
            <a:pPr algn="r">
              <a:defRPr sz="900" b="1">
                <a:solidFill>
                  <a:srgbClr val="0B786F"/>
                </a:solidFill>
                <a:latin typeface="Arial"/>
                <a:ea typeface="Arial"/>
                <a:cs typeface="Arial"/>
              </a:defRPr>
            </a:pPr>
            <a:r>
              <a:rPr sz="900" b="1">
                <a:solidFill>
                  <a:srgbClr val="0B786F"/>
                </a:solidFill>
                <a:latin typeface="Arial"/>
                <a:ea typeface="Arial"/>
                <a:cs typeface="Arial"/>
              </a:rPr>
              <a:t>03 / 03</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2026-10-18T03:42:13.9150000Z</dcterms:created>
  <dcterms:modified xsi:type="dcterms:W3CDTF">2026-10-18T03:42:13.9150000Z</dcterms:modified>
</coreProperties>
</file>