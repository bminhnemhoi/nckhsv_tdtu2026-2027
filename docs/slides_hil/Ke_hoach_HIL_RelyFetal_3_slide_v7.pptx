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f73384c0044b88" /><Relationship Type="http://schemas.openxmlformats.org/officeDocument/2006/relationships/extended-properties" Target="/docProps/app.xml" Id="R4a13ec44c28246ed" /><Relationship Type="http://schemas.openxmlformats.org/officeDocument/2006/relationships/officeDocument" Target="/ppt/presentation.xml" Id="Raf1d5e7323c1409d" /></Relationships>
</file>

<file path=ppt/presentation.xml><?xml version="1.0" encoding="utf-8"?>
<p:presentation xmlns:p="http://schemas.openxmlformats.org/presentationml/2006/main">
  <p:sldMasterIdLst>
    <p:sldMasterId xmlns:r="http://schemas.openxmlformats.org/officeDocument/2006/relationships" id="2147483648" r:id="R7eb4886f20a04b37"/>
  </p:sldMasterIdLst>
  <p:notesMasterIdLst>
    <p:notesMasterId xmlns:r="http://schemas.openxmlformats.org/officeDocument/2006/relationships" r:id="R6cce48d624cc4c50"/>
  </p:notesMasterIdLst>
  <p:sldIdLst>
    <p:sldId xmlns:r="http://schemas.openxmlformats.org/officeDocument/2006/relationships" id="256" r:id="R7bf03fd2ec174791"/>
    <p:sldId xmlns:r="http://schemas.openxmlformats.org/officeDocument/2006/relationships" id="257" r:id="R069ce559ef7c43f1"/>
    <p:sldId xmlns:r="http://schemas.openxmlformats.org/officeDocument/2006/relationships" id="258" r:id="R6132b26e8db64d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8dfd70e9d94607" /><Relationship Type="http://schemas.openxmlformats.org/officeDocument/2006/relationships/slideMaster" Target="/ppt/slideMasters/slideMaster1.xml" Id="R7eb4886f20a04b37" /><Relationship Type="http://schemas.openxmlformats.org/officeDocument/2006/relationships/notesMaster" Target="/ppt/notesMasters/notesMaster1.xml" Id="R6cce48d624cc4c50" /><Relationship Type="http://schemas.openxmlformats.org/officeDocument/2006/relationships/presProps" Target="/ppt/presProps.xml" Id="R3d1c3ba5bc3045ae" /><Relationship Type="http://schemas.openxmlformats.org/officeDocument/2006/relationships/tableStyles" Target="/ppt/tableStyles.xml" Id="R5cff7051ff3d49e0" /><Relationship Type="http://schemas.openxmlformats.org/officeDocument/2006/relationships/slide" Target="/ppt/slides/slide1.xml" Id="R7bf03fd2ec174791" /><Relationship Type="http://schemas.openxmlformats.org/officeDocument/2006/relationships/slide" Target="/ppt/slides/slide2.xml" Id="R069ce559ef7c43f1" /><Relationship Type="http://schemas.openxmlformats.org/officeDocument/2006/relationships/slide" Target="/ppt/slides/slide3.xml" Id="R6132b26e8db64d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0ac22b7ce844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0d66f613f74c2f" /><Relationship Type="http://schemas.openxmlformats.org/officeDocument/2006/relationships/notesMaster" Target="/ppt/notesMasters/notesMaster1.xml" Id="R992e60c3e3fc4b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175b10565b425b" /><Relationship Type="http://schemas.openxmlformats.org/officeDocument/2006/relationships/notesMaster" Target="/ppt/notesMasters/notesMaster1.xml" Id="Redbef9eb6e9945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1b8c47de114605" /><Relationship Type="http://schemas.openxmlformats.org/officeDocument/2006/relationships/notesMaster" Target="/ppt/notesMasters/notesMaster1.xml" Id="Re214f91d58564f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br/>
            <a:br/>
            <a:r>
              <a:t>KIỂM THỬ MÔ PHỎNG (18/10/2026)</a:t>
            </a:r>
            <a:br/>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br/>
            <a:br/>
            <a:r>
              <a:t>GIÁ TRA CỨU (VNĐ, chưa gồm vận chuyển; giá/biến thể có thể đổi)</a:t>
            </a:r>
            <a:br/>
            <a:r>
              <a:t>J1 Shopee, ESP32 DevKit V1 ESP-WROOM-32, 109.000: https://shopee.vn/ESP32-DevKit-V1-ESP32-WROOM-32-WiFi-Bluetooth-Development-Board-%E2%80%93-Kit-Ph%C3%A1t-Tri%E1%BB%83n-IoT-Ch%C3%ADnh-H%C3%A3ng-i.65776741.42482058047</a:t>
            </a:r>
            <a:br/>
            <a:r>
              <a:t>J2 TMe, ESP32-S3 Dev dựa ESP32-S3-WROOM-1 N8R8, mã trang 2504, 250.000: https://tme.vn/Product.aspx?id=2504</a:t>
            </a:r>
            <a:br/>
            <a:r>
              <a:t>J3 Shopee PCBLab, SSD1306 0.96in 128x64 4-pin, 60.086: https://shopee.vn/M%C3%A0n-h%C3%ACnh-OLED-0.96-inch-I2C-SSD1306-128x64-giao-ti%E1%BA%BFp-I2C-4-ch%C3%A2n-VCC-GND-SCL-SDA-d%C3%B9ng-cho-Arduino-ESP32-STM32-i.1723076079.51514172829</a:t>
            </a:r>
            <a:br/>
            <a:r>
              <a:t>R1 10 kΩ and R2 56 kΩ, carbon film through-hole 1/4 W 5%, Thegioiic 55 each, MOQ 50 each; R2 seller code IC929: https://www.thegioiic.com/dien-tro-56-kohm-1-4w-5-4-vong-mau ; 10 kΩ listing: https://www.thegioiic.com/dien-tro-10-kohm-1-4w-5-4-vong-mau</a:t>
            </a:r>
            <a:br/>
            <a:r>
              <a:t>C1 ceramic 104 100 nF 50 V, Shopee 10 pcs 6.000: https://shopee.vn/T%E1%BB%A5-g%E1%BB%91m-104-100nF-50V-Ceramic-%2810pcs%29-i.29186330.43423148258</a:t>
            </a:r>
            <a:br/>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br/>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br/>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br/>
            <a:r>
              <a:t>*Total is approximately 622.000 VND including minimum resistor packs; excludes shipping and marketplace promotions.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ef10769e2f40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1676d438aa4b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d26893fe6044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29e101cd4940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26e811a73441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6fe54e5ba140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e9c42dde344589" /><Relationship Type="http://schemas.openxmlformats.org/officeDocument/2006/relationships/slideLayout" Target="/ppt/slideLayouts/slideLayout1.xml" Id="R2a20c48d6d7b4a4f" /><Relationship Type="http://schemas.openxmlformats.org/officeDocument/2006/relationships/slideLayout" Target="/ppt/slideLayouts/slideLayout2.xml" Id="Rde2dafa12ae147d0" /><Relationship Type="http://schemas.openxmlformats.org/officeDocument/2006/relationships/slideLayout" Target="/ppt/slideLayouts/slideLayout3.xml" Id="Rb16527d440ff46d9" /><Relationship Type="http://schemas.openxmlformats.org/officeDocument/2006/relationships/slideLayout" Target="/ppt/slideLayouts/slideLayout4.xml" Id="R0638a223861d4c68" /><Relationship Type="http://schemas.openxmlformats.org/officeDocument/2006/relationships/slideLayout" Target="/ppt/slideLayouts/slideLayout5.xml" Id="R74e1309b66834cb2" /><Relationship Type="http://schemas.openxmlformats.org/officeDocument/2006/relationships/slideLayout" Target="/ppt/slideLayouts/slideLayout6.xml" Id="R33661e4826db4d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20c48d6d7b4a4f"/>
    <p:sldLayoutId xmlns:r="http://schemas.openxmlformats.org/officeDocument/2006/relationships" id="2147483650" r:id="Rde2dafa12ae147d0"/>
    <p:sldLayoutId xmlns:r="http://schemas.openxmlformats.org/officeDocument/2006/relationships" id="2147483651" r:id="Rb16527d440ff46d9"/>
    <p:sldLayoutId xmlns:r="http://schemas.openxmlformats.org/officeDocument/2006/relationships" id="2147483652" r:id="R0638a223861d4c68"/>
    <p:sldLayoutId xmlns:r="http://schemas.openxmlformats.org/officeDocument/2006/relationships" id="2147483653" r:id="R74e1309b66834cb2"/>
    <p:sldLayoutId xmlns:r="http://schemas.openxmlformats.org/officeDocument/2006/relationships" id="2147483654" r:id="R33661e4826db4d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83cd07abb449df" /><Relationship Type="http://schemas.openxmlformats.org/officeDocument/2006/relationships/notesSlide" Target="/ppt/notesSlides/notesSlide1.xml" Id="Rf774595ddc9648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e8cbe69f494979" /><Relationship Type="http://schemas.openxmlformats.org/officeDocument/2006/relationships/notesSlide" Target="/ppt/notesSlides/notesSlide2.xml" Id="R12db7566deb54f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95b42e62e8426c" /><Relationship Type="http://schemas.openxmlformats.org/officeDocument/2006/relationships/notesSlide" Target="/ppt/notesSlides/notesSlide3.xml" Id="R20a47c0747494896" /></Relationships>
</file>

<file path=ppt/slides/slide1.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000" b="1">
                <a:solidFill>
                  <a:srgbClr val="102B31"/>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000" b="1">
                <a:solidFill>
                  <a:srgbClr val="102B31"/>
                </a:solidFill>
                <a:latin typeface="Arial"/>
                <a:ea typeface="Arial"/>
                <a:cs typeface="Arial"/>
              </a:defRPr>
            </a:pPr>
            <a:r>
              <a:rPr sz="3000" b="1">
                <a:solidFill>
                  <a:srgbClr val="102B31"/>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275" b="0">
                <a:solidFill>
                  <a:srgbClr val="526B70"/>
                </a:solidFill>
                <a:latin typeface="Arial"/>
                <a:ea typeface="Arial"/>
                <a:cs typeface="Arial"/>
              </a:rPr>
              <a:t>ESP32 phát tín hiệu · bộ thu ESP32-S3 · OLED I²C</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2228850"/>
            <a:ext cx="1809750" cy="1704975"/>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2314575"/>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200" b="1">
                <a:solidFill>
                  <a:srgbClr val="102B31"/>
                </a:solidFill>
                <a:latin typeface="Arial"/>
                <a:ea typeface="Arial"/>
                <a:cs typeface="Arial"/>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571750"/>
            <a:ext cx="1581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721"/>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26B70"/>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867025"/>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5052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724275"/>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3019425" y="2324100"/>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A30"/>
                </a:solidFill>
                <a:latin typeface="Arial"/>
                <a:ea typeface="Arial"/>
                <a:cs typeface="Arial"/>
              </a:defRPr>
            </a:defPPr>
            <a:lvl1pPr algn="ctr">
              <a:buNone/>
              <a:defRPr sz="975" b="1">
                <a:solidFill>
                  <a:srgbClr val="172A30"/>
                </a:solidFill>
                <a:latin typeface="Arial"/>
                <a:ea typeface="Arial"/>
                <a:cs typeface="Arial"/>
              </a:defRPr>
            </a:lvl1pPr>
            <a:lvl2pPr algn="ctr">
              <a:buNone/>
              <a:defRPr sz="975" b="1">
                <a:solidFill>
                  <a:srgbClr val="172A30"/>
                </a:solidFill>
                <a:latin typeface="Arial"/>
                <a:ea typeface="Arial"/>
                <a:cs typeface="Arial"/>
              </a:defRPr>
            </a:lvl2pPr>
            <a:lvl3pPr algn="ctr">
              <a:buNone/>
              <a:defRPr sz="975" b="1">
                <a:solidFill>
                  <a:srgbClr val="172A30"/>
                </a:solidFill>
                <a:latin typeface="Arial"/>
                <a:ea typeface="Arial"/>
                <a:cs typeface="Arial"/>
              </a:defRPr>
            </a:lvl3pPr>
            <a:lvl4pPr algn="ctr">
              <a:buNone/>
              <a:defRPr sz="975" b="1">
                <a:solidFill>
                  <a:srgbClr val="172A30"/>
                </a:solidFill>
                <a:latin typeface="Arial"/>
                <a:ea typeface="Arial"/>
                <a:cs typeface="Arial"/>
              </a:defRPr>
            </a:lvl4pPr>
            <a:lvl5pPr algn="ctr">
              <a:buNone/>
              <a:defRPr sz="975" b="1">
                <a:solidFill>
                  <a:srgbClr val="172A30"/>
                </a:solidFill>
                <a:latin typeface="Arial"/>
                <a:ea typeface="Arial"/>
                <a:cs typeface="Arial"/>
              </a:defRPr>
            </a:lvl5pPr>
            <a:lvl6pPr algn="ctr">
              <a:buNone/>
              <a:defRPr sz="975" b="1">
                <a:solidFill>
                  <a:srgbClr val="172A30"/>
                </a:solidFill>
                <a:latin typeface="Arial"/>
                <a:ea typeface="Arial"/>
                <a:cs typeface="Arial"/>
              </a:defRPr>
            </a:lvl6pPr>
            <a:lvl7pPr algn="ctr">
              <a:buNone/>
              <a:defRPr sz="975" b="1">
                <a:solidFill>
                  <a:srgbClr val="172A30"/>
                </a:solidFill>
                <a:latin typeface="Arial"/>
                <a:ea typeface="Arial"/>
                <a:cs typeface="Arial"/>
              </a:defRPr>
            </a:lvl7pPr>
            <a:lvl8pPr algn="ctr">
              <a:buNone/>
              <a:defRPr sz="975" b="1">
                <a:solidFill>
                  <a:srgbClr val="172A30"/>
                </a:solidFill>
                <a:latin typeface="Arial"/>
                <a:ea typeface="Arial"/>
                <a:cs typeface="Arial"/>
              </a:defRPr>
            </a:lvl8pPr>
            <a:lvl9pPr algn="ctr">
              <a:buNone/>
              <a:defRPr sz="975" b="1">
                <a:solidFill>
                  <a:srgbClr val="172A30"/>
                </a:solidFill>
                <a:latin typeface="Arial"/>
                <a:ea typeface="Arial"/>
                <a:cs typeface="Arial"/>
              </a:defRPr>
            </a:lvl9pPr>
          </a:lstStyle>
          <a:p xmlns:a="http://schemas.openxmlformats.org/drawingml/2006/main">
            <a:pPr algn="ctr">
              <a:buNone/>
              <a:defRPr sz="975" b="1">
                <a:solidFill>
                  <a:srgbClr val="172A30"/>
                </a:solidFill>
                <a:latin typeface="Arial"/>
                <a:ea typeface="Arial"/>
                <a:cs typeface="Arial"/>
              </a:defRPr>
            </a:pPr>
            <a:r>
              <a:rPr sz="975"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981325"/>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800350"/>
            <a:ext cx="914400" cy="36195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981325"/>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4371975" y="26479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8794E"/>
                </a:solidFill>
                <a:latin typeface="Arial"/>
                <a:ea typeface="Arial"/>
                <a:cs typeface="Arial"/>
              </a:defRPr>
            </a:defPPr>
            <a:lvl1pPr algn="ctr">
              <a:buNone/>
              <a:defRPr sz="900" b="1">
                <a:solidFill>
                  <a:srgbClr val="18794E"/>
                </a:solidFill>
                <a:latin typeface="Arial"/>
                <a:ea typeface="Arial"/>
                <a:cs typeface="Arial"/>
              </a:defRPr>
            </a:lvl1pPr>
            <a:lvl2pPr algn="ctr">
              <a:buNone/>
              <a:defRPr sz="900" b="1">
                <a:solidFill>
                  <a:srgbClr val="18794E"/>
                </a:solidFill>
                <a:latin typeface="Arial"/>
                <a:ea typeface="Arial"/>
                <a:cs typeface="Arial"/>
              </a:defRPr>
            </a:lvl2pPr>
            <a:lvl3pPr algn="ctr">
              <a:buNone/>
              <a:defRPr sz="900" b="1">
                <a:solidFill>
                  <a:srgbClr val="18794E"/>
                </a:solidFill>
                <a:latin typeface="Arial"/>
                <a:ea typeface="Arial"/>
                <a:cs typeface="Arial"/>
              </a:defRPr>
            </a:lvl3pPr>
            <a:lvl4pPr algn="ctr">
              <a:buNone/>
              <a:defRPr sz="900" b="1">
                <a:solidFill>
                  <a:srgbClr val="18794E"/>
                </a:solidFill>
                <a:latin typeface="Arial"/>
                <a:ea typeface="Arial"/>
                <a:cs typeface="Arial"/>
              </a:defRPr>
            </a:lvl4pPr>
            <a:lvl5pPr algn="ctr">
              <a:buNone/>
              <a:defRPr sz="900" b="1">
                <a:solidFill>
                  <a:srgbClr val="18794E"/>
                </a:solidFill>
                <a:latin typeface="Arial"/>
                <a:ea typeface="Arial"/>
                <a:cs typeface="Arial"/>
              </a:defRPr>
            </a:lvl5pPr>
            <a:lvl6pPr algn="ctr">
              <a:buNone/>
              <a:defRPr sz="900" b="1">
                <a:solidFill>
                  <a:srgbClr val="18794E"/>
                </a:solidFill>
                <a:latin typeface="Arial"/>
                <a:ea typeface="Arial"/>
                <a:cs typeface="Arial"/>
              </a:defRPr>
            </a:lvl6pPr>
            <a:lvl7pPr algn="ctr">
              <a:buNone/>
              <a:defRPr sz="900" b="1">
                <a:solidFill>
                  <a:srgbClr val="18794E"/>
                </a:solidFill>
                <a:latin typeface="Arial"/>
                <a:ea typeface="Arial"/>
                <a:cs typeface="Arial"/>
              </a:defRPr>
            </a:lvl7pPr>
            <a:lvl8pPr algn="ctr">
              <a:buNone/>
              <a:defRPr sz="900" b="1">
                <a:solidFill>
                  <a:srgbClr val="18794E"/>
                </a:solidFill>
                <a:latin typeface="Arial"/>
                <a:ea typeface="Arial"/>
                <a:cs typeface="Arial"/>
              </a:defRPr>
            </a:lvl8pPr>
            <a:lvl9pPr algn="ctr">
              <a:buNone/>
              <a:defRPr sz="900" b="1">
                <a:solidFill>
                  <a:srgbClr val="18794E"/>
                </a:solidFill>
                <a:latin typeface="Arial"/>
                <a:ea typeface="Arial"/>
                <a:cs typeface="Arial"/>
              </a:defRPr>
            </a:lvl9pPr>
          </a:lstStyle>
          <a:p xmlns:a="http://schemas.openxmlformats.org/drawingml/2006/main">
            <a:pPr algn="ctr">
              <a:buNone/>
              <a:defRPr sz="900" b="1">
                <a:solidFill>
                  <a:srgbClr val="18794E"/>
                </a:solidFill>
                <a:latin typeface="Arial"/>
                <a:ea typeface="Arial"/>
                <a:cs typeface="Arial"/>
              </a:defRPr>
            </a:pPr>
            <a:r>
              <a:rPr sz="900"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981325"/>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181600" y="27432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18794E"/>
                </a:solidFill>
                <a:latin typeface="Arial"/>
                <a:ea typeface="Arial"/>
                <a:cs typeface="Arial"/>
              </a:defRPr>
            </a:defPPr>
            <a:lvl1pPr algn="ctr">
              <a:buNone/>
              <a:defRPr sz="825" b="1">
                <a:solidFill>
                  <a:srgbClr val="18794E"/>
                </a:solidFill>
                <a:latin typeface="Arial"/>
                <a:ea typeface="Arial"/>
                <a:cs typeface="Arial"/>
              </a:defRPr>
            </a:lvl1pPr>
            <a:lvl2pPr algn="ctr">
              <a:buNone/>
              <a:defRPr sz="825" b="1">
                <a:solidFill>
                  <a:srgbClr val="18794E"/>
                </a:solidFill>
                <a:latin typeface="Arial"/>
                <a:ea typeface="Arial"/>
                <a:cs typeface="Arial"/>
              </a:defRPr>
            </a:lvl2pPr>
            <a:lvl3pPr algn="ctr">
              <a:buNone/>
              <a:defRPr sz="825" b="1">
                <a:solidFill>
                  <a:srgbClr val="18794E"/>
                </a:solidFill>
                <a:latin typeface="Arial"/>
                <a:ea typeface="Arial"/>
                <a:cs typeface="Arial"/>
              </a:defRPr>
            </a:lvl3pPr>
            <a:lvl4pPr algn="ctr">
              <a:buNone/>
              <a:defRPr sz="825" b="1">
                <a:solidFill>
                  <a:srgbClr val="18794E"/>
                </a:solidFill>
                <a:latin typeface="Arial"/>
                <a:ea typeface="Arial"/>
                <a:cs typeface="Arial"/>
              </a:defRPr>
            </a:lvl4pPr>
            <a:lvl5pPr algn="ctr">
              <a:buNone/>
              <a:defRPr sz="825" b="1">
                <a:solidFill>
                  <a:srgbClr val="18794E"/>
                </a:solidFill>
                <a:latin typeface="Arial"/>
                <a:ea typeface="Arial"/>
                <a:cs typeface="Arial"/>
              </a:defRPr>
            </a:lvl5pPr>
            <a:lvl6pPr algn="ctr">
              <a:buNone/>
              <a:defRPr sz="825" b="1">
                <a:solidFill>
                  <a:srgbClr val="18794E"/>
                </a:solidFill>
                <a:latin typeface="Arial"/>
                <a:ea typeface="Arial"/>
                <a:cs typeface="Arial"/>
              </a:defRPr>
            </a:lvl6pPr>
            <a:lvl7pPr algn="ctr">
              <a:buNone/>
              <a:defRPr sz="825" b="1">
                <a:solidFill>
                  <a:srgbClr val="18794E"/>
                </a:solidFill>
                <a:latin typeface="Arial"/>
                <a:ea typeface="Arial"/>
                <a:cs typeface="Arial"/>
              </a:defRPr>
            </a:lvl7pPr>
            <a:lvl8pPr algn="ctr">
              <a:buNone/>
              <a:defRPr sz="825" b="1">
                <a:solidFill>
                  <a:srgbClr val="18794E"/>
                </a:solidFill>
                <a:latin typeface="Arial"/>
                <a:ea typeface="Arial"/>
                <a:cs typeface="Arial"/>
              </a:defRPr>
            </a:lvl8pPr>
            <a:lvl9pPr algn="ctr">
              <a:buNone/>
              <a:defRPr sz="825" b="1">
                <a:solidFill>
                  <a:srgbClr val="18794E"/>
                </a:solidFill>
                <a:latin typeface="Arial"/>
                <a:ea typeface="Arial"/>
                <a:cs typeface="Arial"/>
              </a:defRPr>
            </a:lvl9pPr>
          </a:lstStyle>
          <a:p xmlns:a="http://schemas.openxmlformats.org/drawingml/2006/main">
            <a:pPr algn="ctr">
              <a:buNone/>
              <a:defRPr sz="825" b="1">
                <a:solidFill>
                  <a:srgbClr val="18794E"/>
                </a:solidFill>
                <a:latin typeface="Arial"/>
                <a:ea typeface="Arial"/>
                <a:cs typeface="Arial"/>
              </a:defRPr>
            </a:pPr>
            <a:r>
              <a:rPr sz="825"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981325"/>
            <a:ext cx="0" cy="4476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39090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72A30"/>
                </a:solidFill>
                <a:latin typeface="Arial"/>
                <a:ea typeface="Arial"/>
                <a:cs typeface="Arial"/>
              </a:defRPr>
            </a:defPPr>
            <a:lvl1pPr algn="ctr">
              <a:buNone/>
              <a:defRPr sz="900" b="1">
                <a:solidFill>
                  <a:srgbClr val="172A30"/>
                </a:solidFill>
                <a:latin typeface="Arial"/>
                <a:ea typeface="Arial"/>
                <a:cs typeface="Arial"/>
              </a:defRPr>
            </a:lvl1pPr>
            <a:lvl2pPr algn="ctr">
              <a:buNone/>
              <a:defRPr sz="900" b="1">
                <a:solidFill>
                  <a:srgbClr val="172A30"/>
                </a:solidFill>
                <a:latin typeface="Arial"/>
                <a:ea typeface="Arial"/>
                <a:cs typeface="Arial"/>
              </a:defRPr>
            </a:lvl2pPr>
            <a:lvl3pPr algn="ctr">
              <a:buNone/>
              <a:defRPr sz="900" b="1">
                <a:solidFill>
                  <a:srgbClr val="172A30"/>
                </a:solidFill>
                <a:latin typeface="Arial"/>
                <a:ea typeface="Arial"/>
                <a:cs typeface="Arial"/>
              </a:defRPr>
            </a:lvl3pPr>
            <a:lvl4pPr algn="ctr">
              <a:buNone/>
              <a:defRPr sz="900" b="1">
                <a:solidFill>
                  <a:srgbClr val="172A30"/>
                </a:solidFill>
                <a:latin typeface="Arial"/>
                <a:ea typeface="Arial"/>
                <a:cs typeface="Arial"/>
              </a:defRPr>
            </a:lvl4pPr>
            <a:lvl5pPr algn="ctr">
              <a:buNone/>
              <a:defRPr sz="900" b="1">
                <a:solidFill>
                  <a:srgbClr val="172A30"/>
                </a:solidFill>
                <a:latin typeface="Arial"/>
                <a:ea typeface="Arial"/>
                <a:cs typeface="Arial"/>
              </a:defRPr>
            </a:lvl5pPr>
            <a:lvl6pPr algn="ctr">
              <a:buNone/>
              <a:defRPr sz="900" b="1">
                <a:solidFill>
                  <a:srgbClr val="172A30"/>
                </a:solidFill>
                <a:latin typeface="Arial"/>
                <a:ea typeface="Arial"/>
                <a:cs typeface="Arial"/>
              </a:defRPr>
            </a:lvl6pPr>
            <a:lvl7pPr algn="ctr">
              <a:buNone/>
              <a:defRPr sz="900" b="1">
                <a:solidFill>
                  <a:srgbClr val="172A30"/>
                </a:solidFill>
                <a:latin typeface="Arial"/>
                <a:ea typeface="Arial"/>
                <a:cs typeface="Arial"/>
              </a:defRPr>
            </a:lvl7pPr>
            <a:lvl8pPr algn="ctr">
              <a:buNone/>
              <a:defRPr sz="900" b="1">
                <a:solidFill>
                  <a:srgbClr val="172A30"/>
                </a:solidFill>
                <a:latin typeface="Arial"/>
                <a:ea typeface="Arial"/>
                <a:cs typeface="Arial"/>
              </a:defRPr>
            </a:lvl8pPr>
            <a:lvl9pPr algn="ctr">
              <a:buNone/>
              <a:defRPr sz="900" b="1">
                <a:solidFill>
                  <a:srgbClr val="172A30"/>
                </a:solidFill>
                <a:latin typeface="Arial"/>
                <a:ea typeface="Arial"/>
                <a:cs typeface="Arial"/>
              </a:defRPr>
            </a:lvl9pPr>
          </a:lstStyle>
          <a:p xmlns:a="http://schemas.openxmlformats.org/drawingml/2006/main">
            <a:pPr algn="ctr">
              <a:buNone/>
              <a:defRPr sz="900" b="1">
                <a:solidFill>
                  <a:srgbClr val="172A30"/>
                </a:solidFill>
                <a:latin typeface="Arial"/>
                <a:ea typeface="Arial"/>
                <a:cs typeface="Arial"/>
              </a:defRPr>
            </a:pPr>
            <a:r>
              <a:rPr sz="900"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667125"/>
            <a:ext cx="419100" cy="638175"/>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305300"/>
            <a:ext cx="0" cy="40005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981325"/>
            <a:ext cx="0" cy="39052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371850"/>
            <a:ext cx="0" cy="1428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51472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60997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609975"/>
            <a:ext cx="0" cy="1095375"/>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42900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66712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C1 mắc song song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2228850"/>
            <a:ext cx="1952625" cy="2438400"/>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2314575"/>
            <a:ext cx="1724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200" b="1">
                <a:solidFill>
                  <a:srgbClr val="102B31"/>
                </a:solidFill>
                <a:latin typeface="Arial"/>
                <a:ea typeface="Arial"/>
                <a:cs typeface="Arial"/>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571750"/>
            <a:ext cx="17240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26B70"/>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8670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238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1719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429125"/>
            <a:ext cx="114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3028950"/>
            <a:ext cx="6953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72A30"/>
                </a:solidFill>
                <a:latin typeface="Arial"/>
                <a:ea typeface="Arial"/>
                <a:cs typeface="Arial"/>
              </a:defRPr>
            </a:defPPr>
            <a:lvl1pPr algn="r">
              <a:buNone/>
              <a:defRPr sz="900" b="1">
                <a:solidFill>
                  <a:srgbClr val="172A30"/>
                </a:solidFill>
                <a:latin typeface="Arial"/>
                <a:ea typeface="Arial"/>
                <a:cs typeface="Arial"/>
              </a:defRPr>
            </a:lvl1pPr>
            <a:lvl2pPr algn="r">
              <a:buNone/>
              <a:defRPr sz="900" b="1">
                <a:solidFill>
                  <a:srgbClr val="172A30"/>
                </a:solidFill>
                <a:latin typeface="Arial"/>
                <a:ea typeface="Arial"/>
                <a:cs typeface="Arial"/>
              </a:defRPr>
            </a:lvl2pPr>
            <a:lvl3pPr algn="r">
              <a:buNone/>
              <a:defRPr sz="900" b="1">
                <a:solidFill>
                  <a:srgbClr val="172A30"/>
                </a:solidFill>
                <a:latin typeface="Arial"/>
                <a:ea typeface="Arial"/>
                <a:cs typeface="Arial"/>
              </a:defRPr>
            </a:lvl3pPr>
            <a:lvl4pPr algn="r">
              <a:buNone/>
              <a:defRPr sz="900" b="1">
                <a:solidFill>
                  <a:srgbClr val="172A30"/>
                </a:solidFill>
                <a:latin typeface="Arial"/>
                <a:ea typeface="Arial"/>
                <a:cs typeface="Arial"/>
              </a:defRPr>
            </a:lvl4pPr>
            <a:lvl5pPr algn="r">
              <a:buNone/>
              <a:defRPr sz="900" b="1">
                <a:solidFill>
                  <a:srgbClr val="172A30"/>
                </a:solidFill>
                <a:latin typeface="Arial"/>
                <a:ea typeface="Arial"/>
                <a:cs typeface="Arial"/>
              </a:defRPr>
            </a:lvl5pPr>
            <a:lvl6pPr algn="r">
              <a:buNone/>
              <a:defRPr sz="900" b="1">
                <a:solidFill>
                  <a:srgbClr val="172A30"/>
                </a:solidFill>
                <a:latin typeface="Arial"/>
                <a:ea typeface="Arial"/>
                <a:cs typeface="Arial"/>
              </a:defRPr>
            </a:lvl6pPr>
            <a:lvl7pPr algn="r">
              <a:buNone/>
              <a:defRPr sz="900" b="1">
                <a:solidFill>
                  <a:srgbClr val="172A30"/>
                </a:solidFill>
                <a:latin typeface="Arial"/>
                <a:ea typeface="Arial"/>
                <a:cs typeface="Arial"/>
              </a:defRPr>
            </a:lvl7pPr>
            <a:lvl8pPr algn="r">
              <a:buNone/>
              <a:defRPr sz="900" b="1">
                <a:solidFill>
                  <a:srgbClr val="172A30"/>
                </a:solidFill>
                <a:latin typeface="Arial"/>
                <a:ea typeface="Arial"/>
                <a:cs typeface="Arial"/>
              </a:defRPr>
            </a:lvl8pPr>
            <a:lvl9pPr algn="r">
              <a:buNone/>
              <a:defRPr sz="900" b="1">
                <a:solidFill>
                  <a:srgbClr val="172A30"/>
                </a:solidFill>
                <a:latin typeface="Arial"/>
                <a:ea typeface="Arial"/>
                <a:cs typeface="Arial"/>
              </a:defRPr>
            </a:lvl9pPr>
          </a:lstStyle>
          <a:p xmlns:a="http://schemas.openxmlformats.org/drawingml/2006/main">
            <a:pPr algn="r">
              <a:buNone/>
              <a:defRPr sz="900" b="1">
                <a:solidFill>
                  <a:srgbClr val="172A30"/>
                </a:solidFill>
                <a:latin typeface="Arial"/>
                <a:ea typeface="Arial"/>
                <a:cs typeface="Arial"/>
              </a:defRPr>
            </a:pPr>
            <a:r>
              <a:rPr sz="900"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714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40576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514600"/>
            <a:ext cx="1695450" cy="1857375"/>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600325"/>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200" b="1">
                <a:solidFill>
                  <a:srgbClr val="102B31"/>
                </a:solidFill>
                <a:latin typeface="Arial"/>
                <a:ea typeface="Arial"/>
                <a:cs typeface="Arial"/>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857500"/>
            <a:ext cx="1466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26B70"/>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30289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3718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7147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40576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3143250"/>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486150"/>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829050"/>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171950"/>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438650"/>
            <a:ext cx="1695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42318"/>
                </a:solidFill>
                <a:latin typeface="Arial"/>
                <a:ea typeface="Arial"/>
                <a:cs typeface="Arial"/>
              </a:defRPr>
            </a:defPPr>
            <a:lvl1pPr algn="l">
              <a:buNone/>
              <a:defRPr sz="825" b="1">
                <a:solidFill>
                  <a:srgbClr val="B42318"/>
                </a:solidFill>
                <a:latin typeface="Arial"/>
                <a:ea typeface="Arial"/>
                <a:cs typeface="Arial"/>
              </a:defRPr>
            </a:lvl1pPr>
            <a:lvl2pPr algn="l">
              <a:buNone/>
              <a:defRPr sz="825" b="1">
                <a:solidFill>
                  <a:srgbClr val="B42318"/>
                </a:solidFill>
                <a:latin typeface="Arial"/>
                <a:ea typeface="Arial"/>
                <a:cs typeface="Arial"/>
              </a:defRPr>
            </a:lvl2pPr>
            <a:lvl3pPr algn="l">
              <a:buNone/>
              <a:defRPr sz="825" b="1">
                <a:solidFill>
                  <a:srgbClr val="B42318"/>
                </a:solidFill>
                <a:latin typeface="Arial"/>
                <a:ea typeface="Arial"/>
                <a:cs typeface="Arial"/>
              </a:defRPr>
            </a:lvl3pPr>
            <a:lvl4pPr algn="l">
              <a:buNone/>
              <a:defRPr sz="825" b="1">
                <a:solidFill>
                  <a:srgbClr val="B42318"/>
                </a:solidFill>
                <a:latin typeface="Arial"/>
                <a:ea typeface="Arial"/>
                <a:cs typeface="Arial"/>
              </a:defRPr>
            </a:lvl4pPr>
            <a:lvl5pPr algn="l">
              <a:buNone/>
              <a:defRPr sz="825" b="1">
                <a:solidFill>
                  <a:srgbClr val="B42318"/>
                </a:solidFill>
                <a:latin typeface="Arial"/>
                <a:ea typeface="Arial"/>
                <a:cs typeface="Arial"/>
              </a:defRPr>
            </a:lvl5pPr>
            <a:lvl6pPr algn="l">
              <a:buNone/>
              <a:defRPr sz="825" b="1">
                <a:solidFill>
                  <a:srgbClr val="B42318"/>
                </a:solidFill>
                <a:latin typeface="Arial"/>
                <a:ea typeface="Arial"/>
                <a:cs typeface="Arial"/>
              </a:defRPr>
            </a:lvl6pPr>
            <a:lvl7pPr algn="l">
              <a:buNone/>
              <a:defRPr sz="825" b="1">
                <a:solidFill>
                  <a:srgbClr val="B42318"/>
                </a:solidFill>
                <a:latin typeface="Arial"/>
                <a:ea typeface="Arial"/>
                <a:cs typeface="Arial"/>
              </a:defRPr>
            </a:lvl7pPr>
            <a:lvl8pPr algn="l">
              <a:buNone/>
              <a:defRPr sz="825" b="1">
                <a:solidFill>
                  <a:srgbClr val="B42318"/>
                </a:solidFill>
                <a:latin typeface="Arial"/>
                <a:ea typeface="Arial"/>
                <a:cs typeface="Arial"/>
              </a:defRPr>
            </a:lvl8pPr>
            <a:lvl9pPr algn="l">
              <a:buNone/>
              <a:defRPr sz="825" b="1">
                <a:solidFill>
                  <a:srgbClr val="B42318"/>
                </a:solidFill>
                <a:latin typeface="Arial"/>
                <a:ea typeface="Arial"/>
                <a:cs typeface="Arial"/>
              </a:defRPr>
            </a:lvl9pPr>
          </a:lstStyle>
          <a:p xmlns:a="http://schemas.openxmlformats.org/drawingml/2006/main">
            <a:pPr algn="l">
              <a:buNone/>
              <a:defRPr sz="825" b="1">
                <a:solidFill>
                  <a:srgbClr val="B42318"/>
                </a:solidFill>
                <a:latin typeface="Arial"/>
                <a:ea typeface="Arial"/>
                <a:cs typeface="Arial"/>
              </a:defRPr>
            </a:pPr>
            <a:r>
              <a:rPr sz="825"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619500"/>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619500"/>
            <a:ext cx="0" cy="123825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57750"/>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286250"/>
            <a:ext cx="0" cy="5715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286250"/>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863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63B42"/>
                </a:solidFill>
                <a:latin typeface="Arial"/>
                <a:ea typeface="Arial"/>
                <a:cs typeface="Arial"/>
              </a:defRPr>
            </a:defPPr>
            <a:lvl1pPr algn="ctr">
              <a:buNone/>
              <a:defRPr sz="900" b="1">
                <a:solidFill>
                  <a:srgbClr val="263B42"/>
                </a:solidFill>
                <a:latin typeface="Arial"/>
                <a:ea typeface="Arial"/>
                <a:cs typeface="Arial"/>
              </a:defRPr>
            </a:lvl1pPr>
            <a:lvl2pPr algn="ctr">
              <a:buNone/>
              <a:defRPr sz="900" b="1">
                <a:solidFill>
                  <a:srgbClr val="263B42"/>
                </a:solidFill>
                <a:latin typeface="Arial"/>
                <a:ea typeface="Arial"/>
                <a:cs typeface="Arial"/>
              </a:defRPr>
            </a:lvl2pPr>
            <a:lvl3pPr algn="ctr">
              <a:buNone/>
              <a:defRPr sz="900" b="1">
                <a:solidFill>
                  <a:srgbClr val="263B42"/>
                </a:solidFill>
                <a:latin typeface="Arial"/>
                <a:ea typeface="Arial"/>
                <a:cs typeface="Arial"/>
              </a:defRPr>
            </a:lvl3pPr>
            <a:lvl4pPr algn="ctr">
              <a:buNone/>
              <a:defRPr sz="900" b="1">
                <a:solidFill>
                  <a:srgbClr val="263B42"/>
                </a:solidFill>
                <a:latin typeface="Arial"/>
                <a:ea typeface="Arial"/>
                <a:cs typeface="Arial"/>
              </a:defRPr>
            </a:lvl4pPr>
            <a:lvl5pPr algn="ctr">
              <a:buNone/>
              <a:defRPr sz="900" b="1">
                <a:solidFill>
                  <a:srgbClr val="263B42"/>
                </a:solidFill>
                <a:latin typeface="Arial"/>
                <a:ea typeface="Arial"/>
                <a:cs typeface="Arial"/>
              </a:defRPr>
            </a:lvl5pPr>
            <a:lvl6pPr algn="ctr">
              <a:buNone/>
              <a:defRPr sz="900" b="1">
                <a:solidFill>
                  <a:srgbClr val="263B42"/>
                </a:solidFill>
                <a:latin typeface="Arial"/>
                <a:ea typeface="Arial"/>
                <a:cs typeface="Arial"/>
              </a:defRPr>
            </a:lvl6pPr>
            <a:lvl7pPr algn="ctr">
              <a:buNone/>
              <a:defRPr sz="900" b="1">
                <a:solidFill>
                  <a:srgbClr val="263B42"/>
                </a:solidFill>
                <a:latin typeface="Arial"/>
                <a:ea typeface="Arial"/>
                <a:cs typeface="Arial"/>
              </a:defRPr>
            </a:lvl7pPr>
            <a:lvl8pPr algn="ctr">
              <a:buNone/>
              <a:defRPr sz="900" b="1">
                <a:solidFill>
                  <a:srgbClr val="263B42"/>
                </a:solidFill>
                <a:latin typeface="Arial"/>
                <a:ea typeface="Arial"/>
                <a:cs typeface="Arial"/>
              </a:defRPr>
            </a:lvl8pPr>
            <a:lvl9pPr algn="ctr">
              <a:buNone/>
              <a:defRPr sz="900" b="1">
                <a:solidFill>
                  <a:srgbClr val="263B42"/>
                </a:solidFill>
                <a:latin typeface="Arial"/>
                <a:ea typeface="Arial"/>
                <a:cs typeface="Arial"/>
              </a:defRPr>
            </a:lvl9pPr>
          </a:lstStyle>
          <a:p xmlns:a="http://schemas.openxmlformats.org/drawingml/2006/main">
            <a:pPr algn="ctr">
              <a:buNone/>
              <a:defRPr sz="900" b="1">
                <a:solidFill>
                  <a:srgbClr val="263B42"/>
                </a:solidFill>
                <a:latin typeface="Arial"/>
                <a:ea typeface="Arial"/>
                <a:cs typeface="Arial"/>
              </a:defRPr>
            </a:pPr>
            <a:r>
              <a:rPr sz="900"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57750"/>
            <a:ext cx="0" cy="11430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72050"/>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29200"/>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1538"/>
            </a:avLst>
          </a:prstGeom>
          <a:solidFill xmlns:a="http://schemas.openxmlformats.org/drawingml/2006/main">
            <a:srgbClr val="E7F2ED"/>
          </a:solidFill>
          <a:ln xmlns:a="http://schemas.openxmlformats.org/drawingml/2006/main" w="9525">
            <a:solidFill>
              <a:srgbClr val="E7F2ED"/>
            </a:solidFill>
            <a:prstDash val="solid"/>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800100" y="538162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0B786F"/>
                </a:solidFill>
                <a:latin typeface="Arial"/>
                <a:ea typeface="Arial"/>
                <a:cs typeface="Arial"/>
              </a:defRPr>
            </a:defPPr>
            <a:lvl1pPr algn="l">
              <a:buNone/>
              <a:defRPr sz="975" b="1">
                <a:solidFill>
                  <a:srgbClr val="102A33"/>
                </a:solidFill>
                <a:latin typeface="Arial"/>
                <a:ea typeface="Arial"/>
                <a:cs typeface="Arial"/>
              </a:defRPr>
            </a:lvl1pPr>
            <a:lvl2pPr algn="l">
              <a:buNone/>
              <a:defRPr sz="975" b="1">
                <a:solidFill>
                  <a:srgbClr val="102A33"/>
                </a:solidFill>
                <a:latin typeface="Arial"/>
                <a:ea typeface="Arial"/>
                <a:cs typeface="Arial"/>
              </a:defRPr>
            </a:lvl2pPr>
            <a:lvl3pPr algn="l">
              <a:buNone/>
              <a:defRPr sz="975" b="1">
                <a:solidFill>
                  <a:srgbClr val="102A33"/>
                </a:solidFill>
                <a:latin typeface="Arial"/>
                <a:ea typeface="Arial"/>
                <a:cs typeface="Arial"/>
              </a:defRPr>
            </a:lvl3pPr>
            <a:lvl4pPr algn="l">
              <a:buNone/>
              <a:defRPr sz="975" b="1">
                <a:solidFill>
                  <a:srgbClr val="102A33"/>
                </a:solidFill>
                <a:latin typeface="Arial"/>
                <a:ea typeface="Arial"/>
                <a:cs typeface="Arial"/>
              </a:defRPr>
            </a:lvl4pPr>
            <a:lvl5pPr algn="l">
              <a:buNone/>
              <a:defRPr sz="975" b="1">
                <a:solidFill>
                  <a:srgbClr val="102A33"/>
                </a:solidFill>
                <a:latin typeface="Arial"/>
                <a:ea typeface="Arial"/>
                <a:cs typeface="Arial"/>
              </a:defRPr>
            </a:lvl5pPr>
            <a:lvl6pPr algn="l">
              <a:buNone/>
              <a:defRPr sz="975" b="1">
                <a:solidFill>
                  <a:srgbClr val="102A33"/>
                </a:solidFill>
                <a:latin typeface="Arial"/>
                <a:ea typeface="Arial"/>
                <a:cs typeface="Arial"/>
              </a:defRPr>
            </a:lvl6pPr>
            <a:lvl7pPr algn="l">
              <a:buNone/>
              <a:defRPr sz="975" b="1">
                <a:solidFill>
                  <a:srgbClr val="102A33"/>
                </a:solidFill>
                <a:latin typeface="Arial"/>
                <a:ea typeface="Arial"/>
                <a:cs typeface="Arial"/>
              </a:defRPr>
            </a:lvl7pPr>
            <a:lvl8pPr algn="l">
              <a:buNone/>
              <a:defRPr sz="975" b="1">
                <a:solidFill>
                  <a:srgbClr val="102A33"/>
                </a:solidFill>
                <a:latin typeface="Arial"/>
                <a:ea typeface="Arial"/>
                <a:cs typeface="Arial"/>
              </a:defRPr>
            </a:lvl8pPr>
            <a:lvl9pPr algn="l">
              <a:buNone/>
              <a:defRPr sz="975" b="1">
                <a:solidFill>
                  <a:srgbClr val="102A33"/>
                </a:solidFill>
                <a:latin typeface="Arial"/>
                <a:ea typeface="Arial"/>
                <a:cs typeface="Arial"/>
              </a:defRPr>
            </a:lvl9pPr>
          </a:lstStyle>
          <a:p xmlns:a="http://schemas.openxmlformats.org/drawingml/2006/main">
            <a:pPr algn="l">
              <a:buNone/>
              <a:defRPr sz="975" b="1">
                <a:solidFill>
                  <a:srgbClr val="0B786F"/>
                </a:solidFill>
                <a:latin typeface="Arial"/>
                <a:ea typeface="Arial"/>
                <a:cs typeface="Arial"/>
              </a:defRPr>
            </a:pPr>
            <a:r>
              <a:rPr sz="975" b="1">
                <a:solidFill>
                  <a:srgbClr val="0B786F"/>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800100" y="5600700"/>
            <a:ext cx="104298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02B31"/>
                </a:solidFill>
                <a:latin typeface="Arial"/>
                <a:ea typeface="Arial"/>
                <a:cs typeface="Arial"/>
              </a:defRPr>
            </a:defPPr>
            <a:lvl1pPr algn="l">
              <a:buNone/>
              <a:defRPr sz="975" b="0">
                <a:solidFill>
                  <a:srgbClr val="172A30"/>
                </a:solidFill>
                <a:latin typeface="Arial"/>
                <a:ea typeface="Arial"/>
                <a:cs typeface="Arial"/>
              </a:defRPr>
            </a:lvl1pPr>
            <a:lvl2pPr algn="l">
              <a:buNone/>
              <a:defRPr sz="975" b="0">
                <a:solidFill>
                  <a:srgbClr val="172A30"/>
                </a:solidFill>
                <a:latin typeface="Arial"/>
                <a:ea typeface="Arial"/>
                <a:cs typeface="Arial"/>
              </a:defRPr>
            </a:lvl2pPr>
            <a:lvl3pPr algn="l">
              <a:buNone/>
              <a:defRPr sz="975" b="0">
                <a:solidFill>
                  <a:srgbClr val="172A30"/>
                </a:solidFill>
                <a:latin typeface="Arial"/>
                <a:ea typeface="Arial"/>
                <a:cs typeface="Arial"/>
              </a:defRPr>
            </a:lvl3pPr>
            <a:lvl4pPr algn="l">
              <a:buNone/>
              <a:defRPr sz="975" b="0">
                <a:solidFill>
                  <a:srgbClr val="172A30"/>
                </a:solidFill>
                <a:latin typeface="Arial"/>
                <a:ea typeface="Arial"/>
                <a:cs typeface="Arial"/>
              </a:defRPr>
            </a:lvl4pPr>
            <a:lvl5pPr algn="l">
              <a:buNone/>
              <a:defRPr sz="975" b="0">
                <a:solidFill>
                  <a:srgbClr val="172A30"/>
                </a:solidFill>
                <a:latin typeface="Arial"/>
                <a:ea typeface="Arial"/>
                <a:cs typeface="Arial"/>
              </a:defRPr>
            </a:lvl5pPr>
            <a:lvl6pPr algn="l">
              <a:buNone/>
              <a:defRPr sz="975" b="0">
                <a:solidFill>
                  <a:srgbClr val="172A30"/>
                </a:solidFill>
                <a:latin typeface="Arial"/>
                <a:ea typeface="Arial"/>
                <a:cs typeface="Arial"/>
              </a:defRPr>
            </a:lvl6pPr>
            <a:lvl7pPr algn="l">
              <a:buNone/>
              <a:defRPr sz="975" b="0">
                <a:solidFill>
                  <a:srgbClr val="172A30"/>
                </a:solidFill>
                <a:latin typeface="Arial"/>
                <a:ea typeface="Arial"/>
                <a:cs typeface="Arial"/>
              </a:defRPr>
            </a:lvl7pPr>
            <a:lvl8pPr algn="l">
              <a:buNone/>
              <a:defRPr sz="975" b="0">
                <a:solidFill>
                  <a:srgbClr val="172A30"/>
                </a:solidFill>
                <a:latin typeface="Arial"/>
                <a:ea typeface="Arial"/>
                <a:cs typeface="Arial"/>
              </a:defRPr>
            </a:lvl8pPr>
            <a:lvl9pPr algn="l">
              <a:buNone/>
              <a:defRPr sz="975" b="0">
                <a:solidFill>
                  <a:srgbClr val="172A30"/>
                </a:solidFill>
                <a:latin typeface="Arial"/>
                <a:ea typeface="Arial"/>
                <a:cs typeface="Arial"/>
              </a:defRPr>
            </a:lvl9pPr>
          </a:lstStyle>
          <a:p xmlns:a="http://schemas.openxmlformats.org/drawingml/2006/main">
            <a:pPr algn="l">
              <a:buNone/>
              <a:defRPr sz="975" b="0">
                <a:solidFill>
                  <a:srgbClr val="102B31"/>
                </a:solidFill>
                <a:latin typeface="Arial"/>
                <a:ea typeface="Arial"/>
                <a:cs typeface="Arial"/>
              </a:defRPr>
            </a:pPr>
            <a:r>
              <a:rPr sz="975" b="0">
                <a:solidFill>
                  <a:srgbClr val="102B31"/>
                </a:solidFill>
                <a:latin typeface="Arial"/>
                <a:ea typeface="Arial"/>
                <a:cs typeface="Arial"/>
              </a:rPr>
              <a:t>Dây: xanh lá SIG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800100" y="5810250"/>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26B70"/>
                </a:solidFill>
                <a:latin typeface="Arial"/>
                <a:ea typeface="Arial"/>
                <a:cs typeface="Arial"/>
              </a:defRPr>
            </a:pPr>
            <a:r>
              <a:rPr sz="900" b="0">
                <a:solidFill>
                  <a:srgbClr val="526B70"/>
                </a:solidFill>
                <a:latin typeface="Arial"/>
                <a:ea typeface="Arial"/>
                <a:cs typeface="Arial"/>
              </a:rPr>
              <a:t>R1 nối tiếp; R2 và C1 song song từ N1 xuống GND. Mỗi bo dùng cáp USB riêng.</a:t>
            </a:r>
          </a:p>
        </p:txBody>
      </p:sp>
      <p:sp>
        <p:nvSpPr>
          <p:cNvPr id="110" name="slide-1-page">
            <a:extLst xmlns:a="http://schemas.openxmlformats.org/drawingml/2006/main">
              <a:ext uri="{FF2B5EF4-FFF2-40B4-BE49-F238E27FC236}">
                <a16:creationId xmlns:a16="http://schemas.microsoft.com/office/drawing/2014/main" id="{DEFC5888-23D0-4267-B57D-343A31C7814C}"/>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defRPr sz="900" b="1">
                <a:solidFill>
                  <a:srgbClr val="0B786F"/>
                </a:solidFill>
                <a:latin typeface="Arial"/>
                <a:ea typeface="Arial"/>
                <a:cs typeface="Arial"/>
              </a:defRPr>
            </a:lvl1pPr>
            <a:lvl2pPr algn="r">
              <a:defRPr sz="900" b="1">
                <a:solidFill>
                  <a:srgbClr val="0B786F"/>
                </a:solidFill>
                <a:latin typeface="Arial"/>
                <a:ea typeface="Arial"/>
                <a:cs typeface="Arial"/>
              </a:defRPr>
            </a:lvl2pPr>
            <a:lvl3pPr algn="r">
              <a:defRPr sz="900" b="1">
                <a:solidFill>
                  <a:srgbClr val="0B786F"/>
                </a:solidFill>
                <a:latin typeface="Arial"/>
                <a:ea typeface="Arial"/>
                <a:cs typeface="Arial"/>
              </a:defRPr>
            </a:lvl3pPr>
            <a:lvl4pPr algn="r">
              <a:defRPr sz="900" b="1">
                <a:solidFill>
                  <a:srgbClr val="0B786F"/>
                </a:solidFill>
                <a:latin typeface="Arial"/>
                <a:ea typeface="Arial"/>
                <a:cs typeface="Arial"/>
              </a:defRPr>
            </a:lvl4pPr>
            <a:lvl5pPr algn="r">
              <a:defRPr sz="900" b="1">
                <a:solidFill>
                  <a:srgbClr val="0B786F"/>
                </a:solidFill>
                <a:latin typeface="Arial"/>
                <a:ea typeface="Arial"/>
                <a:cs typeface="Arial"/>
              </a:defRPr>
            </a:lvl5pPr>
            <a:lvl6pPr algn="r">
              <a:defRPr sz="900" b="1">
                <a:solidFill>
                  <a:srgbClr val="0B786F"/>
                </a:solidFill>
                <a:latin typeface="Arial"/>
                <a:ea typeface="Arial"/>
                <a:cs typeface="Arial"/>
              </a:defRPr>
            </a:lvl6pPr>
            <a:lvl7pPr algn="r">
              <a:defRPr sz="900" b="1">
                <a:solidFill>
                  <a:srgbClr val="0B786F"/>
                </a:solidFill>
                <a:latin typeface="Arial"/>
                <a:ea typeface="Arial"/>
                <a:cs typeface="Arial"/>
              </a:defRPr>
            </a:lvl7pPr>
            <a:lvl8pPr algn="r">
              <a:defRPr sz="900" b="1">
                <a:solidFill>
                  <a:srgbClr val="0B786F"/>
                </a:solidFill>
                <a:latin typeface="Arial"/>
                <a:ea typeface="Arial"/>
                <a:cs typeface="Arial"/>
              </a:defRPr>
            </a:lvl8pPr>
            <a:lvl9pPr algn="r">
              <a:defRPr sz="900" b="1">
                <a:solidFill>
                  <a:srgbClr val="0B786F"/>
                </a:solidFill>
                <a:latin typeface="Arial"/>
                <a:ea typeface="Arial"/>
                <a:cs typeface="Arial"/>
              </a:defRPr>
            </a:lvl9pPr>
          </a:lstStyle>
          <a:p xmlns:a="http://schemas.openxmlformats.org/drawingml/2006/main">
            <a:pPr algn="r">
              <a:defRPr sz="900" b="1">
                <a:solidFill>
                  <a:srgbClr val="0B786F"/>
                </a:solidFill>
                <a:latin typeface="Arial"/>
                <a:ea typeface="Arial"/>
                <a:cs typeface="Arial"/>
              </a:defRPr>
            </a:pPr>
            <a:r>
              <a:rPr sz="900" b="1">
                <a:solidFill>
                  <a:srgbClr val="0B786F"/>
                </a:solidFill>
                <a:latin typeface="Arial"/>
                <a:ea typeface="Arial"/>
                <a:cs typeface="Arial"/>
              </a:rPr>
              <a:t>01 / 03</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000" b="1">
                <a:solidFill>
                  <a:srgbClr val="102B31"/>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000" b="1">
                <a:solidFill>
                  <a:srgbClr val="102B31"/>
                </a:solidFill>
                <a:latin typeface="Arial"/>
                <a:ea typeface="Arial"/>
                <a:cs typeface="Arial"/>
              </a:defRPr>
            </a:pPr>
            <a:r>
              <a:rPr sz="3000" b="1">
                <a:solidFill>
                  <a:srgbClr val="102B31"/>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275" b="0">
                <a:solidFill>
                  <a:srgbClr val="526B70"/>
                </a:solidFill>
                <a:latin typeface="Arial"/>
                <a:ea typeface="Arial"/>
                <a:cs typeface="Arial"/>
              </a:rPr>
              <a:t>01 bộ tối thiểu ·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graphicFrame>
        <p:nvGraphicFramePr>
          <p:cNvPr id="5" name="">
            <a:extLst xmlns:a="http://schemas.openxmlformats.org/drawingml/2006/main">
              <a:ext uri="{FF2B5EF4-FFF2-40B4-BE49-F238E27FC236}">
                <a16:creationId xmlns:a16="http://schemas.microsoft.com/office/drawing/2014/main" id="{ED8A811E-521C-4B11-90FC-3EB3BF1CEFFF}"/>
              </a:ext>
            </a:extLst>
          </p:cNvPr>
          <p:cNvGraphicFramePr/>
          <p:nvPr/>
        </p:nvGraphicFramePr>
        <p:xfrm>
          <a:off xmlns:a="http://schemas.openxmlformats.org/drawingml/2006/main" x="628650" y="1562100"/>
          <a:ext xmlns:a="http://schemas.openxmlformats.org/drawingml/2006/main" cx="5362575" cy="3333750"/>
        </p:xfrm>
        <a:graphic xmlns:a="http://schemas.openxmlformats.org/drawingml/2006/main">
          <a:graphicData uri="http://schemas.openxmlformats.org/drawingml/2006/table">
            <a:tbl>
              <a:tblPr firstRow="1" bandRow="0"/>
              <a:tblGrid>
                <a:gridCol w="704850"/>
                <a:gridCol w="6858000"/>
                <a:gridCol w="3305175"/>
              </a:tblGrid>
              <a:tr h="476250">
                <a:tc>
                  <a:txBody>
                    <a:bodyPr lIns="76200" tIns="19050" rIns="104775" bIns="19050">
                      <a:normAutofit/>
                    </a:bodyPr>
                    <a:lstStyle/>
                    <a:p>
                      <a:pPr algn="ctr"/>
                      <a:r>
                        <a:rPr sz="1200" b="1">
                          <a:solidFill>
                            <a:srgbClr val="FFFFFF"/>
                          </a:solidFill>
                          <a:latin typeface="Arial"/>
                          <a:ea typeface="Arial"/>
                          <a:cs typeface="Arial"/>
                        </a:rPr>
                        <a:t>SL</a:t>
                      </a:r>
                    </a:p>
                  </a:txBody>
                  <a:tcPr marL="91440" marR="91440" marT="45720" marB="45720" anchor="ctr">
                    <a:lnL w="7620">
                      <a:solidFill>
                        <a:srgbClr val="CAD8D3"/>
                      </a:solidFill>
                      <a:prstDash val="solid"/>
                    </a:lnL>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c>
                  <a:txBody>
                    <a:bodyPr lIns="76200" tIns="19050" rIns="104775" bIns="19050">
                      <a:normAutofit/>
                    </a:bodyPr>
                    <a:lstStyle/>
                    <a:p>
                      <a:pPr algn="l"/>
                      <a:r>
                        <a:rPr sz="1200" b="1">
                          <a:solidFill>
                            <a:srgbClr val="FFFFFF"/>
                          </a:solidFill>
                          <a:latin typeface="Arial"/>
                          <a:ea typeface="Arial"/>
                          <a:cs typeface="Arial"/>
                        </a:rPr>
                        <a:t>Linh kiện / cấu hình</a:t>
                      </a:r>
                    </a:p>
                  </a:txBody>
                  <a:tcPr marL="91440" marR="91440" marT="45720" marB="45720" anchor="ctr">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c>
                  <a:txBody>
                    <a:bodyPr lIns="76200" tIns="19050" rIns="104775" bIns="19050">
                      <a:normAutofit/>
                    </a:bodyPr>
                    <a:lstStyle/>
                    <a:p>
                      <a:pPr algn="r"/>
                      <a:r>
                        <a:rPr sz="1200" b="1">
                          <a:solidFill>
                            <a:srgbClr val="FFFFFF"/>
                          </a:solidFill>
                          <a:latin typeface="Arial"/>
                          <a:ea typeface="Arial"/>
                          <a:cs typeface="Arial"/>
                        </a:rPr>
                        <a:t>Giá dự kiến</a:t>
                      </a:r>
                    </a:p>
                  </a:txBody>
                  <a:tcPr marL="76200" marR="152400" marT="19050" marB="19050" anchor="ctr">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r>
              <a:tr h="476250">
                <a:tc>
                  <a:txBody>
                    <a:bodyPr lIns="76200" tIns="19050" rIns="104775" bIns="19050">
                      <a:normAutofit/>
                    </a:bodyPr>
                    <a:lstStyle/>
                    <a:p>
                      <a:pPr algn="ctr"/>
                      <a:r>
                        <a:rPr sz="120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l"/>
                      <a:r>
                        <a:rPr sz="1200" b="0">
                          <a:solidFill>
                            <a:srgbClr val="102B31"/>
                          </a:solidFill>
                          <a:latin typeface="Arial"/>
                          <a:ea typeface="Arial"/>
                          <a:cs typeface="Arial"/>
                        </a:rPr>
                        <a:t>J1 · ESP32 DevKit V1</a:t>
                      </a:r>
                    </a:p>
                    <a:p>
                      <a:pPr algn="l"/>
                      <a:r>
                        <a:rPr sz="1200" b="0">
                          <a:solidFill>
                            <a:srgbClr val="102B31"/>
                          </a:solidFill>
                          <a:latin typeface="Arial"/>
                          <a:ea typeface="Arial"/>
                          <a:cs typeface="Arial"/>
                        </a:rPr>
                        <a:t>ESP-WROOM-32</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r"/>
                      <a:r>
                        <a:rPr sz="1275" b="1">
                          <a:solidFill>
                            <a:srgbClr val="0B786F"/>
                          </a:solidFill>
                          <a:latin typeface="Arial"/>
                          <a:ea typeface="Arial"/>
                          <a:cs typeface="Arial"/>
                        </a:rPr>
                        <a:t>109.000₫</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04775" bIns="19050">
                      <a:normAutofit/>
                    </a:bodyPr>
                    <a:lstStyle/>
                    <a:p>
                      <a:pPr algn="ctr"/>
                      <a:r>
                        <a:rPr sz="120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l"/>
                      <a:r>
                        <a:rPr sz="1200" b="0">
                          <a:solidFill>
                            <a:srgbClr val="102B31"/>
                          </a:solidFill>
                          <a:latin typeface="Arial"/>
                          <a:ea typeface="Arial"/>
                          <a:cs typeface="Arial"/>
                        </a:rPr>
                        <a:t>J2 · ESP32-S3 DevKitC-1</a:t>
                      </a:r>
                    </a:p>
                    <a:p>
                      <a:pPr algn="l"/>
                      <a:r>
                        <a:rPr sz="1200" b="0">
                          <a:solidFill>
                            <a:srgbClr val="102B31"/>
                          </a:solidFill>
                          <a:latin typeface="Arial"/>
                          <a:ea typeface="Arial"/>
                          <a:cs typeface="Arial"/>
                        </a:rPr>
                        <a:t>WROOM-1 N8R8</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r"/>
                      <a:r>
                        <a:rPr sz="1275" b="1">
                          <a:solidFill>
                            <a:srgbClr val="0B786F"/>
                          </a:solidFill>
                          <a:latin typeface="Arial"/>
                          <a:ea typeface="Arial"/>
                          <a:cs typeface="Arial"/>
                        </a:rPr>
                        <a:t>250.000₫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r h="476250">
                <a:tc>
                  <a:txBody>
                    <a:bodyPr lIns="76200" tIns="19050" rIns="104775" bIns="19050">
                      <a:normAutofit/>
                    </a:bodyPr>
                    <a:lstStyle/>
                    <a:p>
                      <a:pPr algn="ctr"/>
                      <a:r>
                        <a:rPr sz="120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l"/>
                      <a:r>
                        <a:rPr sz="1200" b="0">
                          <a:solidFill>
                            <a:srgbClr val="102B31"/>
                          </a:solidFill>
                          <a:latin typeface="Arial"/>
                          <a:ea typeface="Arial"/>
                          <a:cs typeface="Arial"/>
                        </a:rPr>
                        <a:t>J3 · OLED SSD1306 0,96 in</a:t>
                      </a:r>
                    </a:p>
                    <a:p>
                      <a:pPr algn="l"/>
                      <a:r>
                        <a:rPr sz="1200" b="0">
                          <a:solidFill>
                            <a:srgbClr val="102B31"/>
                          </a:solidFill>
                          <a:latin typeface="Arial"/>
                          <a:ea typeface="Arial"/>
                          <a:cs typeface="Arial"/>
                        </a:rPr>
                        <a:t>128×64 · I²C 4 chân</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r"/>
                      <a:r>
                        <a:rPr sz="1275" b="1">
                          <a:solidFill>
                            <a:srgbClr val="0B786F"/>
                          </a:solidFill>
                          <a:latin typeface="Arial"/>
                          <a:ea typeface="Arial"/>
                          <a:cs typeface="Arial"/>
                        </a:rPr>
                        <a:t>60.086₫</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04775" bIns="19050">
                      <a:normAutofit/>
                    </a:bodyPr>
                    <a:lstStyle/>
                    <a:p>
                      <a:pPr algn="ctr"/>
                      <a:r>
                        <a:rPr sz="1200" b="1">
                          <a:solidFill>
                            <a:srgbClr val="102B31"/>
                          </a:solidFill>
                          <a:latin typeface="Arial"/>
                          <a:ea typeface="Arial"/>
                          <a:cs typeface="Arial"/>
                        </a:rPr>
                        <a:t>2 gói</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l"/>
                      <a:r>
                        <a:rPr sz="1200" b="0">
                          <a:solidFill>
                            <a:srgbClr val="102B31"/>
                          </a:solidFill>
                          <a:latin typeface="Arial"/>
                          <a:ea typeface="Arial"/>
                          <a:cs typeface="Arial"/>
                        </a:rPr>
                        <a:t>R1 10 kΩ + R2 56 kΩ</a:t>
                      </a:r>
                    </a:p>
                    <a:p>
                      <a:pPr algn="l"/>
                      <a:r>
                        <a:rPr sz="1200" b="0">
                          <a:solidFill>
                            <a:srgbClr val="102B31"/>
                          </a:solidFill>
                          <a:latin typeface="Arial"/>
                          <a:ea typeface="Arial"/>
                          <a:cs typeface="Arial"/>
                        </a:rPr>
                        <a:t>1/4 W, ±5% · 50 chiếc mỗi giá trị</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r"/>
                      <a:r>
                        <a:rPr sz="1275" b="1">
                          <a:solidFill>
                            <a:srgbClr val="0B786F"/>
                          </a:solidFill>
                          <a:latin typeface="Arial"/>
                          <a:ea typeface="Arial"/>
                          <a:cs typeface="Arial"/>
                        </a:rPr>
                        <a:t>≈5.500₫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r h="476250">
                <a:tc>
                  <a:txBody>
                    <a:bodyPr lIns="76200" tIns="19050" rIns="104775" bIns="19050">
                      <a:normAutofit/>
                    </a:bodyPr>
                    <a:lstStyle/>
                    <a:p>
                      <a:pPr algn="ctr"/>
                      <a:r>
                        <a:rPr sz="1200" b="1">
                          <a:solidFill>
                            <a:srgbClr val="102B31"/>
                          </a:solidFill>
                          <a:latin typeface="Arial"/>
                          <a:ea typeface="Arial"/>
                          <a:cs typeface="Arial"/>
                        </a:rPr>
                        <a:t>3 món</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l"/>
                      <a:r>
                        <a:rPr sz="1200" b="0">
                          <a:solidFill>
                            <a:srgbClr val="102B31"/>
                          </a:solidFill>
                          <a:latin typeface="Arial"/>
                          <a:ea typeface="Arial"/>
                          <a:cs typeface="Arial"/>
                        </a:rPr>
                        <a:t>C1 100 nF/50 V + MB-102 830 lỗ</a:t>
                      </a:r>
                    </a:p>
                    <a:p>
                      <a:pPr algn="l"/>
                      <a:r>
                        <a:rPr sz="1200" b="0">
                          <a:solidFill>
                            <a:srgbClr val="102B31"/>
                          </a:solidFill>
                          <a:latin typeface="Arial"/>
                          <a:ea typeface="Arial"/>
                          <a:cs typeface="Arial"/>
                        </a:rPr>
                        <a:t>Dây Dupont 40P</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r"/>
                      <a:r>
                        <a:rPr sz="1275" b="1">
                          <a:solidFill>
                            <a:srgbClr val="0B786F"/>
                          </a:solidFill>
                          <a:latin typeface="Arial"/>
                          <a:ea typeface="Arial"/>
                          <a:cs typeface="Arial"/>
                        </a:rPr>
                        <a:t>≈69.900₫</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04775" bIns="19050">
                      <a:normAutofit/>
                    </a:bodyPr>
                    <a:lstStyle/>
                    <a:p>
                      <a:pPr algn="ctr"/>
                      <a:r>
                        <a:rPr sz="1200" b="1">
                          <a:solidFill>
                            <a:srgbClr val="102B31"/>
                          </a:solidFill>
                          <a:latin typeface="Arial"/>
                          <a:ea typeface="Arial"/>
                          <a:cs typeface="Arial"/>
                        </a:rPr>
                        <a:t>2</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l"/>
                      <a:r>
                        <a:rPr sz="1200" b="0">
                          <a:solidFill>
                            <a:srgbClr val="102B31"/>
                          </a:solidFill>
                          <a:latin typeface="Arial"/>
                          <a:ea typeface="Arial"/>
                          <a:cs typeface="Arial"/>
                        </a:rPr>
                        <a:t>Cáp dữ liệu Micro-USB và USB-A → USB-C</a:t>
                      </a:r>
                    </a:p>
                    <a:p>
                      <a:pPr algn="l"/>
                      <a:r>
                        <a:rPr sz="1200" b="0">
                          <a:solidFill>
                            <a:srgbClr val="102B31"/>
                          </a:solidFill>
                          <a:latin typeface="Arial"/>
                          <a:ea typeface="Arial"/>
                          <a:cs typeface="Arial"/>
                        </a:rPr>
                        <a:t>Mỗi loại 1 dây, dài 1 m</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r"/>
                      <a:r>
                        <a:rPr sz="1275" b="1">
                          <a:solidFill>
                            <a:srgbClr val="0B786F"/>
                          </a:solidFill>
                          <a:latin typeface="Arial"/>
                          <a:ea typeface="Arial"/>
                          <a:cs typeface="Arial"/>
                        </a:rPr>
                        <a:t>≈127.300₫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048250"/>
            <a:ext cx="10868025" cy="1104900"/>
          </a:xfrm>
          <a:prstGeom xmlns:a="http://schemas.openxmlformats.org/drawingml/2006/main" prst="roundRect">
            <a:avLst>
              <a:gd name="adj" fmla="val 8527"/>
            </a:avLst>
          </a:prstGeom>
          <a:solidFill xmlns:a="http://schemas.openxmlformats.org/drawingml/2006/main">
            <a:srgbClr val="E7F2ED"/>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191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B786F"/>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050" b="1">
                <a:solidFill>
                  <a:srgbClr val="0B786F"/>
                </a:solidFill>
                <a:latin typeface="Arial"/>
                <a:ea typeface="Arial"/>
                <a:cs typeface="Arial"/>
              </a:defRPr>
            </a:pPr>
            <a:r>
              <a:rPr sz="1050" b="1">
                <a:solidFill>
                  <a:srgbClr val="0B786F"/>
                </a:solidFill>
                <a:latin typeface="Arial"/>
                <a:ea typeface="Arial"/>
                <a:cs typeface="Arial"/>
              </a:rPr>
              <a:t>KẾT QUẢ MÔ PHỎNG · MẠCH RC</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524500"/>
            <a:ext cx="1028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B31"/>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275" b="0">
                <a:solidFill>
                  <a:srgbClr val="102B31"/>
                </a:solidFill>
                <a:latin typeface="Arial"/>
                <a:ea typeface="Arial"/>
                <a:cs typeface="Arial"/>
              </a:defRPr>
            </a:pPr>
            <a:r>
              <a:rPr sz="1275" b="0">
                <a:solidFill>
                  <a:srgbClr val="102B31"/>
                </a:solidFill>
                <a:latin typeface="Arial"/>
                <a:ea typeface="Arial"/>
                <a:cs typeface="Arial"/>
              </a:rPr>
              <a:t>Đỉnh ADC mô phỏng ≤2,84 V với R ±5%. Khi thử trên bo, cần hiệu chuẩn ADC, đồng bộ mẫu và xác nhận gate.</a:t>
            </a:r>
          </a:p>
        </p:txBody>
      </p:sp>
      <p:sp>
        <p:nvSpPr>
          <p:cNvPr id="10" name="slide-2-page">
            <a:extLst xmlns:a="http://schemas.openxmlformats.org/drawingml/2006/main">
              <a:ext uri="{FF2B5EF4-FFF2-40B4-BE49-F238E27FC236}">
                <a16:creationId xmlns:a16="http://schemas.microsoft.com/office/drawing/2014/main" id="{CAAB1113-D6FE-4806-8569-47C209020F6F}"/>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defRPr sz="900" b="1">
                <a:solidFill>
                  <a:srgbClr val="0B786F"/>
                </a:solidFill>
                <a:latin typeface="Arial"/>
                <a:ea typeface="Arial"/>
                <a:cs typeface="Arial"/>
              </a:defRPr>
            </a:lvl1pPr>
            <a:lvl2pPr algn="r">
              <a:defRPr sz="900" b="1">
                <a:solidFill>
                  <a:srgbClr val="0B786F"/>
                </a:solidFill>
                <a:latin typeface="Arial"/>
                <a:ea typeface="Arial"/>
                <a:cs typeface="Arial"/>
              </a:defRPr>
            </a:lvl2pPr>
            <a:lvl3pPr algn="r">
              <a:defRPr sz="900" b="1">
                <a:solidFill>
                  <a:srgbClr val="0B786F"/>
                </a:solidFill>
                <a:latin typeface="Arial"/>
                <a:ea typeface="Arial"/>
                <a:cs typeface="Arial"/>
              </a:defRPr>
            </a:lvl3pPr>
            <a:lvl4pPr algn="r">
              <a:defRPr sz="900" b="1">
                <a:solidFill>
                  <a:srgbClr val="0B786F"/>
                </a:solidFill>
                <a:latin typeface="Arial"/>
                <a:ea typeface="Arial"/>
                <a:cs typeface="Arial"/>
              </a:defRPr>
            </a:lvl4pPr>
            <a:lvl5pPr algn="r">
              <a:defRPr sz="900" b="1">
                <a:solidFill>
                  <a:srgbClr val="0B786F"/>
                </a:solidFill>
                <a:latin typeface="Arial"/>
                <a:ea typeface="Arial"/>
                <a:cs typeface="Arial"/>
              </a:defRPr>
            </a:lvl5pPr>
            <a:lvl6pPr algn="r">
              <a:defRPr sz="900" b="1">
                <a:solidFill>
                  <a:srgbClr val="0B786F"/>
                </a:solidFill>
                <a:latin typeface="Arial"/>
                <a:ea typeface="Arial"/>
                <a:cs typeface="Arial"/>
              </a:defRPr>
            </a:lvl6pPr>
            <a:lvl7pPr algn="r">
              <a:defRPr sz="900" b="1">
                <a:solidFill>
                  <a:srgbClr val="0B786F"/>
                </a:solidFill>
                <a:latin typeface="Arial"/>
                <a:ea typeface="Arial"/>
                <a:cs typeface="Arial"/>
              </a:defRPr>
            </a:lvl7pPr>
            <a:lvl8pPr algn="r">
              <a:defRPr sz="900" b="1">
                <a:solidFill>
                  <a:srgbClr val="0B786F"/>
                </a:solidFill>
                <a:latin typeface="Arial"/>
                <a:ea typeface="Arial"/>
                <a:cs typeface="Arial"/>
              </a:defRPr>
            </a:lvl8pPr>
            <a:lvl9pPr algn="r">
              <a:defRPr sz="900" b="1">
                <a:solidFill>
                  <a:srgbClr val="0B786F"/>
                </a:solidFill>
                <a:latin typeface="Arial"/>
                <a:ea typeface="Arial"/>
                <a:cs typeface="Arial"/>
              </a:defRPr>
            </a:lvl9pPr>
          </a:lstStyle>
          <a:p xmlns:a="http://schemas.openxmlformats.org/drawingml/2006/main">
            <a:pPr algn="r">
              <a:defRPr sz="900" b="1">
                <a:solidFill>
                  <a:srgbClr val="0B786F"/>
                </a:solidFill>
                <a:latin typeface="Arial"/>
                <a:ea typeface="Arial"/>
                <a:cs typeface="Arial"/>
              </a:defRPr>
            </a:pPr>
            <a:r>
              <a:rPr sz="900" b="1">
                <a:solidFill>
                  <a:srgbClr val="0B786F"/>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8A9DCF00-6D67-4B55-930A-192FF97EE27D}"/>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1">
                <a:solidFill>
                  <a:srgbClr val="526B70"/>
                </a:solidFill>
                <a:latin typeface="Arial"/>
                <a:ea typeface="Arial"/>
                <a:cs typeface="Arial"/>
              </a:defRPr>
            </a:defPPr>
            <a:lvl1pPr algn="r">
              <a:defRPr sz="825" b="1">
                <a:solidFill>
                  <a:srgbClr val="526B70"/>
                </a:solidFill>
                <a:latin typeface="Arial"/>
                <a:ea typeface="Arial"/>
                <a:cs typeface="Arial"/>
              </a:defRPr>
            </a:lvl1pPr>
            <a:lvl2pPr algn="r">
              <a:defRPr sz="825" b="1">
                <a:solidFill>
                  <a:srgbClr val="526B70"/>
                </a:solidFill>
                <a:latin typeface="Arial"/>
                <a:ea typeface="Arial"/>
                <a:cs typeface="Arial"/>
              </a:defRPr>
            </a:lvl2pPr>
            <a:lvl3pPr algn="r">
              <a:defRPr sz="825" b="1">
                <a:solidFill>
                  <a:srgbClr val="526B70"/>
                </a:solidFill>
                <a:latin typeface="Arial"/>
                <a:ea typeface="Arial"/>
                <a:cs typeface="Arial"/>
              </a:defRPr>
            </a:lvl3pPr>
            <a:lvl4pPr algn="r">
              <a:defRPr sz="825" b="1">
                <a:solidFill>
                  <a:srgbClr val="526B70"/>
                </a:solidFill>
                <a:latin typeface="Arial"/>
                <a:ea typeface="Arial"/>
                <a:cs typeface="Arial"/>
              </a:defRPr>
            </a:lvl4pPr>
            <a:lvl5pPr algn="r">
              <a:defRPr sz="825" b="1">
                <a:solidFill>
                  <a:srgbClr val="526B70"/>
                </a:solidFill>
                <a:latin typeface="Arial"/>
                <a:ea typeface="Arial"/>
                <a:cs typeface="Arial"/>
              </a:defRPr>
            </a:lvl5pPr>
            <a:lvl6pPr algn="r">
              <a:defRPr sz="825" b="1">
                <a:solidFill>
                  <a:srgbClr val="526B70"/>
                </a:solidFill>
                <a:latin typeface="Arial"/>
                <a:ea typeface="Arial"/>
                <a:cs typeface="Arial"/>
              </a:defRPr>
            </a:lvl6pPr>
            <a:lvl7pPr algn="r">
              <a:defRPr sz="825" b="1">
                <a:solidFill>
                  <a:srgbClr val="526B70"/>
                </a:solidFill>
                <a:latin typeface="Arial"/>
                <a:ea typeface="Arial"/>
                <a:cs typeface="Arial"/>
              </a:defRPr>
            </a:lvl7pPr>
            <a:lvl8pPr algn="r">
              <a:defRPr sz="825" b="1">
                <a:solidFill>
                  <a:srgbClr val="526B70"/>
                </a:solidFill>
                <a:latin typeface="Arial"/>
                <a:ea typeface="Arial"/>
                <a:cs typeface="Arial"/>
              </a:defRPr>
            </a:lvl8pPr>
            <a:lvl9pPr algn="r">
              <a:defRPr sz="825" b="1">
                <a:solidFill>
                  <a:srgbClr val="526B70"/>
                </a:solidFill>
                <a:latin typeface="Arial"/>
                <a:ea typeface="Arial"/>
                <a:cs typeface="Arial"/>
              </a:defRPr>
            </a:lvl9pPr>
          </a:lstStyle>
          <a:p xmlns:a="http://schemas.openxmlformats.org/drawingml/2006/main">
            <a:pPr algn="r">
              <a:defRPr sz="825" b="1">
                <a:solidFill>
                  <a:srgbClr val="526B70"/>
                </a:solidFill>
                <a:latin typeface="Arial"/>
                <a:ea typeface="Arial"/>
                <a:cs typeface="Arial"/>
              </a:defRPr>
            </a:pPr>
            <a:r>
              <a:rPr sz="825" b="1">
                <a:solidFill>
                  <a:srgbClr val="526B70"/>
                </a:solidFill>
                <a:latin typeface="Arial"/>
                <a:ea typeface="Arial"/>
                <a:cs typeface="Arial"/>
              </a:rPr>
              <a:t>TỔNG THAM KHẢO</a:t>
            </a:r>
          </a:p>
        </p:txBody>
      </p:sp>
      <p:sp>
        <p:nvSpPr>
          <p:cNvPr id="12" name="total-value">
            <a:extLst xmlns:a="http://schemas.openxmlformats.org/drawingml/2006/main">
              <a:ext uri="{FF2B5EF4-FFF2-40B4-BE49-F238E27FC236}">
                <a16:creationId xmlns:a16="http://schemas.microsoft.com/office/drawing/2014/main" id="{1D62128F-651E-428F-89AF-00178AB2881B}"/>
              </a:ext>
            </a:extLst>
          </p:cNvPr>
          <p:cNvSpPr>
            <a:spLocks xmlns:a="http://schemas.openxmlformats.org/drawingml/2006/main" noGrp="1"/>
          </p:cNvSpPr>
          <p:nvPr/>
        </p:nvSpPr>
        <p:spPr>
          <a:xfrm xmlns:a="http://schemas.openxmlformats.org/drawingml/2006/main">
            <a:off x="8524875" y="54292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250" b="1">
                <a:solidFill>
                  <a:srgbClr val="0B786F"/>
                </a:solidFill>
                <a:latin typeface="Arial"/>
                <a:ea typeface="Arial"/>
                <a:cs typeface="Arial"/>
              </a:defRPr>
            </a:defPPr>
            <a:lvl1pPr algn="r">
              <a:defRPr sz="2250" b="1">
                <a:solidFill>
                  <a:srgbClr val="0B786F"/>
                </a:solidFill>
                <a:latin typeface="Arial"/>
                <a:ea typeface="Arial"/>
                <a:cs typeface="Arial"/>
              </a:defRPr>
            </a:lvl1pPr>
            <a:lvl2pPr algn="r">
              <a:defRPr sz="2250" b="1">
                <a:solidFill>
                  <a:srgbClr val="0B786F"/>
                </a:solidFill>
                <a:latin typeface="Arial"/>
                <a:ea typeface="Arial"/>
                <a:cs typeface="Arial"/>
              </a:defRPr>
            </a:lvl2pPr>
            <a:lvl3pPr algn="r">
              <a:defRPr sz="2250" b="1">
                <a:solidFill>
                  <a:srgbClr val="0B786F"/>
                </a:solidFill>
                <a:latin typeface="Arial"/>
                <a:ea typeface="Arial"/>
                <a:cs typeface="Arial"/>
              </a:defRPr>
            </a:lvl3pPr>
            <a:lvl4pPr algn="r">
              <a:defRPr sz="2250" b="1">
                <a:solidFill>
                  <a:srgbClr val="0B786F"/>
                </a:solidFill>
                <a:latin typeface="Arial"/>
                <a:ea typeface="Arial"/>
                <a:cs typeface="Arial"/>
              </a:defRPr>
            </a:lvl4pPr>
            <a:lvl5pPr algn="r">
              <a:defRPr sz="2250" b="1">
                <a:solidFill>
                  <a:srgbClr val="0B786F"/>
                </a:solidFill>
                <a:latin typeface="Arial"/>
                <a:ea typeface="Arial"/>
                <a:cs typeface="Arial"/>
              </a:defRPr>
            </a:lvl5pPr>
            <a:lvl6pPr algn="r">
              <a:defRPr sz="2250" b="1">
                <a:solidFill>
                  <a:srgbClr val="0B786F"/>
                </a:solidFill>
                <a:latin typeface="Arial"/>
                <a:ea typeface="Arial"/>
                <a:cs typeface="Arial"/>
              </a:defRPr>
            </a:lvl6pPr>
            <a:lvl7pPr algn="r">
              <a:defRPr sz="2250" b="1">
                <a:solidFill>
                  <a:srgbClr val="0B786F"/>
                </a:solidFill>
                <a:latin typeface="Arial"/>
                <a:ea typeface="Arial"/>
                <a:cs typeface="Arial"/>
              </a:defRPr>
            </a:lvl7pPr>
            <a:lvl8pPr algn="r">
              <a:defRPr sz="2250" b="1">
                <a:solidFill>
                  <a:srgbClr val="0B786F"/>
                </a:solidFill>
                <a:latin typeface="Arial"/>
                <a:ea typeface="Arial"/>
                <a:cs typeface="Arial"/>
              </a:defRPr>
            </a:lvl8pPr>
            <a:lvl9pPr algn="r">
              <a:defRPr sz="2250" b="1">
                <a:solidFill>
                  <a:srgbClr val="0B786F"/>
                </a:solidFill>
                <a:latin typeface="Arial"/>
                <a:ea typeface="Arial"/>
                <a:cs typeface="Arial"/>
              </a:defRPr>
            </a:lvl9pPr>
          </a:lstStyle>
          <a:p xmlns:a="http://schemas.openxmlformats.org/drawingml/2006/main">
            <a:pPr algn="r">
              <a:defRPr sz="2250" b="1">
                <a:solidFill>
                  <a:srgbClr val="0B786F"/>
                </a:solidFill>
                <a:latin typeface="Arial"/>
                <a:ea typeface="Arial"/>
                <a:cs typeface="Arial"/>
              </a:defRPr>
            </a:pPr>
            <a:r>
              <a:rPr sz="2250" b="1">
                <a:solidFill>
                  <a:srgbClr val="0B786F"/>
                </a:solidFill>
                <a:latin typeface="Arial"/>
                <a:ea typeface="Arial"/>
                <a:cs typeface="Arial"/>
              </a:rPr>
              <a:t>≈622.000₫</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000" b="1">
                <a:solidFill>
                  <a:srgbClr val="102B31"/>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000" b="1">
                <a:solidFill>
                  <a:srgbClr val="102B31"/>
                </a:solidFill>
                <a:latin typeface="Arial"/>
                <a:ea typeface="Arial"/>
                <a:cs typeface="Arial"/>
              </a:defRPr>
            </a:pPr>
            <a:r>
              <a:rPr sz="3000" b="1">
                <a:solidFill>
                  <a:srgbClr val="102B31"/>
                </a:solidFill>
                <a:latin typeface="Arial"/>
                <a:ea typeface="Arial"/>
                <a:cs typeface="Arial"/>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575" b="1">
                <a:solidFill>
                  <a:srgbClr val="102B31"/>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Tạo lại r01/a02 ở 1 kHz; phát bằng timer/DMA để giảm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575" b="1">
                <a:solidFill>
                  <a:srgbClr val="102B31"/>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GPIO25 → R1 → ADC GPIO1; R2 // C1 xuống GND. Đo đỉnh ADC trước khi chạy pipeline.</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575" b="1">
                <a:solidFill>
                  <a:srgbClr val="102B31"/>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575" b="1">
                <a:solidFill>
                  <a:srgbClr val="102B31"/>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r01: đối chiếu F1 và jitter. a02: kiểm tra gate từ chối, ẩn fHR. 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2343A"/>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7ED7B"/>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050" b="1">
                <a:solidFill>
                  <a:srgbClr val="D7ED7B"/>
                </a:solidFill>
                <a:latin typeface="Arial"/>
                <a:ea typeface="Arial"/>
                <a:cs typeface="Arial"/>
              </a:defRPr>
            </a:pPr>
            <a:r>
              <a:rPr sz="1050" b="1">
                <a:solidFill>
                  <a:srgbClr val="D7ED7B"/>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FFFF"/>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01 / Lấy mẫu 1 kHz</a:t>
            </a:r>
          </a:p>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Không mất mẫu; ghi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02 / ADC không clipping</a:t>
            </a:r>
          </a:p>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Tín hiệu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03 / TCN chạy trên bo</a:t>
            </a:r>
          </a:p>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Kết quả khớp offline trong dung sai định trước.</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solidFill xmlns:a="http://schemas.openxmlformats.org/drawingml/2006/main">
            <a:srgbClr val="E7F2ED"/>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02B3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125" b="1">
                <a:solidFill>
                  <a:srgbClr val="102B31"/>
                </a:solidFill>
                <a:latin typeface="Arial"/>
                <a:ea typeface="Arial"/>
                <a:cs typeface="Arial"/>
              </a:defRPr>
            </a:pPr>
            <a:r>
              <a:rPr sz="1125" b="1">
                <a:solidFill>
                  <a:srgbClr val="102B31"/>
                </a:solidFill>
                <a:latin typeface="Arial"/>
                <a:ea typeface="Arial"/>
                <a:cs typeface="Arial"/>
              </a:rPr>
              <a:t>Hiện tại: playback 250 Hz + firmware thu demo; chưa kiểm chứng TCN trên bo.</a:t>
            </a:r>
          </a:p>
        </p:txBody>
      </p:sp>
      <p:sp>
        <p:nvSpPr>
          <p:cNvPr id="35" name="slide-3-page">
            <a:extLst xmlns:a="http://schemas.openxmlformats.org/drawingml/2006/main">
              <a:ext uri="{FF2B5EF4-FFF2-40B4-BE49-F238E27FC236}">
                <a16:creationId xmlns:a16="http://schemas.microsoft.com/office/drawing/2014/main" id="{76069783-78CF-4FF4-95E4-2D648194EFAA}"/>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defRPr sz="900" b="1">
                <a:solidFill>
                  <a:srgbClr val="0B786F"/>
                </a:solidFill>
                <a:latin typeface="Arial"/>
                <a:ea typeface="Arial"/>
                <a:cs typeface="Arial"/>
              </a:defRPr>
            </a:lvl1pPr>
            <a:lvl2pPr algn="r">
              <a:defRPr sz="900" b="1">
                <a:solidFill>
                  <a:srgbClr val="0B786F"/>
                </a:solidFill>
                <a:latin typeface="Arial"/>
                <a:ea typeface="Arial"/>
                <a:cs typeface="Arial"/>
              </a:defRPr>
            </a:lvl2pPr>
            <a:lvl3pPr algn="r">
              <a:defRPr sz="900" b="1">
                <a:solidFill>
                  <a:srgbClr val="0B786F"/>
                </a:solidFill>
                <a:latin typeface="Arial"/>
                <a:ea typeface="Arial"/>
                <a:cs typeface="Arial"/>
              </a:defRPr>
            </a:lvl3pPr>
            <a:lvl4pPr algn="r">
              <a:defRPr sz="900" b="1">
                <a:solidFill>
                  <a:srgbClr val="0B786F"/>
                </a:solidFill>
                <a:latin typeface="Arial"/>
                <a:ea typeface="Arial"/>
                <a:cs typeface="Arial"/>
              </a:defRPr>
            </a:lvl4pPr>
            <a:lvl5pPr algn="r">
              <a:defRPr sz="900" b="1">
                <a:solidFill>
                  <a:srgbClr val="0B786F"/>
                </a:solidFill>
                <a:latin typeface="Arial"/>
                <a:ea typeface="Arial"/>
                <a:cs typeface="Arial"/>
              </a:defRPr>
            </a:lvl5pPr>
            <a:lvl6pPr algn="r">
              <a:defRPr sz="900" b="1">
                <a:solidFill>
                  <a:srgbClr val="0B786F"/>
                </a:solidFill>
                <a:latin typeface="Arial"/>
                <a:ea typeface="Arial"/>
                <a:cs typeface="Arial"/>
              </a:defRPr>
            </a:lvl6pPr>
            <a:lvl7pPr algn="r">
              <a:defRPr sz="900" b="1">
                <a:solidFill>
                  <a:srgbClr val="0B786F"/>
                </a:solidFill>
                <a:latin typeface="Arial"/>
                <a:ea typeface="Arial"/>
                <a:cs typeface="Arial"/>
              </a:defRPr>
            </a:lvl7pPr>
            <a:lvl8pPr algn="r">
              <a:defRPr sz="900" b="1">
                <a:solidFill>
                  <a:srgbClr val="0B786F"/>
                </a:solidFill>
                <a:latin typeface="Arial"/>
                <a:ea typeface="Arial"/>
                <a:cs typeface="Arial"/>
              </a:defRPr>
            </a:lvl8pPr>
            <a:lvl9pPr algn="r">
              <a:defRPr sz="900" b="1">
                <a:solidFill>
                  <a:srgbClr val="0B786F"/>
                </a:solidFill>
                <a:latin typeface="Arial"/>
                <a:ea typeface="Arial"/>
                <a:cs typeface="Arial"/>
              </a:defRPr>
            </a:lvl9pPr>
          </a:lstStyle>
          <a:p xmlns:a="http://schemas.openxmlformats.org/drawingml/2006/main">
            <a:pPr algn="r">
              <a:defRPr sz="900" b="1">
                <a:solidFill>
                  <a:srgbClr val="0B786F"/>
                </a:solidFill>
                <a:latin typeface="Arial"/>
                <a:ea typeface="Arial"/>
                <a:cs typeface="Arial"/>
              </a:defRPr>
            </a:pPr>
            <a:r>
              <a:rPr sz="900" b="1">
                <a:solidFill>
                  <a:srgbClr val="0B786F"/>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2026-10-18T03:42:53.5410000Z</dcterms:created>
  <dcterms:modified xsi:type="dcterms:W3CDTF">2026-10-18T03:42:53.5410000Z</dcterms:modified>
</coreProperties>
</file>