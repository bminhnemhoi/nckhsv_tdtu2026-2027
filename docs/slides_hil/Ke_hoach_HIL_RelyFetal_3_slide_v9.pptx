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3eb634254b945ea" /><Relationship Type="http://schemas.openxmlformats.org/officeDocument/2006/relationships/extended-properties" Target="/docProps/app.xml" Id="R68ffbce72cf444f1" /><Relationship Type="http://schemas.openxmlformats.org/officeDocument/2006/relationships/officeDocument" Target="/ppt/presentation.xml" Id="Rca7b0df8aa804480" /></Relationships>
</file>

<file path=ppt/presentation.xml><?xml version="1.0" encoding="utf-8"?>
<p:presentation xmlns:p="http://schemas.openxmlformats.org/presentationml/2006/main">
  <p:sldMasterIdLst>
    <p:sldMasterId xmlns:r="http://schemas.openxmlformats.org/officeDocument/2006/relationships" id="2147483648" r:id="Rd1a525843b1a43bf"/>
  </p:sldMasterIdLst>
  <p:notesMasterIdLst>
    <p:notesMasterId xmlns:r="http://schemas.openxmlformats.org/officeDocument/2006/relationships" r:id="Rc9f3b50942b640a7"/>
  </p:notesMasterIdLst>
  <p:sldIdLst>
    <p:sldId xmlns:r="http://schemas.openxmlformats.org/officeDocument/2006/relationships" id="256" r:id="R851caebcb71541cf"/>
    <p:sldId xmlns:r="http://schemas.openxmlformats.org/officeDocument/2006/relationships" id="257" r:id="R5632242bb8e84f03"/>
    <p:sldId xmlns:r="http://schemas.openxmlformats.org/officeDocument/2006/relationships" id="258" r:id="Ra953f4a621164eb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ba9d47fc5df4045" /><Relationship Type="http://schemas.openxmlformats.org/officeDocument/2006/relationships/slideMaster" Target="/ppt/slideMasters/slideMaster1.xml" Id="Rd1a525843b1a43bf" /><Relationship Type="http://schemas.openxmlformats.org/officeDocument/2006/relationships/notesMaster" Target="/ppt/notesMasters/notesMaster1.xml" Id="Rc9f3b50942b640a7" /><Relationship Type="http://schemas.openxmlformats.org/officeDocument/2006/relationships/presProps" Target="/ppt/presProps.xml" Id="R5475d446947947a0" /><Relationship Type="http://schemas.openxmlformats.org/officeDocument/2006/relationships/tableStyles" Target="/ppt/tableStyles.xml" Id="R7a4dcc9f87b84b31" /><Relationship Type="http://schemas.openxmlformats.org/officeDocument/2006/relationships/slide" Target="/ppt/slides/slide1.xml" Id="R851caebcb71541cf" /><Relationship Type="http://schemas.openxmlformats.org/officeDocument/2006/relationships/slide" Target="/ppt/slides/slide2.xml" Id="R5632242bb8e84f03" /><Relationship Type="http://schemas.openxmlformats.org/officeDocument/2006/relationships/slide" Target="/ppt/slides/slide3.xml" Id="Ra953f4a621164eb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f72d2decd5544a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fd8b10cab4c4fd6" /><Relationship Type="http://schemas.openxmlformats.org/officeDocument/2006/relationships/notesMaster" Target="/ppt/notesMasters/notesMaster1.xml" Id="R680d3143089c4137" /></Relationships>
</file>

<file path=ppt/notesSlides/_rels/notesSlide2.xml.rels>&#65279;<?xml version="1.0" encoding="utf-8"?><Relationships xmlns="http://schemas.openxmlformats.org/package/2006/relationships"><Relationship Type="http://schemas.openxmlformats.org/officeDocument/2006/relationships/slide" Target="/ppt/slides/slide2.xml" Id="R5105e2a38e824b3e" /><Relationship Type="http://schemas.openxmlformats.org/officeDocument/2006/relationships/notesMaster" Target="/ppt/notesMasters/notesMaster1.xml" Id="Ra8c543772d9f4cc2" /></Relationships>
</file>

<file path=ppt/notesSlides/_rels/notesSlide3.xml.rels>&#65279;<?xml version="1.0" encoding="utf-8"?><Relationships xmlns="http://schemas.openxmlformats.org/package/2006/relationships"><Relationship Type="http://schemas.openxmlformats.org/officeDocument/2006/relationships/slide" Target="/ppt/slides/slide3.xml" Id="R66eafa5870df421f" /><Relationship Type="http://schemas.openxmlformats.org/officeDocument/2006/relationships/notesMaster" Target="/ppt/notesMasters/notesMaster1.xml" Id="R4ac2662c005645f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Đây là sơ đồ đấu dây theo đầu nối/net: J1.1 GPIO25/DAC1 -&gt; R1 10 kΩ nối tiếp -&gt; N1/ADC_IN -&gt; J2.1 GPIO1/ADC1_CH0. Từ N1, R2 56 kΩ và C1 100 nF mắc song song xuống GND chung. J1.2 GND và J2.2 GND là mass chung. OLED J3: pin1 VCC -&gt; J2 3V3, pin2 GND -&gt; GND, pin3 SDA -&gt; GPIO8, pin4 SCL -&gt; GPIO9; module cấp 3,3 V, không cấp 5 V. Mỗi board cấp nguồn riêng bằng USB tương thích. Dùng mã chân GPIO trên nhãn bo; hình không nhằm chỉ vị trí lỗ vật lý vì layout clone khác nhau. Tài liệu Espressif xác nhận DAC ESP32 GPIO25 https://docs.espressif.com/projects/esp-idf/en/latest/esp32/api-reference/peripherals/dac.html ; GPIO1=ADC1_CH0 và GPIO8/9 là chân ADC-capable/general GPIO https://docs.espressif.com/projects/esp-hardware-design-guidelines/en/latest/esp32s3/schematic-checklist.html . N8R8 board memory specification https://docs.espressif.com/projects/esp-dev-kits/en/latest/esp32s3/esp32-s3-devkitc-1/user_guide_v1.1.html . Circuit-level wiring supports current 250 Hz electronic demo; TCN inference still requires firmware/sampling update as already noted in slide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Danh sách đã đồng bộ với sơ đồ slide 1: R1=10 kΩ, R2=56 kΩ, C1=100 nF; cầu chia áp đưa tối đa 3,3 V xuống khoảng 2,8 V. N8R8 official board has 8 MB flash + 8 MB PSRAM https://docs.espressif.com/projects/esp-dev-kits/en/latest/esp32s3/esp32-s3-devkitc-1/user_guide_v1.1.html ; GPIO1 is ADC1_CH0 and ADC 12 dB nominal range is about 0–3.1 V https://docs.espressif.com/projects/esp-idf/en/latest/esp32s3/api-reference/peripherals/adc.html . Clone-board pin mapping can vary; verify silkscreen/module before ordering.</a:t>
            </a:r>
          </a:p>
          <a:p xmlns:a="http://schemas.openxmlformats.org/drawingml/2006/main">
            <a:br/>
            <a:br/>
            <a:r>
              <a:t>KIỂM THỬ MÔ PHỎNG (18/10/2026)</a:t>
            </a:r>
            <a:br/>
            <a:r>
              <a:t>Chạy python3 analysis/hardware_simulator/simulate_hil_rc.py. Mô hình dùng ECG_RECORD_R01/A02 (2.500 mẫu/ca ở 250 Hz), DAC 0–3,3 V lý tưởng, R1=10 kΩ, R2=56 kΩ, C1=100 nF, 12-bit ADC lý tưởng và lệch pha nguồn/thu 0,1–3,9 ms. Kết quả: gain=0,8485; tau=0,848 ms; fc=187,6 Hz; VADC peak danh định 2,800 V, góc R±5% cao nhất 2,841 V. Ở pha 0,1 ms, tương quan dạng sóng với DAC lý tưởng là 0,876 (r01) và 0,754 (a02); khi pha 3,9 ms gần 1. Suy ra điện áp không vượt 3,0 V mục tiêu trong mô hình, nhưng firmware lấy mẫu tự do 250 Hz không đồng bộ, nên kết quả dạng sóng phụ thuộc pha. ADC mean lý tưởng ca a02 ≈2.094 mã, dưới ngưỡng 2.150 của gate hiện tại; gate demo có thể không từ chối ca a02. Đây là mô phỏng tín hiệu và kiểm tra mã, chưa thay thế đo oscilloscope/ADC thật. Firmware hiện tại cũng chưa nạp/chạy TCN thật.</a:t>
            </a:r>
            <a:br/>
            <a:br/>
            <a:r>
              <a:t>GIÁ TRA CỨU (VNĐ, chưa gồm vận chuyển; giá/biến thể có thể đổi)</a:t>
            </a:r>
            <a:br/>
            <a:r>
              <a:t>J1 Shopee, ESP32 DevKit V1 ESP-WROOM-32, 109.000: https://shopee.vn/ESP32-DevKit-V1-ESP32-WROOM-32-WiFi-Bluetooth-Development-Board-%E2%80%93-Kit-Ph%C3%A1t-Tri%E1%BB%83n-IoT-Ch%C3%ADnh-H%C3%A3ng-i.65776741.42482058047</a:t>
            </a:r>
            <a:br/>
            <a:r>
              <a:t>J2 TMe, ESP32-S3 Dev dựa ESP32-S3-WROOM-1 N8R8, mã trang 2504, 250.000: https://tme.vn/Product.aspx?id=2504</a:t>
            </a:r>
            <a:br/>
            <a:r>
              <a:t>J3 Shopee PCBLab, SSD1306 0.96in 128x64 4-pin, 60.086: https://shopee.vn/M%C3%A0n-h%C3%ACnh-OLED-0.96-inch-I2C-SSD1306-128x64-giao-ti%E1%BA%BFp-I2C-4-ch%C3%A2n-VCC-GND-SCL-SDA-d%C3%B9ng-cho-Arduino-ESP32-STM32-i.1723076079.51514172829</a:t>
            </a:r>
            <a:br/>
            <a:r>
              <a:t>R1 10 kΩ and R2 56 kΩ, carbon film through-hole 1/4 W 5%, Thegioiic 55 each, MOQ 50 each; R2 seller code IC929: https://www.thegioiic.com/dien-tro-56-kohm-1-4w-5-4-vong-mau ; 10 kΩ listing: https://www.thegioiic.com/dien-tro-10-kohm-1-4w-5-4-vong-mau</a:t>
            </a:r>
            <a:br/>
            <a:r>
              <a:t>C1 ceramic 104 100 nF 50 V, Shopee 10 pcs 6.000: https://shopee.vn/T%E1%BB%A5-g%E1%BB%91m-104-100nF-50V-Ceramic-%2810pcs%29-i.29186330.43423148258</a:t>
            </a:r>
            <a:br/>
            <a:r>
              <a:t>Breadboard MB-102 830 tie points, 32.000: https://shopee.vn/Breadboard-MB-102-830-l%E1%BB%97-Nh%E1%BB%B1a-ABS-ch%E1%BA%A5t-l%C6%B0%E1%BB%A3ng-cao-i.120349161.5216095760 ; Dupont 40P, 21 cm, 31.900–39.900: https://shopee.vn/-B%E1%BB%99-S%E1%BB%A3i-D%C3%A2y-N%E1%BB%91i-40P-D%C3%A0i-21Cm-%28-2-%C4%90%E1%BA%A7u-%C4%90%E1%BB%B1c-C%C3%A1i-%29-D%C3%A2y-C%E1%BA%AFm-Test-M%E1%BA%A1ch--i.61435118.25088627856</a:t>
            </a:r>
            <a:br/>
            <a:r>
              <a:t>USB Micro-B data cable 1 m, Shopee 47.880: https://shopee.vn/C%C3%A1p-d%E1%BB%AF-li%E1%BB%87u-s%E1%BA%A1c-nhanh-USB-Micro-USB-1m-i.376801883.28332691601 ; USB-A to USB-C data cable 1 m, USAMS Shopee 79.420: https://shopee.vn/Usams-D%C3%A2y-C%C3%A1p-S%E1%BA%A1c-Nhanh-Truy%E1%BB%81n-D%E1%BB%AF-Li%E1%BB%87u-%C4%90%E1%BA%A7u-USB-Type-C-D%C3%A0i-1M-D%C3%A0nh-Cho-%C4%90i%E1%BB%87n-Tho%E1%BA%A1i-i.408923716.22343546073</a:t>
            </a:r>
            <a:br/>
            <a:r>
              <a:t>ESP32 DAC GPIO25 official source: https://docs.espressif.com/projects/esp-idf/en/latest/esp32/api-reference/peripherals/dac.html ; ESP32-S3 GPIO1 ADC1_CH0 and calibration caution: https://docs.espressif.com/projects/esp-hardware-design-guidelines/en/latest/esp32s3/schematic-checklist.html ; N8R8 ordering code and board USB supply options: https://documentation.espressif.com/esp-dev-kits/en/latest/esp32s3/esp32-s3-devkitc-1/user_guide_v1.1.html</a:t>
            </a:r>
            <a:br/>
            <a:r>
              <a:t>*Total is approximately 622.000 VND including minimum resistor packs; excludes shipping and marketplace promotions.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Chi tiết đối chiếu repo: analysis/KIENTRUC.md ghi pipeline huấn luyện/chấm ở 1.000 Hz và phép biến đổi xuống 250 Hz; analysis/hardware_simulator/esp32_patient_simulator.ino hiện phát 250 Hz bằng micros() và in Serial mỗi mẫu; esp32s3_receiver_oled.ino đặt current_fhr = 142, quyết định safe theo trung bình ADC, không gọi mô hình. Vì vậy không được mô tả kết quả firmware demo là kết quả HIL của TCN. Với ADC, 12 dB có dải đo danh định 0–3,1 V; divider giảm đầu ra DAC để có biên an toàn: https://docs.espressif.com/projects/esp-idf/en/latest/esp32s3/api-reference/peripherals/adc.html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8f35d03a9cc41f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2867e5913b8449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a3f22a889c9457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75ec65b9f134fc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738f3664ed84f8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6fd9d7887b7446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8D17AF7-5747-4B58-9C4B-AEBF2F4F4E7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9C421D9-42B1-4A5A-8F97-A47FD6C9B62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7DE1114-DA95-4F38-B42D-9CEC0376B10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8F4B9BC-8E38-46B8-B078-03FA44A8F2F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D845838-2289-4A03-B80E-A2CEE791C58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E84CF21-25A6-4FC9-B47B-7F308177D72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3E074DC-30EB-4646-B7C9-2588674B411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0A0CE03-AB36-4932-8556-AE82B8BF213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3F33C01-E35B-48FB-9866-07EEB444846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9B699E3-90FD-4BC3-BFB7-00CA23F891A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2999c7bb5884f43" /><Relationship Type="http://schemas.openxmlformats.org/officeDocument/2006/relationships/slideLayout" Target="/ppt/slideLayouts/slideLayout1.xml" Id="R36a6a74c86bb4eba" /><Relationship Type="http://schemas.openxmlformats.org/officeDocument/2006/relationships/slideLayout" Target="/ppt/slideLayouts/slideLayout2.xml" Id="R7c392a208d504b7e" /><Relationship Type="http://schemas.openxmlformats.org/officeDocument/2006/relationships/slideLayout" Target="/ppt/slideLayouts/slideLayout3.xml" Id="Rf2d4b287ccae429c" /><Relationship Type="http://schemas.openxmlformats.org/officeDocument/2006/relationships/slideLayout" Target="/ppt/slideLayouts/slideLayout4.xml" Id="R8e0431edb32e4ebf" /><Relationship Type="http://schemas.openxmlformats.org/officeDocument/2006/relationships/slideLayout" Target="/ppt/slideLayouts/slideLayout5.xml" Id="R4cd9b6adce9d4bb0" /><Relationship Type="http://schemas.openxmlformats.org/officeDocument/2006/relationships/slideLayout" Target="/ppt/slideLayouts/slideLayout6.xml" Id="Rd8802369254846f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6a6a74c86bb4eba"/>
    <p:sldLayoutId xmlns:r="http://schemas.openxmlformats.org/officeDocument/2006/relationships" id="2147483650" r:id="R7c392a208d504b7e"/>
    <p:sldLayoutId xmlns:r="http://schemas.openxmlformats.org/officeDocument/2006/relationships" id="2147483651" r:id="Rf2d4b287ccae429c"/>
    <p:sldLayoutId xmlns:r="http://schemas.openxmlformats.org/officeDocument/2006/relationships" id="2147483652" r:id="R8e0431edb32e4ebf"/>
    <p:sldLayoutId xmlns:r="http://schemas.openxmlformats.org/officeDocument/2006/relationships" id="2147483653" r:id="R4cd9b6adce9d4bb0"/>
    <p:sldLayoutId xmlns:r="http://schemas.openxmlformats.org/officeDocument/2006/relationships" id="2147483654" r:id="Rd8802369254846f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a04979245964c95" /><Relationship Type="http://schemas.openxmlformats.org/officeDocument/2006/relationships/notesSlide" Target="/ppt/notesSlides/notesSlide1.xml" Id="R1f642b86eca446b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6cff7b9d39d4f36" /><Relationship Type="http://schemas.openxmlformats.org/officeDocument/2006/relationships/notesSlide" Target="/ppt/notesSlides/notesSlide2.xml" Id="R222a4e27b43e497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960a497aa034114" /><Relationship Type="http://schemas.openxmlformats.org/officeDocument/2006/relationships/notesSlide" Target="/ppt/notesSlides/notesSlide3.xml" Id="R963f6edc11334d84" /></Relationships>
</file>

<file path=ppt/slides/slide1.xml><?xml version="1.0" encoding="utf-8"?>
<p:sld xmlns:p="http://schemas.openxmlformats.org/presentationml/2006/main">
  <p:cSld>
    <p:bg>
      <p:bgPr>
        <a:solidFill xmlns:a="http://schemas.openxmlformats.org/drawingml/2006/main">
          <a:srgbClr val="FCFDFB"/>
        </a:solidFill>
      </p:bgPr>
    </p:bg>
    <p:spTree>
      <p:nvGrpSpPr>
        <p:cNvPr id="1" name=""/>
        <p:cNvGrpSpPr/>
        <p:nvPr/>
      </p:nvGrpSpPr>
      <p:grpSpPr>
        <a:xfrm xmlns:a="http://schemas.openxmlformats.org/drawingml/2006/main"/>
      </p:grpSpPr>
      <p:sp>
        <p:nvSpPr>
          <p:cNvPr id="30" name="slide-1-title">
            <a:extLst xmlns:a="http://schemas.openxmlformats.org/drawingml/2006/main">
              <a:ext uri="{FF2B5EF4-FFF2-40B4-BE49-F238E27FC236}">
                <a16:creationId xmlns:a16="http://schemas.microsoft.com/office/drawing/2014/main" id="{56DD0CE9-7284-4D17-BE8B-D75C7B54369C}"/>
              </a:ext>
            </a:extLst>
          </p:cNvPr>
          <p:cNvSpPr>
            <a:spLocks xmlns:a="http://schemas.openxmlformats.org/drawingml/2006/main" noGrp="1"/>
          </p:cNvSpPr>
          <p:nvPr/>
        </p:nvSpPr>
        <p:spPr>
          <a:xfrm xmlns:a="http://schemas.openxmlformats.org/drawingml/2006/main">
            <a:off x="609600" y="36195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3300" b="1">
                <a:solidFill>
                  <a:srgbClr val="122F38"/>
                </a:solidFill>
                <a:latin typeface="Arial"/>
                <a:ea typeface="Arial"/>
                <a:cs typeface="Arial"/>
              </a:defRPr>
            </a:defPPr>
            <a:lvl1pPr algn="l">
              <a:buNone/>
              <a:defRPr sz="2700" b="1">
                <a:solidFill>
                  <a:srgbClr val="11232B"/>
                </a:solidFill>
                <a:latin typeface="Arial"/>
                <a:ea typeface="Arial"/>
                <a:cs typeface="Arial"/>
              </a:defRPr>
            </a:lvl1pPr>
            <a:lvl2pPr algn="l">
              <a:buNone/>
              <a:defRPr sz="2700" b="1">
                <a:solidFill>
                  <a:srgbClr val="11232B"/>
                </a:solidFill>
                <a:latin typeface="Arial"/>
                <a:ea typeface="Arial"/>
                <a:cs typeface="Arial"/>
              </a:defRPr>
            </a:lvl2pPr>
            <a:lvl3pPr algn="l">
              <a:buNone/>
              <a:defRPr sz="2700" b="1">
                <a:solidFill>
                  <a:srgbClr val="11232B"/>
                </a:solidFill>
                <a:latin typeface="Arial"/>
                <a:ea typeface="Arial"/>
                <a:cs typeface="Arial"/>
              </a:defRPr>
            </a:lvl3pPr>
            <a:lvl4pPr algn="l">
              <a:buNone/>
              <a:defRPr sz="2700" b="1">
                <a:solidFill>
                  <a:srgbClr val="11232B"/>
                </a:solidFill>
                <a:latin typeface="Arial"/>
                <a:ea typeface="Arial"/>
                <a:cs typeface="Arial"/>
              </a:defRPr>
            </a:lvl4pPr>
            <a:lvl5pPr algn="l">
              <a:buNone/>
              <a:defRPr sz="2700" b="1">
                <a:solidFill>
                  <a:srgbClr val="11232B"/>
                </a:solidFill>
                <a:latin typeface="Arial"/>
                <a:ea typeface="Arial"/>
                <a:cs typeface="Arial"/>
              </a:defRPr>
            </a:lvl5pPr>
            <a:lvl6pPr algn="l">
              <a:buNone/>
              <a:defRPr sz="2700" b="1">
                <a:solidFill>
                  <a:srgbClr val="11232B"/>
                </a:solidFill>
                <a:latin typeface="Arial"/>
                <a:ea typeface="Arial"/>
                <a:cs typeface="Arial"/>
              </a:defRPr>
            </a:lvl6pPr>
            <a:lvl7pPr algn="l">
              <a:buNone/>
              <a:defRPr sz="2700" b="1">
                <a:solidFill>
                  <a:srgbClr val="11232B"/>
                </a:solidFill>
                <a:latin typeface="Arial"/>
                <a:ea typeface="Arial"/>
                <a:cs typeface="Arial"/>
              </a:defRPr>
            </a:lvl7pPr>
            <a:lvl8pPr algn="l">
              <a:buNone/>
              <a:defRPr sz="2700" b="1">
                <a:solidFill>
                  <a:srgbClr val="11232B"/>
                </a:solidFill>
                <a:latin typeface="Arial"/>
                <a:ea typeface="Arial"/>
                <a:cs typeface="Arial"/>
              </a:defRPr>
            </a:lvl8pPr>
            <a:lvl9pPr algn="l">
              <a:buNone/>
              <a:defRPr sz="2700" b="1">
                <a:solidFill>
                  <a:srgbClr val="11232B"/>
                </a:solidFill>
                <a:latin typeface="Arial"/>
                <a:ea typeface="Arial"/>
                <a:cs typeface="Arial"/>
              </a:defRPr>
            </a:lvl9pPr>
          </a:lstStyle>
          <a:p xmlns:a="http://schemas.openxmlformats.org/drawingml/2006/main">
            <a:pPr algn="l">
              <a:buNone/>
              <a:defRPr sz="3300" b="1">
                <a:solidFill>
                  <a:srgbClr val="122F38"/>
                </a:solidFill>
                <a:latin typeface="Arial"/>
                <a:ea typeface="Arial"/>
                <a:cs typeface="Arial"/>
              </a:defRPr>
            </a:pPr>
            <a:r>
              <a:rPr sz="3300" b="1">
                <a:solidFill>
                  <a:srgbClr val="122F38"/>
                </a:solidFill>
                <a:latin typeface="Arial"/>
                <a:ea typeface="Arial"/>
                <a:cs typeface="Arial"/>
              </a:rPr>
              <a:t>Sơ đồ đấu dây HIL</a:t>
            </a:r>
          </a:p>
        </p:txBody>
      </p:sp>
      <p:sp>
        <p:nvSpPr>
          <p:cNvPr id="2" name="slide-1-strap">
            <a:extLst xmlns:a="http://schemas.openxmlformats.org/drawingml/2006/main">
              <a:ext uri="{FF2B5EF4-FFF2-40B4-BE49-F238E27FC236}">
                <a16:creationId xmlns:a16="http://schemas.microsoft.com/office/drawing/2014/main" id="{A5EA16DB-4643-41A2-9C0D-A03D24E4A068}"/>
              </a:ext>
            </a:extLst>
          </p:cNvPr>
          <p:cNvSpPr>
            <a:spLocks xmlns:a="http://schemas.openxmlformats.org/drawingml/2006/main" noGrp="1"/>
          </p:cNvSpPr>
          <p:nvPr/>
        </p:nvSpPr>
        <p:spPr>
          <a:xfrm xmlns:a="http://schemas.openxmlformats.org/drawingml/2006/main">
            <a:off x="628650" y="923925"/>
            <a:ext cx="1047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0">
                <a:solidFill>
                  <a:srgbClr val="5A7076"/>
                </a:solidFill>
                <a:latin typeface="Arial"/>
                <a:ea typeface="Arial"/>
                <a:cs typeface="Arial"/>
              </a:defRPr>
            </a:defPPr>
            <a:lvl1pPr algn="l">
              <a:buNone/>
              <a:defRPr sz="1275" b="0">
                <a:solidFill>
                  <a:srgbClr val="50636A"/>
                </a:solidFill>
                <a:latin typeface="Arial"/>
                <a:ea typeface="Arial"/>
                <a:cs typeface="Arial"/>
              </a:defRPr>
            </a:lvl1pPr>
            <a:lvl2pPr algn="l">
              <a:buNone/>
              <a:defRPr sz="1275" b="0">
                <a:solidFill>
                  <a:srgbClr val="50636A"/>
                </a:solidFill>
                <a:latin typeface="Arial"/>
                <a:ea typeface="Arial"/>
                <a:cs typeface="Arial"/>
              </a:defRPr>
            </a:lvl2pPr>
            <a:lvl3pPr algn="l">
              <a:buNone/>
              <a:defRPr sz="1275" b="0">
                <a:solidFill>
                  <a:srgbClr val="50636A"/>
                </a:solidFill>
                <a:latin typeface="Arial"/>
                <a:ea typeface="Arial"/>
                <a:cs typeface="Arial"/>
              </a:defRPr>
            </a:lvl3pPr>
            <a:lvl4pPr algn="l">
              <a:buNone/>
              <a:defRPr sz="1275" b="0">
                <a:solidFill>
                  <a:srgbClr val="50636A"/>
                </a:solidFill>
                <a:latin typeface="Arial"/>
                <a:ea typeface="Arial"/>
                <a:cs typeface="Arial"/>
              </a:defRPr>
            </a:lvl4pPr>
            <a:lvl5pPr algn="l">
              <a:buNone/>
              <a:defRPr sz="1275" b="0">
                <a:solidFill>
                  <a:srgbClr val="50636A"/>
                </a:solidFill>
                <a:latin typeface="Arial"/>
                <a:ea typeface="Arial"/>
                <a:cs typeface="Arial"/>
              </a:defRPr>
            </a:lvl5pPr>
            <a:lvl6pPr algn="l">
              <a:buNone/>
              <a:defRPr sz="1275" b="0">
                <a:solidFill>
                  <a:srgbClr val="50636A"/>
                </a:solidFill>
                <a:latin typeface="Arial"/>
                <a:ea typeface="Arial"/>
                <a:cs typeface="Arial"/>
              </a:defRPr>
            </a:lvl6pPr>
            <a:lvl7pPr algn="l">
              <a:buNone/>
              <a:defRPr sz="1275" b="0">
                <a:solidFill>
                  <a:srgbClr val="50636A"/>
                </a:solidFill>
                <a:latin typeface="Arial"/>
                <a:ea typeface="Arial"/>
                <a:cs typeface="Arial"/>
              </a:defRPr>
            </a:lvl7pPr>
            <a:lvl8pPr algn="l">
              <a:buNone/>
              <a:defRPr sz="1275" b="0">
                <a:solidFill>
                  <a:srgbClr val="50636A"/>
                </a:solidFill>
                <a:latin typeface="Arial"/>
                <a:ea typeface="Arial"/>
                <a:cs typeface="Arial"/>
              </a:defRPr>
            </a:lvl8pPr>
            <a:lvl9pPr algn="l">
              <a:buNone/>
              <a:defRPr sz="1275" b="0">
                <a:solidFill>
                  <a:srgbClr val="50636A"/>
                </a:solidFill>
                <a:latin typeface="Arial"/>
                <a:ea typeface="Arial"/>
                <a:cs typeface="Arial"/>
              </a:defRPr>
            </a:lvl9pPr>
          </a:lstStyle>
          <a:p xmlns:a="http://schemas.openxmlformats.org/drawingml/2006/main">
            <a:pPr algn="l">
              <a:buNone/>
              <a:defRPr sz="1425" b="0">
                <a:solidFill>
                  <a:srgbClr val="5A7076"/>
                </a:solidFill>
                <a:latin typeface="Arial"/>
                <a:ea typeface="Arial"/>
                <a:cs typeface="Arial"/>
              </a:defRPr>
            </a:pPr>
            <a:r>
              <a:rPr sz="1425" b="0">
                <a:solidFill>
                  <a:srgbClr val="5A7076"/>
                </a:solidFill>
                <a:latin typeface="Arial"/>
                <a:ea typeface="Arial"/>
                <a:cs typeface="Arial"/>
              </a:rPr>
              <a:t>Bộ phát ESP32, mạch RC và bộ thu ESP32-S3</a:t>
            </a:r>
          </a:p>
        </p:txBody>
      </p:sp>
      <p:sp>
        <p:nvSpPr>
          <p:cNvPr id="3" name="slide-1-header-rule">
            <a:extLst xmlns:a="http://schemas.openxmlformats.org/drawingml/2006/main">
              <a:ext uri="{FF2B5EF4-FFF2-40B4-BE49-F238E27FC236}">
                <a16:creationId xmlns:a16="http://schemas.microsoft.com/office/drawing/2014/main" id="{3B864213-296F-4FFB-8AC3-5BAB9DA6D264}"/>
              </a:ext>
            </a:extLst>
          </p:cNvPr>
          <p:cNvSpPr>
            <a:spLocks xmlns:a="http://schemas.openxmlformats.org/drawingml/2006/main" noGrp="1"/>
          </p:cNvSpPr>
          <p:nvPr/>
        </p:nvSpPr>
        <p:spPr>
          <a:xfrm xmlns:a="http://schemas.openxmlformats.org/drawingml/2006/main">
            <a:off x="609600" y="1304925"/>
            <a:ext cx="10972800" cy="9525"/>
          </a:xfrm>
          <a:prstGeom xmlns:a="http://schemas.openxmlformats.org/drawingml/2006/main" prst="line">
            <a:avLst/>
          </a:prstGeom>
          <a:noFill xmlns:a="http://schemas.openxmlformats.org/drawingml/2006/main"/>
          <a:ln xmlns:a="http://schemas.openxmlformats.org/drawingml/2006/main" w="9525">
            <a:solidFill>
              <a:srgbClr val="DCE6E1"/>
            </a:solidFill>
            <a:prstDash val="solid"/>
          </a:ln>
        </p:spPr>
      </p:sp>
      <p:sp>
        <p:nvSpPr>
          <p:cNvPr id="4" name="slide-1-index">
            <a:extLst xmlns:a="http://schemas.openxmlformats.org/drawingml/2006/main">
              <a:ext uri="{FF2B5EF4-FFF2-40B4-BE49-F238E27FC236}">
                <a16:creationId xmlns:a16="http://schemas.microsoft.com/office/drawing/2014/main" id="{CD499A6F-B375-49FA-B60D-58ACB500792C}"/>
              </a:ext>
            </a:extLst>
          </p:cNvPr>
          <p:cNvSpPr>
            <a:spLocks xmlns:a="http://schemas.openxmlformats.org/drawingml/2006/main" noGrp="1"/>
          </p:cNvSpPr>
          <p:nvPr/>
        </p:nvSpPr>
        <p:spPr>
          <a:xfrm xmlns:a="http://schemas.openxmlformats.org/drawingml/2006/main">
            <a:off x="628650" y="64389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66818A"/>
                </a:solidFill>
                <a:latin typeface="Arial"/>
                <a:ea typeface="Arial"/>
                <a:cs typeface="Arial"/>
              </a:defRPr>
            </a:defPPr>
            <a:lvl1pPr algn="l">
              <a:buNone/>
              <a:defRPr sz="825" b="1">
                <a:solidFill>
                  <a:srgbClr val="50636A"/>
                </a:solidFill>
                <a:latin typeface="Arial"/>
                <a:ea typeface="Arial"/>
                <a:cs typeface="Arial"/>
              </a:defRPr>
            </a:lvl1pPr>
            <a:lvl2pPr algn="l">
              <a:buNone/>
              <a:defRPr sz="825" b="1">
                <a:solidFill>
                  <a:srgbClr val="50636A"/>
                </a:solidFill>
                <a:latin typeface="Arial"/>
                <a:ea typeface="Arial"/>
                <a:cs typeface="Arial"/>
              </a:defRPr>
            </a:lvl2pPr>
            <a:lvl3pPr algn="l">
              <a:buNone/>
              <a:defRPr sz="825" b="1">
                <a:solidFill>
                  <a:srgbClr val="50636A"/>
                </a:solidFill>
                <a:latin typeface="Arial"/>
                <a:ea typeface="Arial"/>
                <a:cs typeface="Arial"/>
              </a:defRPr>
            </a:lvl3pPr>
            <a:lvl4pPr algn="l">
              <a:buNone/>
              <a:defRPr sz="825" b="1">
                <a:solidFill>
                  <a:srgbClr val="50636A"/>
                </a:solidFill>
                <a:latin typeface="Arial"/>
                <a:ea typeface="Arial"/>
                <a:cs typeface="Arial"/>
              </a:defRPr>
            </a:lvl4pPr>
            <a:lvl5pPr algn="l">
              <a:buNone/>
              <a:defRPr sz="825" b="1">
                <a:solidFill>
                  <a:srgbClr val="50636A"/>
                </a:solidFill>
                <a:latin typeface="Arial"/>
                <a:ea typeface="Arial"/>
                <a:cs typeface="Arial"/>
              </a:defRPr>
            </a:lvl5pPr>
            <a:lvl6pPr algn="l">
              <a:buNone/>
              <a:defRPr sz="825" b="1">
                <a:solidFill>
                  <a:srgbClr val="50636A"/>
                </a:solidFill>
                <a:latin typeface="Arial"/>
                <a:ea typeface="Arial"/>
                <a:cs typeface="Arial"/>
              </a:defRPr>
            </a:lvl6pPr>
            <a:lvl7pPr algn="l">
              <a:buNone/>
              <a:defRPr sz="825" b="1">
                <a:solidFill>
                  <a:srgbClr val="50636A"/>
                </a:solidFill>
                <a:latin typeface="Arial"/>
                <a:ea typeface="Arial"/>
                <a:cs typeface="Arial"/>
              </a:defRPr>
            </a:lvl7pPr>
            <a:lvl8pPr algn="l">
              <a:buNone/>
              <a:defRPr sz="825" b="1">
                <a:solidFill>
                  <a:srgbClr val="50636A"/>
                </a:solidFill>
                <a:latin typeface="Arial"/>
                <a:ea typeface="Arial"/>
                <a:cs typeface="Arial"/>
              </a:defRPr>
            </a:lvl8pPr>
            <a:lvl9pPr algn="l">
              <a:buNone/>
              <a:defRPr sz="825" b="1">
                <a:solidFill>
                  <a:srgbClr val="50636A"/>
                </a:solidFill>
                <a:latin typeface="Arial"/>
                <a:ea typeface="Arial"/>
                <a:cs typeface="Arial"/>
              </a:defRPr>
            </a:lvl9pPr>
          </a:lstStyle>
          <a:p xmlns:a="http://schemas.openxmlformats.org/drawingml/2006/main">
            <a:pPr algn="l">
              <a:buNone/>
              <a:defRPr sz="825" b="1">
                <a:solidFill>
                  <a:srgbClr val="6A8585"/>
                </a:solidFill>
                <a:latin typeface="Arial"/>
                <a:ea typeface="Arial"/>
                <a:cs typeface="Arial"/>
              </a:defRPr>
            </a:pPr>
            <a:r>
              <a:rPr sz="825" b="1">
                <a:solidFill>
                  <a:srgbClr val="66818A"/>
                </a:solidFill>
                <a:latin typeface="Arial"/>
                <a:ea typeface="Arial"/>
                <a:cs typeface="Arial"/>
              </a:rPr>
              <a:t>RELYFETAL  /  HIL</a:t>
            </a:r>
          </a:p>
        </p:txBody>
      </p:sp>
      <p:sp>
        <p:nvSpPr>
          <p:cNvPr id="31" name="j1-box">
            <a:extLst xmlns:a="http://schemas.openxmlformats.org/drawingml/2006/main">
              <a:ext uri="{FF2B5EF4-FFF2-40B4-BE49-F238E27FC236}">
                <a16:creationId xmlns:a16="http://schemas.microsoft.com/office/drawing/2014/main" id="{5DC31784-4DF3-4457-B387-F7F10A39D1C7}"/>
              </a:ext>
            </a:extLst>
          </p:cNvPr>
          <p:cNvSpPr>
            <a:spLocks xmlns:a="http://schemas.openxmlformats.org/drawingml/2006/main" noGrp="1"/>
          </p:cNvSpPr>
          <p:nvPr/>
        </p:nvSpPr>
        <p:spPr>
          <a:xfrm xmlns:a="http://schemas.openxmlformats.org/drawingml/2006/main">
            <a:off x="628650" y="1714500"/>
            <a:ext cx="1809750" cy="2011871"/>
          </a:xfrm>
          <a:prstGeom xmlns:a="http://schemas.openxmlformats.org/drawingml/2006/main" prst="rect">
            <a:avLst/>
          </a:prstGeom>
          <a:solidFill xmlns:a="http://schemas.openxmlformats.org/drawingml/2006/main">
            <a:srgbClr val="FFFFFF"/>
          </a:solidFill>
          <a:ln xmlns:a="http://schemas.openxmlformats.org/drawingml/2006/main" w="19050">
            <a:solidFill>
              <a:srgbClr val="12343A"/>
            </a:solidFill>
            <a:prstDash val="solid"/>
          </a:ln>
        </p:spPr>
      </p:sp>
      <p:sp>
        <p:nvSpPr>
          <p:cNvPr id="32" name="j1-title">
            <a:extLst xmlns:a="http://schemas.openxmlformats.org/drawingml/2006/main">
              <a:ext uri="{FF2B5EF4-FFF2-40B4-BE49-F238E27FC236}">
                <a16:creationId xmlns:a16="http://schemas.microsoft.com/office/drawing/2014/main" id="{0D67B030-83E7-40AE-A365-399DF3B6C6E5}"/>
              </a:ext>
            </a:extLst>
          </p:cNvPr>
          <p:cNvSpPr>
            <a:spLocks xmlns:a="http://schemas.openxmlformats.org/drawingml/2006/main" noGrp="1"/>
          </p:cNvSpPr>
          <p:nvPr/>
        </p:nvSpPr>
        <p:spPr>
          <a:xfrm xmlns:a="http://schemas.openxmlformats.org/drawingml/2006/main">
            <a:off x="742950" y="1815656"/>
            <a:ext cx="1581150" cy="29222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1">
                <a:solidFill>
                  <a:srgbClr val="102B31"/>
                </a:solidFill>
                <a:latin typeface="Arial"/>
                <a:ea typeface="Arial"/>
                <a:cs typeface="Arial"/>
              </a:defRPr>
            </a:defPPr>
            <a:lvl1pPr algn="l">
              <a:buNone/>
              <a:defRPr sz="1200" b="1">
                <a:solidFill>
                  <a:srgbClr val="102A33"/>
                </a:solidFill>
                <a:latin typeface="Arial"/>
                <a:ea typeface="Arial"/>
                <a:cs typeface="Arial"/>
              </a:defRPr>
            </a:lvl1pPr>
            <a:lvl2pPr algn="l">
              <a:buNone/>
              <a:defRPr sz="1200" b="1">
                <a:solidFill>
                  <a:srgbClr val="102A33"/>
                </a:solidFill>
                <a:latin typeface="Arial"/>
                <a:ea typeface="Arial"/>
                <a:cs typeface="Arial"/>
              </a:defRPr>
            </a:lvl2pPr>
            <a:lvl3pPr algn="l">
              <a:buNone/>
              <a:defRPr sz="1200" b="1">
                <a:solidFill>
                  <a:srgbClr val="102A33"/>
                </a:solidFill>
                <a:latin typeface="Arial"/>
                <a:ea typeface="Arial"/>
                <a:cs typeface="Arial"/>
              </a:defRPr>
            </a:lvl3pPr>
            <a:lvl4pPr algn="l">
              <a:buNone/>
              <a:defRPr sz="1200" b="1">
                <a:solidFill>
                  <a:srgbClr val="102A33"/>
                </a:solidFill>
                <a:latin typeface="Arial"/>
                <a:ea typeface="Arial"/>
                <a:cs typeface="Arial"/>
              </a:defRPr>
            </a:lvl4pPr>
            <a:lvl5pPr algn="l">
              <a:buNone/>
              <a:defRPr sz="1200" b="1">
                <a:solidFill>
                  <a:srgbClr val="102A33"/>
                </a:solidFill>
                <a:latin typeface="Arial"/>
                <a:ea typeface="Arial"/>
                <a:cs typeface="Arial"/>
              </a:defRPr>
            </a:lvl5pPr>
            <a:lvl6pPr algn="l">
              <a:buNone/>
              <a:defRPr sz="1200" b="1">
                <a:solidFill>
                  <a:srgbClr val="102A33"/>
                </a:solidFill>
                <a:latin typeface="Arial"/>
                <a:ea typeface="Arial"/>
                <a:cs typeface="Arial"/>
              </a:defRPr>
            </a:lvl6pPr>
            <a:lvl7pPr algn="l">
              <a:buNone/>
              <a:defRPr sz="1200" b="1">
                <a:solidFill>
                  <a:srgbClr val="102A33"/>
                </a:solidFill>
                <a:latin typeface="Arial"/>
                <a:ea typeface="Arial"/>
                <a:cs typeface="Arial"/>
              </a:defRPr>
            </a:lvl7pPr>
            <a:lvl8pPr algn="l">
              <a:buNone/>
              <a:defRPr sz="1200" b="1">
                <a:solidFill>
                  <a:srgbClr val="102A33"/>
                </a:solidFill>
                <a:latin typeface="Arial"/>
                <a:ea typeface="Arial"/>
                <a:cs typeface="Arial"/>
              </a:defRPr>
            </a:lvl8pPr>
            <a:lvl9pPr algn="l">
              <a:buNone/>
              <a:defRPr sz="1200" b="1">
                <a:solidFill>
                  <a:srgbClr val="102A33"/>
                </a:solidFill>
                <a:latin typeface="Arial"/>
                <a:ea typeface="Arial"/>
                <a:cs typeface="Arial"/>
              </a:defRPr>
            </a:lvl9pPr>
          </a:lstStyle>
          <a:p xmlns:a="http://schemas.openxmlformats.org/drawingml/2006/main">
            <a:pPr algn="l">
              <a:buNone/>
              <a:defRPr sz="1200" b="1">
                <a:solidFill>
                  <a:srgbClr val="102B31"/>
                </a:solidFill>
                <a:latin typeface="Arial"/>
                <a:ea typeface="Arial"/>
                <a:cs typeface="Arial"/>
              </a:defRPr>
            </a:pPr>
            <a:r>
              <a:rPr sz="1350" b="1">
                <a:solidFill>
                  <a:srgbClr val="102B31"/>
                </a:solidFill>
                <a:latin typeface="Arial"/>
                <a:ea typeface="Arial"/>
                <a:cs typeface="Arial"/>
              </a:rPr>
              <a:t>J1  ·  BỘ PHÁT</a:t>
            </a:r>
          </a:p>
        </p:txBody>
      </p:sp>
      <p:sp>
        <p:nvSpPr>
          <p:cNvPr id="33" name="j1-sub">
            <a:extLst xmlns:a="http://schemas.openxmlformats.org/drawingml/2006/main">
              <a:ext uri="{FF2B5EF4-FFF2-40B4-BE49-F238E27FC236}">
                <a16:creationId xmlns:a16="http://schemas.microsoft.com/office/drawing/2014/main" id="{AC838E5C-CA47-47E2-BB57-46B9E13B8814}"/>
              </a:ext>
            </a:extLst>
          </p:cNvPr>
          <p:cNvSpPr>
            <a:spLocks xmlns:a="http://schemas.openxmlformats.org/drawingml/2006/main" noGrp="1"/>
          </p:cNvSpPr>
          <p:nvPr/>
        </p:nvSpPr>
        <p:spPr>
          <a:xfrm xmlns:a="http://schemas.openxmlformats.org/drawingml/2006/main">
            <a:off x="742950" y="2107883"/>
            <a:ext cx="1581150" cy="3259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0">
                <a:solidFill>
                  <a:srgbClr val="526B70"/>
                </a:solidFill>
                <a:latin typeface="Arial"/>
                <a:ea typeface="Arial"/>
                <a:cs typeface="Arial"/>
              </a:defRPr>
            </a:defPPr>
            <a:lvl1pPr algn="l">
              <a:buNone/>
              <a:defRPr sz="900" b="0">
                <a:solidFill>
                  <a:srgbClr val="50636A"/>
                </a:solidFill>
                <a:latin typeface="Arial"/>
                <a:ea typeface="Arial"/>
                <a:cs typeface="Arial"/>
              </a:defRPr>
            </a:lvl1pPr>
            <a:lvl2pPr algn="l">
              <a:buNone/>
              <a:defRPr sz="900" b="0">
                <a:solidFill>
                  <a:srgbClr val="50636A"/>
                </a:solidFill>
                <a:latin typeface="Arial"/>
                <a:ea typeface="Arial"/>
                <a:cs typeface="Arial"/>
              </a:defRPr>
            </a:lvl2pPr>
            <a:lvl3pPr algn="l">
              <a:buNone/>
              <a:defRPr sz="900" b="0">
                <a:solidFill>
                  <a:srgbClr val="50636A"/>
                </a:solidFill>
                <a:latin typeface="Arial"/>
                <a:ea typeface="Arial"/>
                <a:cs typeface="Arial"/>
              </a:defRPr>
            </a:lvl3pPr>
            <a:lvl4pPr algn="l">
              <a:buNone/>
              <a:defRPr sz="900" b="0">
                <a:solidFill>
                  <a:srgbClr val="50636A"/>
                </a:solidFill>
                <a:latin typeface="Arial"/>
                <a:ea typeface="Arial"/>
                <a:cs typeface="Arial"/>
              </a:defRPr>
            </a:lvl4pPr>
            <a:lvl5pPr algn="l">
              <a:buNone/>
              <a:defRPr sz="900" b="0">
                <a:solidFill>
                  <a:srgbClr val="50636A"/>
                </a:solidFill>
                <a:latin typeface="Arial"/>
                <a:ea typeface="Arial"/>
                <a:cs typeface="Arial"/>
              </a:defRPr>
            </a:lvl5pPr>
            <a:lvl6pPr algn="l">
              <a:buNone/>
              <a:defRPr sz="900" b="0">
                <a:solidFill>
                  <a:srgbClr val="50636A"/>
                </a:solidFill>
                <a:latin typeface="Arial"/>
                <a:ea typeface="Arial"/>
                <a:cs typeface="Arial"/>
              </a:defRPr>
            </a:lvl6pPr>
            <a:lvl7pPr algn="l">
              <a:buNone/>
              <a:defRPr sz="900" b="0">
                <a:solidFill>
                  <a:srgbClr val="50636A"/>
                </a:solidFill>
                <a:latin typeface="Arial"/>
                <a:ea typeface="Arial"/>
                <a:cs typeface="Arial"/>
              </a:defRPr>
            </a:lvl7pPr>
            <a:lvl8pPr algn="l">
              <a:buNone/>
              <a:defRPr sz="900" b="0">
                <a:solidFill>
                  <a:srgbClr val="50636A"/>
                </a:solidFill>
                <a:latin typeface="Arial"/>
                <a:ea typeface="Arial"/>
                <a:cs typeface="Arial"/>
              </a:defRPr>
            </a:lvl8pPr>
            <a:lvl9pPr algn="l">
              <a:buNone/>
              <a:defRPr sz="900" b="0">
                <a:solidFill>
                  <a:srgbClr val="50636A"/>
                </a:solidFill>
                <a:latin typeface="Arial"/>
                <a:ea typeface="Arial"/>
                <a:cs typeface="Arial"/>
              </a:defRPr>
            </a:lvl9pPr>
          </a:lstStyle>
          <a:p xmlns:a="http://schemas.openxmlformats.org/drawingml/2006/main">
            <a:pPr algn="l">
              <a:buNone/>
              <a:defRPr sz="900" b="0">
                <a:solidFill>
                  <a:srgbClr val="50636A"/>
                </a:solidFill>
                <a:latin typeface="Arial"/>
                <a:ea typeface="Arial"/>
                <a:cs typeface="Arial"/>
              </a:defRPr>
            </a:pPr>
            <a:r>
              <a:rPr sz="975" b="0">
                <a:solidFill>
                  <a:srgbClr val="526B70"/>
                </a:solidFill>
                <a:latin typeface="Arial"/>
                <a:ea typeface="Arial"/>
                <a:cs typeface="Arial"/>
              </a:rPr>
              <a:t>ESP32 DevKit V1 / ESP-WROOM-32</a:t>
            </a:r>
          </a:p>
        </p:txBody>
      </p:sp>
      <p:sp>
        <p:nvSpPr>
          <p:cNvPr id="34" name="j1-pin1">
            <a:extLst xmlns:a="http://schemas.openxmlformats.org/drawingml/2006/main">
              <a:ext uri="{FF2B5EF4-FFF2-40B4-BE49-F238E27FC236}">
                <a16:creationId xmlns:a16="http://schemas.microsoft.com/office/drawing/2014/main" id="{C92C9553-6D9F-4BEE-B2DB-D097C1F26F7F}"/>
              </a:ext>
            </a:extLst>
          </p:cNvPr>
          <p:cNvSpPr>
            <a:spLocks xmlns:a="http://schemas.openxmlformats.org/drawingml/2006/main" noGrp="1"/>
          </p:cNvSpPr>
          <p:nvPr/>
        </p:nvSpPr>
        <p:spPr>
          <a:xfrm xmlns:a="http://schemas.openxmlformats.org/drawingml/2006/main">
            <a:off x="819150" y="2467547"/>
            <a:ext cx="1476375" cy="280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1">
                <a:solidFill>
                  <a:srgbClr val="172A30"/>
                </a:solidFill>
                <a:latin typeface="Arial"/>
                <a:ea typeface="Arial"/>
                <a:cs typeface="Arial"/>
              </a:defRPr>
            </a:defPPr>
            <a:lvl1pPr algn="l">
              <a:buNone/>
              <a:defRPr sz="1050" b="1">
                <a:solidFill>
                  <a:srgbClr val="172A30"/>
                </a:solidFill>
                <a:latin typeface="Arial"/>
                <a:ea typeface="Arial"/>
                <a:cs typeface="Arial"/>
              </a:defRPr>
            </a:lvl1pPr>
            <a:lvl2pPr algn="l">
              <a:buNone/>
              <a:defRPr sz="1050" b="1">
                <a:solidFill>
                  <a:srgbClr val="172A30"/>
                </a:solidFill>
                <a:latin typeface="Arial"/>
                <a:ea typeface="Arial"/>
                <a:cs typeface="Arial"/>
              </a:defRPr>
            </a:lvl2pPr>
            <a:lvl3pPr algn="l">
              <a:buNone/>
              <a:defRPr sz="1050" b="1">
                <a:solidFill>
                  <a:srgbClr val="172A30"/>
                </a:solidFill>
                <a:latin typeface="Arial"/>
                <a:ea typeface="Arial"/>
                <a:cs typeface="Arial"/>
              </a:defRPr>
            </a:lvl3pPr>
            <a:lvl4pPr algn="l">
              <a:buNone/>
              <a:defRPr sz="1050" b="1">
                <a:solidFill>
                  <a:srgbClr val="172A30"/>
                </a:solidFill>
                <a:latin typeface="Arial"/>
                <a:ea typeface="Arial"/>
                <a:cs typeface="Arial"/>
              </a:defRPr>
            </a:lvl4pPr>
            <a:lvl5pPr algn="l">
              <a:buNone/>
              <a:defRPr sz="1050" b="1">
                <a:solidFill>
                  <a:srgbClr val="172A30"/>
                </a:solidFill>
                <a:latin typeface="Arial"/>
                <a:ea typeface="Arial"/>
                <a:cs typeface="Arial"/>
              </a:defRPr>
            </a:lvl5pPr>
            <a:lvl6pPr algn="l">
              <a:buNone/>
              <a:defRPr sz="1050" b="1">
                <a:solidFill>
                  <a:srgbClr val="172A30"/>
                </a:solidFill>
                <a:latin typeface="Arial"/>
                <a:ea typeface="Arial"/>
                <a:cs typeface="Arial"/>
              </a:defRPr>
            </a:lvl6pPr>
            <a:lvl7pPr algn="l">
              <a:buNone/>
              <a:defRPr sz="1050" b="1">
                <a:solidFill>
                  <a:srgbClr val="172A30"/>
                </a:solidFill>
                <a:latin typeface="Arial"/>
                <a:ea typeface="Arial"/>
                <a:cs typeface="Arial"/>
              </a:defRPr>
            </a:lvl7pPr>
            <a:lvl8pPr algn="l">
              <a:buNone/>
              <a:defRPr sz="1050" b="1">
                <a:solidFill>
                  <a:srgbClr val="172A30"/>
                </a:solidFill>
                <a:latin typeface="Arial"/>
                <a:ea typeface="Arial"/>
                <a:cs typeface="Arial"/>
              </a:defRPr>
            </a:lvl8pPr>
            <a:lvl9pPr algn="l">
              <a:buNone/>
              <a:defRPr sz="1050" b="1">
                <a:solidFill>
                  <a:srgbClr val="172A30"/>
                </a:solidFill>
                <a:latin typeface="Arial"/>
                <a:ea typeface="Arial"/>
                <a:cs typeface="Arial"/>
              </a:defRPr>
            </a:lvl9pPr>
          </a:lstStyle>
          <a:p xmlns:a="http://schemas.openxmlformats.org/drawingml/2006/main">
            <a:pPr algn="l">
              <a:buNone/>
              <a:defRPr sz="1050" b="1">
                <a:solidFill>
                  <a:srgbClr val="172A30"/>
                </a:solidFill>
                <a:latin typeface="Arial"/>
                <a:ea typeface="Arial"/>
                <a:cs typeface="Arial"/>
              </a:defRPr>
            </a:pPr>
            <a:r>
              <a:rPr sz="1200" b="1">
                <a:solidFill>
                  <a:srgbClr val="172A30"/>
                </a:solidFill>
                <a:latin typeface="Arial"/>
                <a:ea typeface="Arial"/>
                <a:cs typeface="Arial"/>
              </a:rPr>
              <a:t>1  GPIO25 / DAC1</a:t>
            </a:r>
          </a:p>
        </p:txBody>
      </p:sp>
      <p:sp>
        <p:nvSpPr>
          <p:cNvPr id="35" name="j1-t1">
            <a:extLst xmlns:a="http://schemas.openxmlformats.org/drawingml/2006/main">
              <a:ext uri="{FF2B5EF4-FFF2-40B4-BE49-F238E27FC236}">
                <a16:creationId xmlns:a16="http://schemas.microsoft.com/office/drawing/2014/main" id="{67FEA508-6936-446D-BE87-EE76B8CB5AB1}"/>
              </a:ext>
            </a:extLst>
          </p:cNvPr>
          <p:cNvSpPr>
            <a:spLocks xmlns:a="http://schemas.openxmlformats.org/drawingml/2006/main" noGrp="1"/>
          </p:cNvSpPr>
          <p:nvPr/>
        </p:nvSpPr>
        <p:spPr>
          <a:xfrm xmlns:a="http://schemas.openxmlformats.org/drawingml/2006/main">
            <a:off x="2390775" y="2546223"/>
            <a:ext cx="95250" cy="112395"/>
          </a:xfrm>
          <a:prstGeom xmlns:a="http://schemas.openxmlformats.org/drawingml/2006/main" prst="ellipse">
            <a:avLst/>
          </a:prstGeom>
          <a:solidFill xmlns:a="http://schemas.openxmlformats.org/drawingml/2006/main">
            <a:srgbClr val="FFFFFF"/>
          </a:solidFill>
          <a:ln xmlns:a="http://schemas.openxmlformats.org/drawingml/2006/main" w="19050">
            <a:solidFill>
              <a:srgbClr val="18794E"/>
            </a:solidFill>
            <a:prstDash val="solid"/>
          </a:ln>
        </p:spPr>
      </p:sp>
      <p:sp>
        <p:nvSpPr>
          <p:cNvPr id="36" name="j1-pin2">
            <a:extLst xmlns:a="http://schemas.openxmlformats.org/drawingml/2006/main">
              <a:ext uri="{FF2B5EF4-FFF2-40B4-BE49-F238E27FC236}">
                <a16:creationId xmlns:a16="http://schemas.microsoft.com/office/drawing/2014/main" id="{42D61450-8C3A-4050-BEDA-3433276D8114}"/>
              </a:ext>
            </a:extLst>
          </p:cNvPr>
          <p:cNvSpPr>
            <a:spLocks xmlns:a="http://schemas.openxmlformats.org/drawingml/2006/main" noGrp="1"/>
          </p:cNvSpPr>
          <p:nvPr/>
        </p:nvSpPr>
        <p:spPr>
          <a:xfrm xmlns:a="http://schemas.openxmlformats.org/drawingml/2006/main">
            <a:off x="819150" y="3220593"/>
            <a:ext cx="1476375" cy="280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1">
                <a:solidFill>
                  <a:srgbClr val="172A30"/>
                </a:solidFill>
                <a:latin typeface="Arial"/>
                <a:ea typeface="Arial"/>
                <a:cs typeface="Arial"/>
              </a:defRPr>
            </a:defPPr>
            <a:lvl1pPr algn="l">
              <a:buNone/>
              <a:defRPr sz="1050" b="1">
                <a:solidFill>
                  <a:srgbClr val="172A30"/>
                </a:solidFill>
                <a:latin typeface="Arial"/>
                <a:ea typeface="Arial"/>
                <a:cs typeface="Arial"/>
              </a:defRPr>
            </a:lvl1pPr>
            <a:lvl2pPr algn="l">
              <a:buNone/>
              <a:defRPr sz="1050" b="1">
                <a:solidFill>
                  <a:srgbClr val="172A30"/>
                </a:solidFill>
                <a:latin typeface="Arial"/>
                <a:ea typeface="Arial"/>
                <a:cs typeface="Arial"/>
              </a:defRPr>
            </a:lvl2pPr>
            <a:lvl3pPr algn="l">
              <a:buNone/>
              <a:defRPr sz="1050" b="1">
                <a:solidFill>
                  <a:srgbClr val="172A30"/>
                </a:solidFill>
                <a:latin typeface="Arial"/>
                <a:ea typeface="Arial"/>
                <a:cs typeface="Arial"/>
              </a:defRPr>
            </a:lvl3pPr>
            <a:lvl4pPr algn="l">
              <a:buNone/>
              <a:defRPr sz="1050" b="1">
                <a:solidFill>
                  <a:srgbClr val="172A30"/>
                </a:solidFill>
                <a:latin typeface="Arial"/>
                <a:ea typeface="Arial"/>
                <a:cs typeface="Arial"/>
              </a:defRPr>
            </a:lvl4pPr>
            <a:lvl5pPr algn="l">
              <a:buNone/>
              <a:defRPr sz="1050" b="1">
                <a:solidFill>
                  <a:srgbClr val="172A30"/>
                </a:solidFill>
                <a:latin typeface="Arial"/>
                <a:ea typeface="Arial"/>
                <a:cs typeface="Arial"/>
              </a:defRPr>
            </a:lvl5pPr>
            <a:lvl6pPr algn="l">
              <a:buNone/>
              <a:defRPr sz="1050" b="1">
                <a:solidFill>
                  <a:srgbClr val="172A30"/>
                </a:solidFill>
                <a:latin typeface="Arial"/>
                <a:ea typeface="Arial"/>
                <a:cs typeface="Arial"/>
              </a:defRPr>
            </a:lvl6pPr>
            <a:lvl7pPr algn="l">
              <a:buNone/>
              <a:defRPr sz="1050" b="1">
                <a:solidFill>
                  <a:srgbClr val="172A30"/>
                </a:solidFill>
                <a:latin typeface="Arial"/>
                <a:ea typeface="Arial"/>
                <a:cs typeface="Arial"/>
              </a:defRPr>
            </a:lvl7pPr>
            <a:lvl8pPr algn="l">
              <a:buNone/>
              <a:defRPr sz="1050" b="1">
                <a:solidFill>
                  <a:srgbClr val="172A30"/>
                </a:solidFill>
                <a:latin typeface="Arial"/>
                <a:ea typeface="Arial"/>
                <a:cs typeface="Arial"/>
              </a:defRPr>
            </a:lvl8pPr>
            <a:lvl9pPr algn="l">
              <a:buNone/>
              <a:defRPr sz="1050" b="1">
                <a:solidFill>
                  <a:srgbClr val="172A30"/>
                </a:solidFill>
                <a:latin typeface="Arial"/>
                <a:ea typeface="Arial"/>
                <a:cs typeface="Arial"/>
              </a:defRPr>
            </a:lvl9pPr>
          </a:lstStyle>
          <a:p xmlns:a="http://schemas.openxmlformats.org/drawingml/2006/main">
            <a:pPr algn="l">
              <a:buNone/>
              <a:defRPr sz="1050" b="1">
                <a:solidFill>
                  <a:srgbClr val="172A30"/>
                </a:solidFill>
                <a:latin typeface="Arial"/>
                <a:ea typeface="Arial"/>
                <a:cs typeface="Arial"/>
              </a:defRPr>
            </a:pPr>
            <a:r>
              <a:rPr sz="1200" b="1">
                <a:solidFill>
                  <a:srgbClr val="172A30"/>
                </a:solidFill>
                <a:latin typeface="Arial"/>
                <a:ea typeface="Arial"/>
                <a:cs typeface="Arial"/>
              </a:rPr>
              <a:t>2  GND</a:t>
            </a:r>
          </a:p>
        </p:txBody>
      </p:sp>
      <p:sp>
        <p:nvSpPr>
          <p:cNvPr id="37" name="j1-t2">
            <a:extLst xmlns:a="http://schemas.openxmlformats.org/drawingml/2006/main">
              <a:ext uri="{FF2B5EF4-FFF2-40B4-BE49-F238E27FC236}">
                <a16:creationId xmlns:a16="http://schemas.microsoft.com/office/drawing/2014/main" id="{65C886B4-FDC0-4E07-A1D1-19BC83FB907F}"/>
              </a:ext>
            </a:extLst>
          </p:cNvPr>
          <p:cNvSpPr>
            <a:spLocks xmlns:a="http://schemas.openxmlformats.org/drawingml/2006/main" noGrp="1"/>
          </p:cNvSpPr>
          <p:nvPr/>
        </p:nvSpPr>
        <p:spPr>
          <a:xfrm xmlns:a="http://schemas.openxmlformats.org/drawingml/2006/main">
            <a:off x="2390775" y="3299270"/>
            <a:ext cx="95250" cy="112395"/>
          </a:xfrm>
          <a:prstGeom xmlns:a="http://schemas.openxmlformats.org/drawingml/2006/main" prst="ellipse">
            <a:avLst/>
          </a:prstGeom>
          <a:solidFill xmlns:a="http://schemas.openxmlformats.org/drawingml/2006/main">
            <a:srgbClr val="FFFFFF"/>
          </a:solidFill>
          <a:ln xmlns:a="http://schemas.openxmlformats.org/drawingml/2006/main" w="19050">
            <a:solidFill>
              <a:srgbClr val="263B42"/>
            </a:solidFill>
            <a:prstDash val="solid"/>
          </a:ln>
        </p:spPr>
      </p:sp>
      <p:sp>
        <p:nvSpPr>
          <p:cNvPr id="38" name="j1-usb">
            <a:extLst xmlns:a="http://schemas.openxmlformats.org/drawingml/2006/main">
              <a:ext uri="{FF2B5EF4-FFF2-40B4-BE49-F238E27FC236}">
                <a16:creationId xmlns:a16="http://schemas.microsoft.com/office/drawing/2014/main" id="{BDDDF886-F20F-40E1-BF67-C1F393ED1BBA}"/>
              </a:ext>
            </a:extLst>
          </p:cNvPr>
          <p:cNvSpPr>
            <a:spLocks xmlns:a="http://schemas.openxmlformats.org/drawingml/2006/main" noGrp="1"/>
          </p:cNvSpPr>
          <p:nvPr/>
        </p:nvSpPr>
        <p:spPr>
          <a:xfrm xmlns:a="http://schemas.openxmlformats.org/drawingml/2006/main">
            <a:off x="790575" y="3479102"/>
            <a:ext cx="1524000" cy="213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0">
                <a:solidFill>
                  <a:srgbClr val="50636A"/>
                </a:solidFill>
                <a:latin typeface="Arial"/>
                <a:ea typeface="Arial"/>
                <a:cs typeface="Arial"/>
              </a:defRPr>
            </a:defPPr>
            <a:lvl1pPr algn="l">
              <a:buNone/>
              <a:defRPr sz="825" b="0">
                <a:solidFill>
                  <a:srgbClr val="50636A"/>
                </a:solidFill>
                <a:latin typeface="Arial"/>
                <a:ea typeface="Arial"/>
                <a:cs typeface="Arial"/>
              </a:defRPr>
            </a:lvl1pPr>
            <a:lvl2pPr algn="l">
              <a:buNone/>
              <a:defRPr sz="825" b="0">
                <a:solidFill>
                  <a:srgbClr val="50636A"/>
                </a:solidFill>
                <a:latin typeface="Arial"/>
                <a:ea typeface="Arial"/>
                <a:cs typeface="Arial"/>
              </a:defRPr>
            </a:lvl2pPr>
            <a:lvl3pPr algn="l">
              <a:buNone/>
              <a:defRPr sz="825" b="0">
                <a:solidFill>
                  <a:srgbClr val="50636A"/>
                </a:solidFill>
                <a:latin typeface="Arial"/>
                <a:ea typeface="Arial"/>
                <a:cs typeface="Arial"/>
              </a:defRPr>
            </a:lvl3pPr>
            <a:lvl4pPr algn="l">
              <a:buNone/>
              <a:defRPr sz="825" b="0">
                <a:solidFill>
                  <a:srgbClr val="50636A"/>
                </a:solidFill>
                <a:latin typeface="Arial"/>
                <a:ea typeface="Arial"/>
                <a:cs typeface="Arial"/>
              </a:defRPr>
            </a:lvl4pPr>
            <a:lvl5pPr algn="l">
              <a:buNone/>
              <a:defRPr sz="825" b="0">
                <a:solidFill>
                  <a:srgbClr val="50636A"/>
                </a:solidFill>
                <a:latin typeface="Arial"/>
                <a:ea typeface="Arial"/>
                <a:cs typeface="Arial"/>
              </a:defRPr>
            </a:lvl5pPr>
            <a:lvl6pPr algn="l">
              <a:buNone/>
              <a:defRPr sz="825" b="0">
                <a:solidFill>
                  <a:srgbClr val="50636A"/>
                </a:solidFill>
                <a:latin typeface="Arial"/>
                <a:ea typeface="Arial"/>
                <a:cs typeface="Arial"/>
              </a:defRPr>
            </a:lvl6pPr>
            <a:lvl7pPr algn="l">
              <a:buNone/>
              <a:defRPr sz="825" b="0">
                <a:solidFill>
                  <a:srgbClr val="50636A"/>
                </a:solidFill>
                <a:latin typeface="Arial"/>
                <a:ea typeface="Arial"/>
                <a:cs typeface="Arial"/>
              </a:defRPr>
            </a:lvl7pPr>
            <a:lvl8pPr algn="l">
              <a:buNone/>
              <a:defRPr sz="825" b="0">
                <a:solidFill>
                  <a:srgbClr val="50636A"/>
                </a:solidFill>
                <a:latin typeface="Arial"/>
                <a:ea typeface="Arial"/>
                <a:cs typeface="Arial"/>
              </a:defRPr>
            </a:lvl8pPr>
            <a:lvl9pPr algn="l">
              <a:buNone/>
              <a:defRPr sz="825" b="0">
                <a:solidFill>
                  <a:srgbClr val="50636A"/>
                </a:solidFill>
                <a:latin typeface="Arial"/>
                <a:ea typeface="Arial"/>
                <a:cs typeface="Arial"/>
              </a:defRPr>
            </a:lvl9pPr>
          </a:lstStyle>
          <a:p xmlns:a="http://schemas.openxmlformats.org/drawingml/2006/main">
            <a:pPr algn="l">
              <a:buNone/>
              <a:defRPr sz="825" b="0">
                <a:solidFill>
                  <a:srgbClr val="50636A"/>
                </a:solidFill>
                <a:latin typeface="Arial"/>
                <a:ea typeface="Arial"/>
                <a:cs typeface="Arial"/>
              </a:defRPr>
            </a:pPr>
            <a:r>
              <a:rPr sz="975" b="0">
                <a:solidFill>
                  <a:srgbClr val="50636A"/>
                </a:solidFill>
                <a:latin typeface="Arial"/>
                <a:ea typeface="Arial"/>
                <a:cs typeface="Arial"/>
              </a:rPr>
              <a:t>USB 5 V  ·  Micro-USB</a:t>
            </a:r>
          </a:p>
        </p:txBody>
      </p:sp>
      <p:sp>
        <p:nvSpPr>
          <p:cNvPr id="39" name="r1-ref">
            <a:extLst xmlns:a="http://schemas.openxmlformats.org/drawingml/2006/main">
              <a:ext uri="{FF2B5EF4-FFF2-40B4-BE49-F238E27FC236}">
                <a16:creationId xmlns:a16="http://schemas.microsoft.com/office/drawing/2014/main" id="{37B71B4D-0DE4-4556-8FBC-4F6A9FF1BF0A}"/>
              </a:ext>
            </a:extLst>
          </p:cNvPr>
          <p:cNvSpPr>
            <a:spLocks xmlns:a="http://schemas.openxmlformats.org/drawingml/2006/main" noGrp="1"/>
          </p:cNvSpPr>
          <p:nvPr/>
        </p:nvSpPr>
        <p:spPr>
          <a:xfrm xmlns:a="http://schemas.openxmlformats.org/drawingml/2006/main">
            <a:off x="2695575" y="1828800"/>
            <a:ext cx="1714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125" b="1">
                <a:solidFill>
                  <a:srgbClr val="172A30"/>
                </a:solidFill>
                <a:latin typeface="Arial"/>
                <a:ea typeface="Arial"/>
                <a:cs typeface="Arial"/>
              </a:defRPr>
            </a:defPPr>
            <a:lvl1pPr algn="ctr">
              <a:buNone/>
              <a:defRPr sz="975" b="1">
                <a:solidFill>
                  <a:srgbClr val="172A30"/>
                </a:solidFill>
                <a:latin typeface="Arial"/>
                <a:ea typeface="Arial"/>
                <a:cs typeface="Arial"/>
              </a:defRPr>
            </a:lvl1pPr>
            <a:lvl2pPr algn="ctr">
              <a:buNone/>
              <a:defRPr sz="975" b="1">
                <a:solidFill>
                  <a:srgbClr val="172A30"/>
                </a:solidFill>
                <a:latin typeface="Arial"/>
                <a:ea typeface="Arial"/>
                <a:cs typeface="Arial"/>
              </a:defRPr>
            </a:lvl2pPr>
            <a:lvl3pPr algn="ctr">
              <a:buNone/>
              <a:defRPr sz="975" b="1">
                <a:solidFill>
                  <a:srgbClr val="172A30"/>
                </a:solidFill>
                <a:latin typeface="Arial"/>
                <a:ea typeface="Arial"/>
                <a:cs typeface="Arial"/>
              </a:defRPr>
            </a:lvl3pPr>
            <a:lvl4pPr algn="ctr">
              <a:buNone/>
              <a:defRPr sz="975" b="1">
                <a:solidFill>
                  <a:srgbClr val="172A30"/>
                </a:solidFill>
                <a:latin typeface="Arial"/>
                <a:ea typeface="Arial"/>
                <a:cs typeface="Arial"/>
              </a:defRPr>
            </a:lvl4pPr>
            <a:lvl5pPr algn="ctr">
              <a:buNone/>
              <a:defRPr sz="975" b="1">
                <a:solidFill>
                  <a:srgbClr val="172A30"/>
                </a:solidFill>
                <a:latin typeface="Arial"/>
                <a:ea typeface="Arial"/>
                <a:cs typeface="Arial"/>
              </a:defRPr>
            </a:lvl5pPr>
            <a:lvl6pPr algn="ctr">
              <a:buNone/>
              <a:defRPr sz="975" b="1">
                <a:solidFill>
                  <a:srgbClr val="172A30"/>
                </a:solidFill>
                <a:latin typeface="Arial"/>
                <a:ea typeface="Arial"/>
                <a:cs typeface="Arial"/>
              </a:defRPr>
            </a:lvl6pPr>
            <a:lvl7pPr algn="ctr">
              <a:buNone/>
              <a:defRPr sz="975" b="1">
                <a:solidFill>
                  <a:srgbClr val="172A30"/>
                </a:solidFill>
                <a:latin typeface="Arial"/>
                <a:ea typeface="Arial"/>
                <a:cs typeface="Arial"/>
              </a:defRPr>
            </a:lvl7pPr>
            <a:lvl8pPr algn="ctr">
              <a:buNone/>
              <a:defRPr sz="975" b="1">
                <a:solidFill>
                  <a:srgbClr val="172A30"/>
                </a:solidFill>
                <a:latin typeface="Arial"/>
                <a:ea typeface="Arial"/>
                <a:cs typeface="Arial"/>
              </a:defRPr>
            </a:lvl8pPr>
            <a:lvl9pPr algn="ctr">
              <a:buNone/>
              <a:defRPr sz="975" b="1">
                <a:solidFill>
                  <a:srgbClr val="172A30"/>
                </a:solidFill>
                <a:latin typeface="Arial"/>
                <a:ea typeface="Arial"/>
                <a:cs typeface="Arial"/>
              </a:defRPr>
            </a:lvl9pPr>
          </a:lstStyle>
          <a:p xmlns:a="http://schemas.openxmlformats.org/drawingml/2006/main">
            <a:pPr algn="ctr">
              <a:buNone/>
              <a:defRPr sz="975" b="1">
                <a:solidFill>
                  <a:srgbClr val="172A30"/>
                </a:solidFill>
                <a:latin typeface="Arial"/>
                <a:ea typeface="Arial"/>
                <a:cs typeface="Arial"/>
              </a:defRPr>
            </a:pPr>
            <a:r>
              <a:rPr sz="1125" b="1">
                <a:solidFill>
                  <a:srgbClr val="172A30"/>
                </a:solidFill>
                <a:latin typeface="Arial"/>
                <a:ea typeface="Arial"/>
                <a:cs typeface="Arial"/>
              </a:rPr>
              <a:t>R1  ·  10 kΩ  ·  ±5%</a:t>
            </a:r>
          </a:p>
        </p:txBody>
      </p:sp>
      <p:sp>
        <p:nvSpPr>
          <p:cNvPr id="40" name="j1-to-r1">
            <a:extLst xmlns:a="http://schemas.openxmlformats.org/drawingml/2006/main">
              <a:ext uri="{FF2B5EF4-FFF2-40B4-BE49-F238E27FC236}">
                <a16:creationId xmlns:a16="http://schemas.microsoft.com/office/drawing/2014/main" id="{3994DBBC-939B-49A8-A625-70A67ED5F87B}"/>
              </a:ext>
            </a:extLst>
          </p:cNvPr>
          <p:cNvSpPr>
            <a:spLocks xmlns:a="http://schemas.openxmlformats.org/drawingml/2006/main" noGrp="1"/>
          </p:cNvSpPr>
          <p:nvPr/>
        </p:nvSpPr>
        <p:spPr>
          <a:xfrm xmlns:a="http://schemas.openxmlformats.org/drawingml/2006/main">
            <a:off x="2486025" y="2602421"/>
            <a:ext cx="609600" cy="0"/>
          </a:xfrm>
          <a:prstGeom xmlns:a="http://schemas.openxmlformats.org/drawingml/2006/main" prst="line">
            <a:avLst/>
          </a:prstGeom>
          <a:noFill xmlns:a="http://schemas.openxmlformats.org/drawingml/2006/main"/>
          <a:ln xmlns:a="http://schemas.openxmlformats.org/drawingml/2006/main" w="28575">
            <a:solidFill>
              <a:srgbClr val="18794E"/>
            </a:solidFill>
            <a:prstDash val="solid"/>
          </a:ln>
        </p:spPr>
      </p:sp>
      <p:sp>
        <p:nvSpPr>
          <p:cNvPr id="41" name="r1-iec">
            <a:extLst xmlns:a="http://schemas.openxmlformats.org/drawingml/2006/main">
              <a:ext uri="{FF2B5EF4-FFF2-40B4-BE49-F238E27FC236}">
                <a16:creationId xmlns:a16="http://schemas.microsoft.com/office/drawing/2014/main" id="{BD6B8624-A174-404A-93A3-6C45916F61C9}"/>
              </a:ext>
            </a:extLst>
          </p:cNvPr>
          <p:cNvSpPr>
            <a:spLocks xmlns:a="http://schemas.openxmlformats.org/drawingml/2006/main" noGrp="1"/>
          </p:cNvSpPr>
          <p:nvPr/>
        </p:nvSpPr>
        <p:spPr>
          <a:xfrm xmlns:a="http://schemas.openxmlformats.org/drawingml/2006/main">
            <a:off x="3095625" y="2388870"/>
            <a:ext cx="914400" cy="427101"/>
          </a:xfrm>
          <a:prstGeom xmlns:a="http://schemas.openxmlformats.org/drawingml/2006/main" prst="rect">
            <a:avLst/>
          </a:prstGeom>
          <a:solidFill xmlns:a="http://schemas.openxmlformats.org/drawingml/2006/main">
            <a:srgbClr val="FFFFFF"/>
          </a:solidFill>
          <a:ln xmlns:a="http://schemas.openxmlformats.org/drawingml/2006/main" w="19050">
            <a:solidFill>
              <a:srgbClr val="172A30"/>
            </a:solidFill>
            <a:prstDash val="solid"/>
          </a:ln>
        </p:spPr>
      </p:sp>
      <p:sp>
        <p:nvSpPr>
          <p:cNvPr id="42" name="r1-to-n1">
            <a:extLst xmlns:a="http://schemas.openxmlformats.org/drawingml/2006/main">
              <a:ext uri="{FF2B5EF4-FFF2-40B4-BE49-F238E27FC236}">
                <a16:creationId xmlns:a16="http://schemas.microsoft.com/office/drawing/2014/main" id="{9477C824-CFDE-49D8-84BD-13A4C897E765}"/>
              </a:ext>
            </a:extLst>
          </p:cNvPr>
          <p:cNvSpPr>
            <a:spLocks xmlns:a="http://schemas.openxmlformats.org/drawingml/2006/main" noGrp="1"/>
          </p:cNvSpPr>
          <p:nvPr/>
        </p:nvSpPr>
        <p:spPr>
          <a:xfrm xmlns:a="http://schemas.openxmlformats.org/drawingml/2006/main">
            <a:off x="4010025" y="2602421"/>
            <a:ext cx="571500" cy="0"/>
          </a:xfrm>
          <a:prstGeom xmlns:a="http://schemas.openxmlformats.org/drawingml/2006/main" prst="line">
            <a:avLst/>
          </a:prstGeom>
          <a:noFill xmlns:a="http://schemas.openxmlformats.org/drawingml/2006/main"/>
          <a:ln xmlns:a="http://schemas.openxmlformats.org/drawingml/2006/main" w="28575">
            <a:solidFill>
              <a:srgbClr val="18794E"/>
            </a:solidFill>
            <a:prstDash val="solid"/>
          </a:ln>
        </p:spPr>
      </p:sp>
      <p:sp>
        <p:nvSpPr>
          <p:cNvPr id="43" name="n1-label">
            <a:extLst xmlns:a="http://schemas.openxmlformats.org/drawingml/2006/main">
              <a:ext uri="{FF2B5EF4-FFF2-40B4-BE49-F238E27FC236}">
                <a16:creationId xmlns:a16="http://schemas.microsoft.com/office/drawing/2014/main" id="{232A3617-E200-474A-B41A-36E73F02ABC8}"/>
              </a:ext>
            </a:extLst>
          </p:cNvPr>
          <p:cNvSpPr>
            <a:spLocks xmlns:a="http://schemas.openxmlformats.org/drawingml/2006/main" noGrp="1"/>
          </p:cNvSpPr>
          <p:nvPr/>
        </p:nvSpPr>
        <p:spPr>
          <a:xfrm xmlns:a="http://schemas.openxmlformats.org/drawingml/2006/main">
            <a:off x="3886200" y="2200275"/>
            <a:ext cx="1381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050" b="1">
                <a:solidFill>
                  <a:srgbClr val="18794E"/>
                </a:solidFill>
                <a:latin typeface="Arial"/>
                <a:ea typeface="Arial"/>
                <a:cs typeface="Arial"/>
              </a:defRPr>
            </a:defPPr>
            <a:lvl1pPr algn="ctr">
              <a:buNone/>
              <a:defRPr sz="900" b="1">
                <a:solidFill>
                  <a:srgbClr val="18794E"/>
                </a:solidFill>
                <a:latin typeface="Arial"/>
                <a:ea typeface="Arial"/>
                <a:cs typeface="Arial"/>
              </a:defRPr>
            </a:lvl1pPr>
            <a:lvl2pPr algn="ctr">
              <a:buNone/>
              <a:defRPr sz="900" b="1">
                <a:solidFill>
                  <a:srgbClr val="18794E"/>
                </a:solidFill>
                <a:latin typeface="Arial"/>
                <a:ea typeface="Arial"/>
                <a:cs typeface="Arial"/>
              </a:defRPr>
            </a:lvl2pPr>
            <a:lvl3pPr algn="ctr">
              <a:buNone/>
              <a:defRPr sz="900" b="1">
                <a:solidFill>
                  <a:srgbClr val="18794E"/>
                </a:solidFill>
                <a:latin typeface="Arial"/>
                <a:ea typeface="Arial"/>
                <a:cs typeface="Arial"/>
              </a:defRPr>
            </a:lvl3pPr>
            <a:lvl4pPr algn="ctr">
              <a:buNone/>
              <a:defRPr sz="900" b="1">
                <a:solidFill>
                  <a:srgbClr val="18794E"/>
                </a:solidFill>
                <a:latin typeface="Arial"/>
                <a:ea typeface="Arial"/>
                <a:cs typeface="Arial"/>
              </a:defRPr>
            </a:lvl4pPr>
            <a:lvl5pPr algn="ctr">
              <a:buNone/>
              <a:defRPr sz="900" b="1">
                <a:solidFill>
                  <a:srgbClr val="18794E"/>
                </a:solidFill>
                <a:latin typeface="Arial"/>
                <a:ea typeface="Arial"/>
                <a:cs typeface="Arial"/>
              </a:defRPr>
            </a:lvl5pPr>
            <a:lvl6pPr algn="ctr">
              <a:buNone/>
              <a:defRPr sz="900" b="1">
                <a:solidFill>
                  <a:srgbClr val="18794E"/>
                </a:solidFill>
                <a:latin typeface="Arial"/>
                <a:ea typeface="Arial"/>
                <a:cs typeface="Arial"/>
              </a:defRPr>
            </a:lvl6pPr>
            <a:lvl7pPr algn="ctr">
              <a:buNone/>
              <a:defRPr sz="900" b="1">
                <a:solidFill>
                  <a:srgbClr val="18794E"/>
                </a:solidFill>
                <a:latin typeface="Arial"/>
                <a:ea typeface="Arial"/>
                <a:cs typeface="Arial"/>
              </a:defRPr>
            </a:lvl7pPr>
            <a:lvl8pPr algn="ctr">
              <a:buNone/>
              <a:defRPr sz="900" b="1">
                <a:solidFill>
                  <a:srgbClr val="18794E"/>
                </a:solidFill>
                <a:latin typeface="Arial"/>
                <a:ea typeface="Arial"/>
                <a:cs typeface="Arial"/>
              </a:defRPr>
            </a:lvl8pPr>
            <a:lvl9pPr algn="ctr">
              <a:buNone/>
              <a:defRPr sz="900" b="1">
                <a:solidFill>
                  <a:srgbClr val="18794E"/>
                </a:solidFill>
                <a:latin typeface="Arial"/>
                <a:ea typeface="Arial"/>
                <a:cs typeface="Arial"/>
              </a:defRPr>
            </a:lvl9pPr>
          </a:lstStyle>
          <a:p xmlns:a="http://schemas.openxmlformats.org/drawingml/2006/main">
            <a:pPr algn="ctr">
              <a:buNone/>
              <a:defRPr sz="900" b="1">
                <a:solidFill>
                  <a:srgbClr val="18794E"/>
                </a:solidFill>
                <a:latin typeface="Arial"/>
                <a:ea typeface="Arial"/>
                <a:cs typeface="Arial"/>
              </a:defRPr>
            </a:pPr>
            <a:r>
              <a:rPr sz="1050" b="1">
                <a:solidFill>
                  <a:srgbClr val="18794E"/>
                </a:solidFill>
                <a:latin typeface="Arial"/>
                <a:ea typeface="Arial"/>
                <a:cs typeface="Arial"/>
              </a:rPr>
              <a:t>N1  ·  ADC_IN</a:t>
            </a:r>
          </a:p>
        </p:txBody>
      </p:sp>
      <p:sp>
        <p:nvSpPr>
          <p:cNvPr id="44" name="n1-dot">
            <a:extLst xmlns:a="http://schemas.openxmlformats.org/drawingml/2006/main">
              <a:ext uri="{FF2B5EF4-FFF2-40B4-BE49-F238E27FC236}">
                <a16:creationId xmlns:a16="http://schemas.microsoft.com/office/drawing/2014/main" id="{1C3CA02E-9255-41E1-A742-949682703BCF}"/>
              </a:ext>
            </a:extLst>
          </p:cNvPr>
          <p:cNvSpPr>
            <a:spLocks xmlns:a="http://schemas.openxmlformats.org/drawingml/2006/main" noGrp="1"/>
          </p:cNvSpPr>
          <p:nvPr/>
        </p:nvSpPr>
        <p:spPr>
          <a:xfrm xmlns:a="http://schemas.openxmlformats.org/drawingml/2006/main">
            <a:off x="4533900" y="2546223"/>
            <a:ext cx="95250" cy="112395"/>
          </a:xfrm>
          <a:prstGeom xmlns:a="http://schemas.openxmlformats.org/drawingml/2006/main" prst="ellipse">
            <a:avLst/>
          </a:prstGeom>
          <a:solidFill xmlns:a="http://schemas.openxmlformats.org/drawingml/2006/main">
            <a:srgbClr val="172A30"/>
          </a:solidFill>
          <a:ln xmlns:a="http://schemas.openxmlformats.org/drawingml/2006/main" w="9525">
            <a:solidFill>
              <a:srgbClr val="172A30"/>
            </a:solidFill>
            <a:prstDash val="solid"/>
          </a:ln>
        </p:spPr>
      </p:sp>
      <p:sp>
        <p:nvSpPr>
          <p:cNvPr id="45" name="n1-to-j2-adc">
            <a:extLst xmlns:a="http://schemas.openxmlformats.org/drawingml/2006/main">
              <a:ext uri="{FF2B5EF4-FFF2-40B4-BE49-F238E27FC236}">
                <a16:creationId xmlns:a16="http://schemas.microsoft.com/office/drawing/2014/main" id="{7C8E42A7-DBD3-4416-8D94-9E43DB656BB6}"/>
              </a:ext>
            </a:extLst>
          </p:cNvPr>
          <p:cNvSpPr>
            <a:spLocks xmlns:a="http://schemas.openxmlformats.org/drawingml/2006/main" noGrp="1"/>
          </p:cNvSpPr>
          <p:nvPr/>
        </p:nvSpPr>
        <p:spPr>
          <a:xfrm xmlns:a="http://schemas.openxmlformats.org/drawingml/2006/main">
            <a:off x="4581525" y="2602421"/>
            <a:ext cx="2543175" cy="0"/>
          </a:xfrm>
          <a:prstGeom xmlns:a="http://schemas.openxmlformats.org/drawingml/2006/main" prst="line">
            <a:avLst/>
          </a:prstGeom>
          <a:noFill xmlns:a="http://schemas.openxmlformats.org/drawingml/2006/main"/>
          <a:ln xmlns:a="http://schemas.openxmlformats.org/drawingml/2006/main" w="28575">
            <a:solidFill>
              <a:srgbClr val="18794E"/>
            </a:solidFill>
            <a:prstDash val="solid"/>
          </a:ln>
        </p:spPr>
      </p:sp>
      <p:sp>
        <p:nvSpPr>
          <p:cNvPr id="46" name="adc-net-label">
            <a:extLst xmlns:a="http://schemas.openxmlformats.org/drawingml/2006/main">
              <a:ext uri="{FF2B5EF4-FFF2-40B4-BE49-F238E27FC236}">
                <a16:creationId xmlns:a16="http://schemas.microsoft.com/office/drawing/2014/main" id="{952079F0-DA4D-47E4-BFD8-5B7F464DA7A2}"/>
              </a:ext>
            </a:extLst>
          </p:cNvPr>
          <p:cNvSpPr>
            <a:spLocks xmlns:a="http://schemas.openxmlformats.org/drawingml/2006/main" noGrp="1"/>
          </p:cNvSpPr>
          <p:nvPr/>
        </p:nvSpPr>
        <p:spPr>
          <a:xfrm xmlns:a="http://schemas.openxmlformats.org/drawingml/2006/main">
            <a:off x="5314950" y="232410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75" b="1">
                <a:solidFill>
                  <a:srgbClr val="18794E"/>
                </a:solidFill>
                <a:latin typeface="Arial"/>
                <a:ea typeface="Arial"/>
                <a:cs typeface="Arial"/>
              </a:defRPr>
            </a:defPPr>
            <a:lvl1pPr algn="ctr">
              <a:buNone/>
              <a:defRPr sz="825" b="1">
                <a:solidFill>
                  <a:srgbClr val="18794E"/>
                </a:solidFill>
                <a:latin typeface="Arial"/>
                <a:ea typeface="Arial"/>
                <a:cs typeface="Arial"/>
              </a:defRPr>
            </a:lvl1pPr>
            <a:lvl2pPr algn="ctr">
              <a:buNone/>
              <a:defRPr sz="825" b="1">
                <a:solidFill>
                  <a:srgbClr val="18794E"/>
                </a:solidFill>
                <a:latin typeface="Arial"/>
                <a:ea typeface="Arial"/>
                <a:cs typeface="Arial"/>
              </a:defRPr>
            </a:lvl2pPr>
            <a:lvl3pPr algn="ctr">
              <a:buNone/>
              <a:defRPr sz="825" b="1">
                <a:solidFill>
                  <a:srgbClr val="18794E"/>
                </a:solidFill>
                <a:latin typeface="Arial"/>
                <a:ea typeface="Arial"/>
                <a:cs typeface="Arial"/>
              </a:defRPr>
            </a:lvl3pPr>
            <a:lvl4pPr algn="ctr">
              <a:buNone/>
              <a:defRPr sz="825" b="1">
                <a:solidFill>
                  <a:srgbClr val="18794E"/>
                </a:solidFill>
                <a:latin typeface="Arial"/>
                <a:ea typeface="Arial"/>
                <a:cs typeface="Arial"/>
              </a:defRPr>
            </a:lvl4pPr>
            <a:lvl5pPr algn="ctr">
              <a:buNone/>
              <a:defRPr sz="825" b="1">
                <a:solidFill>
                  <a:srgbClr val="18794E"/>
                </a:solidFill>
                <a:latin typeface="Arial"/>
                <a:ea typeface="Arial"/>
                <a:cs typeface="Arial"/>
              </a:defRPr>
            </a:lvl5pPr>
            <a:lvl6pPr algn="ctr">
              <a:buNone/>
              <a:defRPr sz="825" b="1">
                <a:solidFill>
                  <a:srgbClr val="18794E"/>
                </a:solidFill>
                <a:latin typeface="Arial"/>
                <a:ea typeface="Arial"/>
                <a:cs typeface="Arial"/>
              </a:defRPr>
            </a:lvl6pPr>
            <a:lvl7pPr algn="ctr">
              <a:buNone/>
              <a:defRPr sz="825" b="1">
                <a:solidFill>
                  <a:srgbClr val="18794E"/>
                </a:solidFill>
                <a:latin typeface="Arial"/>
                <a:ea typeface="Arial"/>
                <a:cs typeface="Arial"/>
              </a:defRPr>
            </a:lvl7pPr>
            <a:lvl8pPr algn="ctr">
              <a:buNone/>
              <a:defRPr sz="825" b="1">
                <a:solidFill>
                  <a:srgbClr val="18794E"/>
                </a:solidFill>
                <a:latin typeface="Arial"/>
                <a:ea typeface="Arial"/>
                <a:cs typeface="Arial"/>
              </a:defRPr>
            </a:lvl8pPr>
            <a:lvl9pPr algn="ctr">
              <a:buNone/>
              <a:defRPr sz="825" b="1">
                <a:solidFill>
                  <a:srgbClr val="18794E"/>
                </a:solidFill>
                <a:latin typeface="Arial"/>
                <a:ea typeface="Arial"/>
                <a:cs typeface="Arial"/>
              </a:defRPr>
            </a:lvl9pPr>
          </a:lstStyle>
          <a:p xmlns:a="http://schemas.openxmlformats.org/drawingml/2006/main">
            <a:pPr algn="ctr">
              <a:buNone/>
              <a:defRPr sz="825" b="1">
                <a:solidFill>
                  <a:srgbClr val="18794E"/>
                </a:solidFill>
                <a:latin typeface="Arial"/>
                <a:ea typeface="Arial"/>
                <a:cs typeface="Arial"/>
              </a:defRPr>
            </a:pPr>
            <a:r>
              <a:rPr sz="975" b="1">
                <a:solidFill>
                  <a:srgbClr val="18794E"/>
                </a:solidFill>
                <a:latin typeface="Arial"/>
                <a:ea typeface="Arial"/>
                <a:cs typeface="Arial"/>
              </a:rPr>
              <a:t>SIG  ·  dây xanh lá</a:t>
            </a:r>
          </a:p>
        </p:txBody>
      </p:sp>
      <p:sp>
        <p:nvSpPr>
          <p:cNvPr id="47" name="n1-down-r2">
            <a:extLst xmlns:a="http://schemas.openxmlformats.org/drawingml/2006/main">
              <a:ext uri="{FF2B5EF4-FFF2-40B4-BE49-F238E27FC236}">
                <a16:creationId xmlns:a16="http://schemas.microsoft.com/office/drawing/2014/main" id="{5EA58D59-EDF9-4A5F-962D-7B3B9AC002E1}"/>
              </a:ext>
            </a:extLst>
          </p:cNvPr>
          <p:cNvSpPr>
            <a:spLocks xmlns:a="http://schemas.openxmlformats.org/drawingml/2006/main" noGrp="1"/>
          </p:cNvSpPr>
          <p:nvPr/>
        </p:nvSpPr>
        <p:spPr>
          <a:xfrm xmlns:a="http://schemas.openxmlformats.org/drawingml/2006/main">
            <a:off x="4581525" y="2602421"/>
            <a:ext cx="0" cy="528256"/>
          </a:xfrm>
          <a:prstGeom xmlns:a="http://schemas.openxmlformats.org/drawingml/2006/main" prst="line">
            <a:avLst/>
          </a:prstGeom>
          <a:noFill xmlns:a="http://schemas.openxmlformats.org/drawingml/2006/main"/>
          <a:ln xmlns:a="http://schemas.openxmlformats.org/drawingml/2006/main" w="19050">
            <a:solidFill>
              <a:srgbClr val="172A30"/>
            </a:solidFill>
            <a:prstDash val="solid"/>
          </a:ln>
        </p:spPr>
      </p:sp>
      <p:sp>
        <p:nvSpPr>
          <p:cNvPr id="48" name="r2-ref">
            <a:extLst xmlns:a="http://schemas.openxmlformats.org/drawingml/2006/main">
              <a:ext uri="{FF2B5EF4-FFF2-40B4-BE49-F238E27FC236}">
                <a16:creationId xmlns:a16="http://schemas.microsoft.com/office/drawing/2014/main" id="{2A040CD3-EB7C-4EB4-A35E-55EEFBD4FE20}"/>
              </a:ext>
            </a:extLst>
          </p:cNvPr>
          <p:cNvSpPr>
            <a:spLocks xmlns:a="http://schemas.openxmlformats.org/drawingml/2006/main" noGrp="1"/>
          </p:cNvSpPr>
          <p:nvPr/>
        </p:nvSpPr>
        <p:spPr>
          <a:xfrm xmlns:a="http://schemas.openxmlformats.org/drawingml/2006/main">
            <a:off x="3962400" y="3085719"/>
            <a:ext cx="1238250" cy="30346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050" b="1">
                <a:solidFill>
                  <a:srgbClr val="172A30"/>
                </a:solidFill>
                <a:latin typeface="Arial"/>
                <a:ea typeface="Arial"/>
                <a:cs typeface="Arial"/>
              </a:defRPr>
            </a:defPPr>
            <a:lvl1pPr algn="ctr">
              <a:buNone/>
              <a:defRPr sz="900" b="1">
                <a:solidFill>
                  <a:srgbClr val="172A30"/>
                </a:solidFill>
                <a:latin typeface="Arial"/>
                <a:ea typeface="Arial"/>
                <a:cs typeface="Arial"/>
              </a:defRPr>
            </a:lvl1pPr>
            <a:lvl2pPr algn="ctr">
              <a:buNone/>
              <a:defRPr sz="900" b="1">
                <a:solidFill>
                  <a:srgbClr val="172A30"/>
                </a:solidFill>
                <a:latin typeface="Arial"/>
                <a:ea typeface="Arial"/>
                <a:cs typeface="Arial"/>
              </a:defRPr>
            </a:lvl2pPr>
            <a:lvl3pPr algn="ctr">
              <a:buNone/>
              <a:defRPr sz="900" b="1">
                <a:solidFill>
                  <a:srgbClr val="172A30"/>
                </a:solidFill>
                <a:latin typeface="Arial"/>
                <a:ea typeface="Arial"/>
                <a:cs typeface="Arial"/>
              </a:defRPr>
            </a:lvl3pPr>
            <a:lvl4pPr algn="ctr">
              <a:buNone/>
              <a:defRPr sz="900" b="1">
                <a:solidFill>
                  <a:srgbClr val="172A30"/>
                </a:solidFill>
                <a:latin typeface="Arial"/>
                <a:ea typeface="Arial"/>
                <a:cs typeface="Arial"/>
              </a:defRPr>
            </a:lvl4pPr>
            <a:lvl5pPr algn="ctr">
              <a:buNone/>
              <a:defRPr sz="900" b="1">
                <a:solidFill>
                  <a:srgbClr val="172A30"/>
                </a:solidFill>
                <a:latin typeface="Arial"/>
                <a:ea typeface="Arial"/>
                <a:cs typeface="Arial"/>
              </a:defRPr>
            </a:lvl5pPr>
            <a:lvl6pPr algn="ctr">
              <a:buNone/>
              <a:defRPr sz="900" b="1">
                <a:solidFill>
                  <a:srgbClr val="172A30"/>
                </a:solidFill>
                <a:latin typeface="Arial"/>
                <a:ea typeface="Arial"/>
                <a:cs typeface="Arial"/>
              </a:defRPr>
            </a:lvl6pPr>
            <a:lvl7pPr algn="ctr">
              <a:buNone/>
              <a:defRPr sz="900" b="1">
                <a:solidFill>
                  <a:srgbClr val="172A30"/>
                </a:solidFill>
                <a:latin typeface="Arial"/>
                <a:ea typeface="Arial"/>
                <a:cs typeface="Arial"/>
              </a:defRPr>
            </a:lvl7pPr>
            <a:lvl8pPr algn="ctr">
              <a:buNone/>
              <a:defRPr sz="900" b="1">
                <a:solidFill>
                  <a:srgbClr val="172A30"/>
                </a:solidFill>
                <a:latin typeface="Arial"/>
                <a:ea typeface="Arial"/>
                <a:cs typeface="Arial"/>
              </a:defRPr>
            </a:lvl8pPr>
            <a:lvl9pPr algn="ctr">
              <a:buNone/>
              <a:defRPr sz="900" b="1">
                <a:solidFill>
                  <a:srgbClr val="172A30"/>
                </a:solidFill>
                <a:latin typeface="Arial"/>
                <a:ea typeface="Arial"/>
                <a:cs typeface="Arial"/>
              </a:defRPr>
            </a:lvl9pPr>
          </a:lstStyle>
          <a:p xmlns:a="http://schemas.openxmlformats.org/drawingml/2006/main">
            <a:pPr algn="ctr">
              <a:buNone/>
              <a:defRPr sz="900" b="1">
                <a:solidFill>
                  <a:srgbClr val="172A30"/>
                </a:solidFill>
                <a:latin typeface="Arial"/>
                <a:ea typeface="Arial"/>
                <a:cs typeface="Arial"/>
              </a:defRPr>
            </a:pPr>
            <a:r>
              <a:rPr sz="1050" b="1">
                <a:solidFill>
                  <a:srgbClr val="172A30"/>
                </a:solidFill>
                <a:latin typeface="Arial"/>
                <a:ea typeface="Arial"/>
                <a:cs typeface="Arial"/>
              </a:rPr>
              <a:t>R2  ·  56 kΩ ±5%</a:t>
            </a:r>
          </a:p>
        </p:txBody>
      </p:sp>
      <p:sp>
        <p:nvSpPr>
          <p:cNvPr id="49" name="r2-iec">
            <a:extLst xmlns:a="http://schemas.openxmlformats.org/drawingml/2006/main">
              <a:ext uri="{FF2B5EF4-FFF2-40B4-BE49-F238E27FC236}">
                <a16:creationId xmlns:a16="http://schemas.microsoft.com/office/drawing/2014/main" id="{050E8B87-6CDA-4C45-981E-37BFF304B9D9}"/>
              </a:ext>
            </a:extLst>
          </p:cNvPr>
          <p:cNvSpPr>
            <a:spLocks xmlns:a="http://schemas.openxmlformats.org/drawingml/2006/main" noGrp="1"/>
          </p:cNvSpPr>
          <p:nvPr/>
        </p:nvSpPr>
        <p:spPr>
          <a:xfrm xmlns:a="http://schemas.openxmlformats.org/drawingml/2006/main">
            <a:off x="4371975" y="3411664"/>
            <a:ext cx="419100" cy="753047"/>
          </a:xfrm>
          <a:prstGeom xmlns:a="http://schemas.openxmlformats.org/drawingml/2006/main" prst="rect">
            <a:avLst/>
          </a:prstGeom>
          <a:solidFill xmlns:a="http://schemas.openxmlformats.org/drawingml/2006/main">
            <a:srgbClr val="FFFFFF"/>
          </a:solidFill>
          <a:ln xmlns:a="http://schemas.openxmlformats.org/drawingml/2006/main" w="19050">
            <a:solidFill>
              <a:srgbClr val="172A30"/>
            </a:solidFill>
            <a:prstDash val="solid"/>
          </a:ln>
        </p:spPr>
      </p:sp>
      <p:sp>
        <p:nvSpPr>
          <p:cNvPr id="50" name="r2-to-gnd">
            <a:extLst xmlns:a="http://schemas.openxmlformats.org/drawingml/2006/main">
              <a:ext uri="{FF2B5EF4-FFF2-40B4-BE49-F238E27FC236}">
                <a16:creationId xmlns:a16="http://schemas.microsoft.com/office/drawing/2014/main" id="{F89F182B-350C-4F5C-878E-EF28B05398BF}"/>
              </a:ext>
            </a:extLst>
          </p:cNvPr>
          <p:cNvSpPr>
            <a:spLocks xmlns:a="http://schemas.openxmlformats.org/drawingml/2006/main" noGrp="1"/>
          </p:cNvSpPr>
          <p:nvPr/>
        </p:nvSpPr>
        <p:spPr>
          <a:xfrm xmlns:a="http://schemas.openxmlformats.org/drawingml/2006/main">
            <a:off x="4581525" y="4164711"/>
            <a:ext cx="0" cy="472059"/>
          </a:xfrm>
          <a:prstGeom xmlns:a="http://schemas.openxmlformats.org/drawingml/2006/main" prst="line">
            <a:avLst/>
          </a:prstGeom>
          <a:noFill xmlns:a="http://schemas.openxmlformats.org/drawingml/2006/main"/>
          <a:ln xmlns:a="http://schemas.openxmlformats.org/drawingml/2006/main" w="19050">
            <a:solidFill>
              <a:srgbClr val="263B42"/>
            </a:solidFill>
            <a:prstDash val="solid"/>
          </a:ln>
        </p:spPr>
      </p:sp>
      <p:sp>
        <p:nvSpPr>
          <p:cNvPr id="51" name="n1-down-c1">
            <a:extLst xmlns:a="http://schemas.openxmlformats.org/drawingml/2006/main">
              <a:ext uri="{FF2B5EF4-FFF2-40B4-BE49-F238E27FC236}">
                <a16:creationId xmlns:a16="http://schemas.microsoft.com/office/drawing/2014/main" id="{182FB84B-17A0-41C0-812D-5EE261641F74}"/>
              </a:ext>
            </a:extLst>
          </p:cNvPr>
          <p:cNvSpPr>
            <a:spLocks xmlns:a="http://schemas.openxmlformats.org/drawingml/2006/main" noGrp="1"/>
          </p:cNvSpPr>
          <p:nvPr/>
        </p:nvSpPr>
        <p:spPr>
          <a:xfrm xmlns:a="http://schemas.openxmlformats.org/drawingml/2006/main">
            <a:off x="5762625" y="2602421"/>
            <a:ext cx="0" cy="460819"/>
          </a:xfrm>
          <a:prstGeom xmlns:a="http://schemas.openxmlformats.org/drawingml/2006/main" prst="line">
            <a:avLst/>
          </a:prstGeom>
          <a:noFill xmlns:a="http://schemas.openxmlformats.org/drawingml/2006/main"/>
          <a:ln xmlns:a="http://schemas.openxmlformats.org/drawingml/2006/main" w="19050">
            <a:solidFill>
              <a:srgbClr val="172A30"/>
            </a:solidFill>
            <a:prstDash val="solid"/>
          </a:ln>
        </p:spPr>
      </p:sp>
      <p:sp>
        <p:nvSpPr>
          <p:cNvPr id="52" name="c1-top-lead">
            <a:extLst xmlns:a="http://schemas.openxmlformats.org/drawingml/2006/main">
              <a:ext uri="{FF2B5EF4-FFF2-40B4-BE49-F238E27FC236}">
                <a16:creationId xmlns:a16="http://schemas.microsoft.com/office/drawing/2014/main" id="{9AEA113C-DD26-409A-B409-14C3EEB45C28}"/>
              </a:ext>
            </a:extLst>
          </p:cNvPr>
          <p:cNvSpPr>
            <a:spLocks xmlns:a="http://schemas.openxmlformats.org/drawingml/2006/main" noGrp="1"/>
          </p:cNvSpPr>
          <p:nvPr/>
        </p:nvSpPr>
        <p:spPr>
          <a:xfrm xmlns:a="http://schemas.openxmlformats.org/drawingml/2006/main">
            <a:off x="5762625" y="3063240"/>
            <a:ext cx="0" cy="168593"/>
          </a:xfrm>
          <a:prstGeom xmlns:a="http://schemas.openxmlformats.org/drawingml/2006/main" prst="line">
            <a:avLst/>
          </a:prstGeom>
          <a:noFill xmlns:a="http://schemas.openxmlformats.org/drawingml/2006/main"/>
          <a:ln xmlns:a="http://schemas.openxmlformats.org/drawingml/2006/main" w="19050">
            <a:solidFill>
              <a:srgbClr val="172A30"/>
            </a:solidFill>
            <a:prstDash val="solid"/>
          </a:ln>
        </p:spPr>
      </p:sp>
      <p:sp>
        <p:nvSpPr>
          <p:cNvPr id="53" name="c1-plate-1">
            <a:extLst xmlns:a="http://schemas.openxmlformats.org/drawingml/2006/main">
              <a:ext uri="{FF2B5EF4-FFF2-40B4-BE49-F238E27FC236}">
                <a16:creationId xmlns:a16="http://schemas.microsoft.com/office/drawing/2014/main" id="{81642C5E-EC51-4CD5-A7A4-A8A498B26659}"/>
              </a:ext>
            </a:extLst>
          </p:cNvPr>
          <p:cNvSpPr>
            <a:spLocks xmlns:a="http://schemas.openxmlformats.org/drawingml/2006/main" noGrp="1"/>
          </p:cNvSpPr>
          <p:nvPr/>
        </p:nvSpPr>
        <p:spPr>
          <a:xfrm xmlns:a="http://schemas.openxmlformats.org/drawingml/2006/main">
            <a:off x="5562600" y="3231832"/>
            <a:ext cx="400050" cy="0"/>
          </a:xfrm>
          <a:prstGeom xmlns:a="http://schemas.openxmlformats.org/drawingml/2006/main" prst="line">
            <a:avLst/>
          </a:prstGeom>
          <a:noFill xmlns:a="http://schemas.openxmlformats.org/drawingml/2006/main"/>
          <a:ln xmlns:a="http://schemas.openxmlformats.org/drawingml/2006/main" w="19050">
            <a:solidFill>
              <a:srgbClr val="172A30"/>
            </a:solidFill>
            <a:prstDash val="solid"/>
          </a:ln>
        </p:spPr>
      </p:sp>
      <p:sp>
        <p:nvSpPr>
          <p:cNvPr id="54" name="c1-plate-2">
            <a:extLst xmlns:a="http://schemas.openxmlformats.org/drawingml/2006/main">
              <a:ext uri="{FF2B5EF4-FFF2-40B4-BE49-F238E27FC236}">
                <a16:creationId xmlns:a16="http://schemas.microsoft.com/office/drawing/2014/main" id="{1F0CC48D-FB45-4733-98EC-8E6A7F9A8541}"/>
              </a:ext>
            </a:extLst>
          </p:cNvPr>
          <p:cNvSpPr>
            <a:spLocks xmlns:a="http://schemas.openxmlformats.org/drawingml/2006/main" noGrp="1"/>
          </p:cNvSpPr>
          <p:nvPr/>
        </p:nvSpPr>
        <p:spPr>
          <a:xfrm xmlns:a="http://schemas.openxmlformats.org/drawingml/2006/main">
            <a:off x="5562600" y="3344228"/>
            <a:ext cx="400050" cy="0"/>
          </a:xfrm>
          <a:prstGeom xmlns:a="http://schemas.openxmlformats.org/drawingml/2006/main" prst="line">
            <a:avLst/>
          </a:prstGeom>
          <a:noFill xmlns:a="http://schemas.openxmlformats.org/drawingml/2006/main"/>
          <a:ln xmlns:a="http://schemas.openxmlformats.org/drawingml/2006/main" w="19050">
            <a:solidFill>
              <a:srgbClr val="172A30"/>
            </a:solidFill>
            <a:prstDash val="solid"/>
          </a:ln>
        </p:spPr>
      </p:sp>
      <p:sp>
        <p:nvSpPr>
          <p:cNvPr id="55" name="c1-bottom-lead">
            <a:extLst xmlns:a="http://schemas.openxmlformats.org/drawingml/2006/main">
              <a:ext uri="{FF2B5EF4-FFF2-40B4-BE49-F238E27FC236}">
                <a16:creationId xmlns:a16="http://schemas.microsoft.com/office/drawing/2014/main" id="{E6798421-4407-4A8C-A32A-6C63AAAE294A}"/>
              </a:ext>
            </a:extLst>
          </p:cNvPr>
          <p:cNvSpPr>
            <a:spLocks xmlns:a="http://schemas.openxmlformats.org/drawingml/2006/main" noGrp="1"/>
          </p:cNvSpPr>
          <p:nvPr/>
        </p:nvSpPr>
        <p:spPr>
          <a:xfrm xmlns:a="http://schemas.openxmlformats.org/drawingml/2006/main">
            <a:off x="5762625" y="3344228"/>
            <a:ext cx="0" cy="1292543"/>
          </a:xfrm>
          <a:prstGeom xmlns:a="http://schemas.openxmlformats.org/drawingml/2006/main" prst="line">
            <a:avLst/>
          </a:prstGeom>
          <a:noFill xmlns:a="http://schemas.openxmlformats.org/drawingml/2006/main"/>
          <a:ln xmlns:a="http://schemas.openxmlformats.org/drawingml/2006/main" w="19050">
            <a:solidFill>
              <a:srgbClr val="263B42"/>
            </a:solidFill>
            <a:prstDash val="solid"/>
          </a:ln>
        </p:spPr>
      </p:sp>
      <p:sp>
        <p:nvSpPr>
          <p:cNvPr id="56" name="c1-ref">
            <a:extLst xmlns:a="http://schemas.openxmlformats.org/drawingml/2006/main">
              <a:ext uri="{FF2B5EF4-FFF2-40B4-BE49-F238E27FC236}">
                <a16:creationId xmlns:a16="http://schemas.microsoft.com/office/drawing/2014/main" id="{C416D1C1-6616-4534-96E1-4584F518C15D}"/>
              </a:ext>
            </a:extLst>
          </p:cNvPr>
          <p:cNvSpPr>
            <a:spLocks xmlns:a="http://schemas.openxmlformats.org/drawingml/2006/main" noGrp="1"/>
          </p:cNvSpPr>
          <p:nvPr/>
        </p:nvSpPr>
        <p:spPr>
          <a:xfrm xmlns:a="http://schemas.openxmlformats.org/drawingml/2006/main">
            <a:off x="6000750" y="3130677"/>
            <a:ext cx="1095375" cy="280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25" b="1">
                <a:solidFill>
                  <a:srgbClr val="172A30"/>
                </a:solidFill>
                <a:latin typeface="Arial"/>
                <a:ea typeface="Arial"/>
                <a:cs typeface="Arial"/>
              </a:defRPr>
            </a:defPPr>
            <a:lvl1pPr algn="l">
              <a:buNone/>
              <a:defRPr sz="975" b="1">
                <a:solidFill>
                  <a:srgbClr val="172A30"/>
                </a:solidFill>
                <a:latin typeface="Arial"/>
                <a:ea typeface="Arial"/>
                <a:cs typeface="Arial"/>
              </a:defRPr>
            </a:lvl1pPr>
            <a:lvl2pPr algn="l">
              <a:buNone/>
              <a:defRPr sz="975" b="1">
                <a:solidFill>
                  <a:srgbClr val="172A30"/>
                </a:solidFill>
                <a:latin typeface="Arial"/>
                <a:ea typeface="Arial"/>
                <a:cs typeface="Arial"/>
              </a:defRPr>
            </a:lvl2pPr>
            <a:lvl3pPr algn="l">
              <a:buNone/>
              <a:defRPr sz="975" b="1">
                <a:solidFill>
                  <a:srgbClr val="172A30"/>
                </a:solidFill>
                <a:latin typeface="Arial"/>
                <a:ea typeface="Arial"/>
                <a:cs typeface="Arial"/>
              </a:defRPr>
            </a:lvl3pPr>
            <a:lvl4pPr algn="l">
              <a:buNone/>
              <a:defRPr sz="975" b="1">
                <a:solidFill>
                  <a:srgbClr val="172A30"/>
                </a:solidFill>
                <a:latin typeface="Arial"/>
                <a:ea typeface="Arial"/>
                <a:cs typeface="Arial"/>
              </a:defRPr>
            </a:lvl4pPr>
            <a:lvl5pPr algn="l">
              <a:buNone/>
              <a:defRPr sz="975" b="1">
                <a:solidFill>
                  <a:srgbClr val="172A30"/>
                </a:solidFill>
                <a:latin typeface="Arial"/>
                <a:ea typeface="Arial"/>
                <a:cs typeface="Arial"/>
              </a:defRPr>
            </a:lvl5pPr>
            <a:lvl6pPr algn="l">
              <a:buNone/>
              <a:defRPr sz="975" b="1">
                <a:solidFill>
                  <a:srgbClr val="172A30"/>
                </a:solidFill>
                <a:latin typeface="Arial"/>
                <a:ea typeface="Arial"/>
                <a:cs typeface="Arial"/>
              </a:defRPr>
            </a:lvl6pPr>
            <a:lvl7pPr algn="l">
              <a:buNone/>
              <a:defRPr sz="975" b="1">
                <a:solidFill>
                  <a:srgbClr val="172A30"/>
                </a:solidFill>
                <a:latin typeface="Arial"/>
                <a:ea typeface="Arial"/>
                <a:cs typeface="Arial"/>
              </a:defRPr>
            </a:lvl7pPr>
            <a:lvl8pPr algn="l">
              <a:buNone/>
              <a:defRPr sz="975" b="1">
                <a:solidFill>
                  <a:srgbClr val="172A30"/>
                </a:solidFill>
                <a:latin typeface="Arial"/>
                <a:ea typeface="Arial"/>
                <a:cs typeface="Arial"/>
              </a:defRPr>
            </a:lvl8pPr>
            <a:lvl9pPr algn="l">
              <a:buNone/>
              <a:defRPr sz="975" b="1">
                <a:solidFill>
                  <a:srgbClr val="172A30"/>
                </a:solidFill>
                <a:latin typeface="Arial"/>
                <a:ea typeface="Arial"/>
                <a:cs typeface="Arial"/>
              </a:defRPr>
            </a:lvl9pPr>
          </a:lstStyle>
          <a:p xmlns:a="http://schemas.openxmlformats.org/drawingml/2006/main">
            <a:pPr algn="l">
              <a:buNone/>
              <a:defRPr sz="975" b="1">
                <a:solidFill>
                  <a:srgbClr val="172A30"/>
                </a:solidFill>
                <a:latin typeface="Arial"/>
                <a:ea typeface="Arial"/>
                <a:cs typeface="Arial"/>
              </a:defRPr>
            </a:pPr>
            <a:r>
              <a:rPr sz="1125" b="1">
                <a:solidFill>
                  <a:srgbClr val="172A30"/>
                </a:solidFill>
                <a:latin typeface="Arial"/>
                <a:ea typeface="Arial"/>
                <a:cs typeface="Arial"/>
              </a:rPr>
              <a:t>C1  ·  100 nF</a:t>
            </a:r>
          </a:p>
        </p:txBody>
      </p:sp>
      <p:sp>
        <p:nvSpPr>
          <p:cNvPr id="57" name="c1-parallel">
            <a:extLst xmlns:a="http://schemas.openxmlformats.org/drawingml/2006/main">
              <a:ext uri="{FF2B5EF4-FFF2-40B4-BE49-F238E27FC236}">
                <a16:creationId xmlns:a16="http://schemas.microsoft.com/office/drawing/2014/main" id="{140A05FD-D319-4C5D-877E-40D3A0A68054}"/>
              </a:ext>
            </a:extLst>
          </p:cNvPr>
          <p:cNvSpPr>
            <a:spLocks xmlns:a="http://schemas.openxmlformats.org/drawingml/2006/main" noGrp="1"/>
          </p:cNvSpPr>
          <p:nvPr/>
        </p:nvSpPr>
        <p:spPr>
          <a:xfrm xmlns:a="http://schemas.openxmlformats.org/drawingml/2006/main">
            <a:off x="6000750" y="3411664"/>
            <a:ext cx="1257300" cy="22479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0">
                <a:solidFill>
                  <a:srgbClr val="50636A"/>
                </a:solidFill>
                <a:latin typeface="Arial"/>
                <a:ea typeface="Arial"/>
                <a:cs typeface="Arial"/>
              </a:defRPr>
            </a:defPPr>
            <a:lvl1pPr algn="l">
              <a:buNone/>
              <a:defRPr sz="825" b="0">
                <a:solidFill>
                  <a:srgbClr val="50636A"/>
                </a:solidFill>
                <a:latin typeface="Arial"/>
                <a:ea typeface="Arial"/>
                <a:cs typeface="Arial"/>
              </a:defRPr>
            </a:lvl1pPr>
            <a:lvl2pPr algn="l">
              <a:buNone/>
              <a:defRPr sz="825" b="0">
                <a:solidFill>
                  <a:srgbClr val="50636A"/>
                </a:solidFill>
                <a:latin typeface="Arial"/>
                <a:ea typeface="Arial"/>
                <a:cs typeface="Arial"/>
              </a:defRPr>
            </a:lvl2pPr>
            <a:lvl3pPr algn="l">
              <a:buNone/>
              <a:defRPr sz="825" b="0">
                <a:solidFill>
                  <a:srgbClr val="50636A"/>
                </a:solidFill>
                <a:latin typeface="Arial"/>
                <a:ea typeface="Arial"/>
                <a:cs typeface="Arial"/>
              </a:defRPr>
            </a:lvl3pPr>
            <a:lvl4pPr algn="l">
              <a:buNone/>
              <a:defRPr sz="825" b="0">
                <a:solidFill>
                  <a:srgbClr val="50636A"/>
                </a:solidFill>
                <a:latin typeface="Arial"/>
                <a:ea typeface="Arial"/>
                <a:cs typeface="Arial"/>
              </a:defRPr>
            </a:lvl4pPr>
            <a:lvl5pPr algn="l">
              <a:buNone/>
              <a:defRPr sz="825" b="0">
                <a:solidFill>
                  <a:srgbClr val="50636A"/>
                </a:solidFill>
                <a:latin typeface="Arial"/>
                <a:ea typeface="Arial"/>
                <a:cs typeface="Arial"/>
              </a:defRPr>
            </a:lvl5pPr>
            <a:lvl6pPr algn="l">
              <a:buNone/>
              <a:defRPr sz="825" b="0">
                <a:solidFill>
                  <a:srgbClr val="50636A"/>
                </a:solidFill>
                <a:latin typeface="Arial"/>
                <a:ea typeface="Arial"/>
                <a:cs typeface="Arial"/>
              </a:defRPr>
            </a:lvl6pPr>
            <a:lvl7pPr algn="l">
              <a:buNone/>
              <a:defRPr sz="825" b="0">
                <a:solidFill>
                  <a:srgbClr val="50636A"/>
                </a:solidFill>
                <a:latin typeface="Arial"/>
                <a:ea typeface="Arial"/>
                <a:cs typeface="Arial"/>
              </a:defRPr>
            </a:lvl7pPr>
            <a:lvl8pPr algn="l">
              <a:buNone/>
              <a:defRPr sz="825" b="0">
                <a:solidFill>
                  <a:srgbClr val="50636A"/>
                </a:solidFill>
                <a:latin typeface="Arial"/>
                <a:ea typeface="Arial"/>
                <a:cs typeface="Arial"/>
              </a:defRPr>
            </a:lvl8pPr>
            <a:lvl9pPr algn="l">
              <a:buNone/>
              <a:defRPr sz="825" b="0">
                <a:solidFill>
                  <a:srgbClr val="50636A"/>
                </a:solidFill>
                <a:latin typeface="Arial"/>
                <a:ea typeface="Arial"/>
                <a:cs typeface="Arial"/>
              </a:defRPr>
            </a:lvl9pPr>
          </a:lstStyle>
          <a:p xmlns:a="http://schemas.openxmlformats.org/drawingml/2006/main">
            <a:pPr algn="l">
              <a:buNone/>
              <a:defRPr sz="825" b="0">
                <a:solidFill>
                  <a:srgbClr val="50636A"/>
                </a:solidFill>
                <a:latin typeface="Arial"/>
                <a:ea typeface="Arial"/>
                <a:cs typeface="Arial"/>
              </a:defRPr>
            </a:pPr>
            <a:r>
              <a:rPr sz="975" b="0">
                <a:solidFill>
                  <a:srgbClr val="50636A"/>
                </a:solidFill>
                <a:latin typeface="Arial"/>
                <a:ea typeface="Arial"/>
                <a:cs typeface="Arial"/>
              </a:rPr>
              <a:t>C1 // R2</a:t>
            </a:r>
          </a:p>
        </p:txBody>
      </p:sp>
      <p:sp>
        <p:nvSpPr>
          <p:cNvPr id="58" name="n1-r2-dot">
            <a:extLst xmlns:a="http://schemas.openxmlformats.org/drawingml/2006/main">
              <a:ext uri="{FF2B5EF4-FFF2-40B4-BE49-F238E27FC236}">
                <a16:creationId xmlns:a16="http://schemas.microsoft.com/office/drawing/2014/main" id="{1C49D04A-B3E2-4BC4-8D41-4181E0028D7B}"/>
              </a:ext>
            </a:extLst>
          </p:cNvPr>
          <p:cNvSpPr>
            <a:spLocks xmlns:a="http://schemas.openxmlformats.org/drawingml/2006/main" noGrp="1"/>
          </p:cNvSpPr>
          <p:nvPr/>
        </p:nvSpPr>
        <p:spPr>
          <a:xfrm xmlns:a="http://schemas.openxmlformats.org/drawingml/2006/main">
            <a:off x="4533900" y="2546223"/>
            <a:ext cx="95250" cy="112395"/>
          </a:xfrm>
          <a:prstGeom xmlns:a="http://schemas.openxmlformats.org/drawingml/2006/main" prst="ellipse">
            <a:avLst/>
          </a:prstGeom>
          <a:solidFill xmlns:a="http://schemas.openxmlformats.org/drawingml/2006/main">
            <a:srgbClr val="172A30"/>
          </a:solidFill>
          <a:ln xmlns:a="http://schemas.openxmlformats.org/drawingml/2006/main" w="9525">
            <a:solidFill>
              <a:srgbClr val="172A30"/>
            </a:solidFill>
            <a:prstDash val="solid"/>
          </a:ln>
        </p:spPr>
      </p:sp>
      <p:sp>
        <p:nvSpPr>
          <p:cNvPr id="59" name="n1-c1-dot">
            <a:extLst xmlns:a="http://schemas.openxmlformats.org/drawingml/2006/main">
              <a:ext uri="{FF2B5EF4-FFF2-40B4-BE49-F238E27FC236}">
                <a16:creationId xmlns:a16="http://schemas.microsoft.com/office/drawing/2014/main" id="{F5614CA1-646A-4E0F-9F48-A7938D7CB29E}"/>
              </a:ext>
            </a:extLst>
          </p:cNvPr>
          <p:cNvSpPr>
            <a:spLocks xmlns:a="http://schemas.openxmlformats.org/drawingml/2006/main" noGrp="1"/>
          </p:cNvSpPr>
          <p:nvPr/>
        </p:nvSpPr>
        <p:spPr>
          <a:xfrm xmlns:a="http://schemas.openxmlformats.org/drawingml/2006/main">
            <a:off x="5715000" y="2546223"/>
            <a:ext cx="95250" cy="112395"/>
          </a:xfrm>
          <a:prstGeom xmlns:a="http://schemas.openxmlformats.org/drawingml/2006/main" prst="ellipse">
            <a:avLst/>
          </a:prstGeom>
          <a:solidFill xmlns:a="http://schemas.openxmlformats.org/drawingml/2006/main">
            <a:srgbClr val="172A30"/>
          </a:solidFill>
          <a:ln xmlns:a="http://schemas.openxmlformats.org/drawingml/2006/main" w="9525">
            <a:solidFill>
              <a:srgbClr val="172A30"/>
            </a:solidFill>
            <a:prstDash val="solid"/>
          </a:ln>
        </p:spPr>
      </p:sp>
      <p:sp>
        <p:nvSpPr>
          <p:cNvPr id="60" name="j2-box">
            <a:extLst xmlns:a="http://schemas.openxmlformats.org/drawingml/2006/main">
              <a:ext uri="{FF2B5EF4-FFF2-40B4-BE49-F238E27FC236}">
                <a16:creationId xmlns:a16="http://schemas.microsoft.com/office/drawing/2014/main" id="{89FB380F-0AA4-4A83-BA96-3EC011D1F091}"/>
              </a:ext>
            </a:extLst>
          </p:cNvPr>
          <p:cNvSpPr>
            <a:spLocks xmlns:a="http://schemas.openxmlformats.org/drawingml/2006/main" noGrp="1"/>
          </p:cNvSpPr>
          <p:nvPr/>
        </p:nvSpPr>
        <p:spPr>
          <a:xfrm xmlns:a="http://schemas.openxmlformats.org/drawingml/2006/main">
            <a:off x="7124700" y="1714500"/>
            <a:ext cx="1952625" cy="2877312"/>
          </a:xfrm>
          <a:prstGeom xmlns:a="http://schemas.openxmlformats.org/drawingml/2006/main" prst="rect">
            <a:avLst/>
          </a:prstGeom>
          <a:solidFill xmlns:a="http://schemas.openxmlformats.org/drawingml/2006/main">
            <a:srgbClr val="FFFFFF"/>
          </a:solidFill>
          <a:ln xmlns:a="http://schemas.openxmlformats.org/drawingml/2006/main" w="19050">
            <a:solidFill>
              <a:srgbClr val="12343A"/>
            </a:solidFill>
            <a:prstDash val="solid"/>
          </a:ln>
        </p:spPr>
      </p:sp>
      <p:sp>
        <p:nvSpPr>
          <p:cNvPr id="61" name="j2-title">
            <a:extLst xmlns:a="http://schemas.openxmlformats.org/drawingml/2006/main">
              <a:ext uri="{FF2B5EF4-FFF2-40B4-BE49-F238E27FC236}">
                <a16:creationId xmlns:a16="http://schemas.microsoft.com/office/drawing/2014/main" id="{E18B985F-9B24-4E52-8070-30259DE6CDD7}"/>
              </a:ext>
            </a:extLst>
          </p:cNvPr>
          <p:cNvSpPr>
            <a:spLocks xmlns:a="http://schemas.openxmlformats.org/drawingml/2006/main" noGrp="1"/>
          </p:cNvSpPr>
          <p:nvPr/>
        </p:nvSpPr>
        <p:spPr>
          <a:xfrm xmlns:a="http://schemas.openxmlformats.org/drawingml/2006/main">
            <a:off x="7239000" y="1815656"/>
            <a:ext cx="1724025" cy="29222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1">
                <a:solidFill>
                  <a:srgbClr val="102B31"/>
                </a:solidFill>
                <a:latin typeface="Arial"/>
                <a:ea typeface="Arial"/>
                <a:cs typeface="Arial"/>
              </a:defRPr>
            </a:defPPr>
            <a:lvl1pPr algn="l">
              <a:buNone/>
              <a:defRPr sz="1200" b="1">
                <a:solidFill>
                  <a:srgbClr val="102A33"/>
                </a:solidFill>
                <a:latin typeface="Arial"/>
                <a:ea typeface="Arial"/>
                <a:cs typeface="Arial"/>
              </a:defRPr>
            </a:lvl1pPr>
            <a:lvl2pPr algn="l">
              <a:buNone/>
              <a:defRPr sz="1200" b="1">
                <a:solidFill>
                  <a:srgbClr val="102A33"/>
                </a:solidFill>
                <a:latin typeface="Arial"/>
                <a:ea typeface="Arial"/>
                <a:cs typeface="Arial"/>
              </a:defRPr>
            </a:lvl2pPr>
            <a:lvl3pPr algn="l">
              <a:buNone/>
              <a:defRPr sz="1200" b="1">
                <a:solidFill>
                  <a:srgbClr val="102A33"/>
                </a:solidFill>
                <a:latin typeface="Arial"/>
                <a:ea typeface="Arial"/>
                <a:cs typeface="Arial"/>
              </a:defRPr>
            </a:lvl3pPr>
            <a:lvl4pPr algn="l">
              <a:buNone/>
              <a:defRPr sz="1200" b="1">
                <a:solidFill>
                  <a:srgbClr val="102A33"/>
                </a:solidFill>
                <a:latin typeface="Arial"/>
                <a:ea typeface="Arial"/>
                <a:cs typeface="Arial"/>
              </a:defRPr>
            </a:lvl4pPr>
            <a:lvl5pPr algn="l">
              <a:buNone/>
              <a:defRPr sz="1200" b="1">
                <a:solidFill>
                  <a:srgbClr val="102A33"/>
                </a:solidFill>
                <a:latin typeface="Arial"/>
                <a:ea typeface="Arial"/>
                <a:cs typeface="Arial"/>
              </a:defRPr>
            </a:lvl5pPr>
            <a:lvl6pPr algn="l">
              <a:buNone/>
              <a:defRPr sz="1200" b="1">
                <a:solidFill>
                  <a:srgbClr val="102A33"/>
                </a:solidFill>
                <a:latin typeface="Arial"/>
                <a:ea typeface="Arial"/>
                <a:cs typeface="Arial"/>
              </a:defRPr>
            </a:lvl6pPr>
            <a:lvl7pPr algn="l">
              <a:buNone/>
              <a:defRPr sz="1200" b="1">
                <a:solidFill>
                  <a:srgbClr val="102A33"/>
                </a:solidFill>
                <a:latin typeface="Arial"/>
                <a:ea typeface="Arial"/>
                <a:cs typeface="Arial"/>
              </a:defRPr>
            </a:lvl7pPr>
            <a:lvl8pPr algn="l">
              <a:buNone/>
              <a:defRPr sz="1200" b="1">
                <a:solidFill>
                  <a:srgbClr val="102A33"/>
                </a:solidFill>
                <a:latin typeface="Arial"/>
                <a:ea typeface="Arial"/>
                <a:cs typeface="Arial"/>
              </a:defRPr>
            </a:lvl8pPr>
            <a:lvl9pPr algn="l">
              <a:buNone/>
              <a:defRPr sz="1200" b="1">
                <a:solidFill>
                  <a:srgbClr val="102A33"/>
                </a:solidFill>
                <a:latin typeface="Arial"/>
                <a:ea typeface="Arial"/>
                <a:cs typeface="Arial"/>
              </a:defRPr>
            </a:lvl9pPr>
          </a:lstStyle>
          <a:p xmlns:a="http://schemas.openxmlformats.org/drawingml/2006/main">
            <a:pPr algn="l">
              <a:buNone/>
              <a:defRPr sz="1200" b="1">
                <a:solidFill>
                  <a:srgbClr val="102B31"/>
                </a:solidFill>
                <a:latin typeface="Arial"/>
                <a:ea typeface="Arial"/>
                <a:cs typeface="Arial"/>
              </a:defRPr>
            </a:pPr>
            <a:r>
              <a:rPr sz="1350" b="1">
                <a:solidFill>
                  <a:srgbClr val="102B31"/>
                </a:solidFill>
                <a:latin typeface="Arial"/>
                <a:ea typeface="Arial"/>
                <a:cs typeface="Arial"/>
              </a:rPr>
              <a:t>J2  ·  BỘ THU</a:t>
            </a:r>
          </a:p>
        </p:txBody>
      </p:sp>
      <p:sp>
        <p:nvSpPr>
          <p:cNvPr id="62" name="j2-sub">
            <a:extLst xmlns:a="http://schemas.openxmlformats.org/drawingml/2006/main">
              <a:ext uri="{FF2B5EF4-FFF2-40B4-BE49-F238E27FC236}">
                <a16:creationId xmlns:a16="http://schemas.microsoft.com/office/drawing/2014/main" id="{52528847-AE61-46B0-9352-771EFB62F92D}"/>
              </a:ext>
            </a:extLst>
          </p:cNvPr>
          <p:cNvSpPr>
            <a:spLocks xmlns:a="http://schemas.openxmlformats.org/drawingml/2006/main" noGrp="1"/>
          </p:cNvSpPr>
          <p:nvPr/>
        </p:nvSpPr>
        <p:spPr>
          <a:xfrm xmlns:a="http://schemas.openxmlformats.org/drawingml/2006/main">
            <a:off x="7239000" y="2119122"/>
            <a:ext cx="1724025" cy="23602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0">
                <a:solidFill>
                  <a:srgbClr val="526B70"/>
                </a:solidFill>
                <a:latin typeface="Arial"/>
                <a:ea typeface="Arial"/>
                <a:cs typeface="Arial"/>
              </a:defRPr>
            </a:defPPr>
            <a:lvl1pPr algn="l">
              <a:buNone/>
              <a:defRPr sz="900" b="0">
                <a:solidFill>
                  <a:srgbClr val="50636A"/>
                </a:solidFill>
                <a:latin typeface="Arial"/>
                <a:ea typeface="Arial"/>
                <a:cs typeface="Arial"/>
              </a:defRPr>
            </a:lvl1pPr>
            <a:lvl2pPr algn="l">
              <a:buNone/>
              <a:defRPr sz="900" b="0">
                <a:solidFill>
                  <a:srgbClr val="50636A"/>
                </a:solidFill>
                <a:latin typeface="Arial"/>
                <a:ea typeface="Arial"/>
                <a:cs typeface="Arial"/>
              </a:defRPr>
            </a:lvl2pPr>
            <a:lvl3pPr algn="l">
              <a:buNone/>
              <a:defRPr sz="900" b="0">
                <a:solidFill>
                  <a:srgbClr val="50636A"/>
                </a:solidFill>
                <a:latin typeface="Arial"/>
                <a:ea typeface="Arial"/>
                <a:cs typeface="Arial"/>
              </a:defRPr>
            </a:lvl3pPr>
            <a:lvl4pPr algn="l">
              <a:buNone/>
              <a:defRPr sz="900" b="0">
                <a:solidFill>
                  <a:srgbClr val="50636A"/>
                </a:solidFill>
                <a:latin typeface="Arial"/>
                <a:ea typeface="Arial"/>
                <a:cs typeface="Arial"/>
              </a:defRPr>
            </a:lvl4pPr>
            <a:lvl5pPr algn="l">
              <a:buNone/>
              <a:defRPr sz="900" b="0">
                <a:solidFill>
                  <a:srgbClr val="50636A"/>
                </a:solidFill>
                <a:latin typeface="Arial"/>
                <a:ea typeface="Arial"/>
                <a:cs typeface="Arial"/>
              </a:defRPr>
            </a:lvl5pPr>
            <a:lvl6pPr algn="l">
              <a:buNone/>
              <a:defRPr sz="900" b="0">
                <a:solidFill>
                  <a:srgbClr val="50636A"/>
                </a:solidFill>
                <a:latin typeface="Arial"/>
                <a:ea typeface="Arial"/>
                <a:cs typeface="Arial"/>
              </a:defRPr>
            </a:lvl6pPr>
            <a:lvl7pPr algn="l">
              <a:buNone/>
              <a:defRPr sz="900" b="0">
                <a:solidFill>
                  <a:srgbClr val="50636A"/>
                </a:solidFill>
                <a:latin typeface="Arial"/>
                <a:ea typeface="Arial"/>
                <a:cs typeface="Arial"/>
              </a:defRPr>
            </a:lvl7pPr>
            <a:lvl8pPr algn="l">
              <a:buNone/>
              <a:defRPr sz="900" b="0">
                <a:solidFill>
                  <a:srgbClr val="50636A"/>
                </a:solidFill>
                <a:latin typeface="Arial"/>
                <a:ea typeface="Arial"/>
                <a:cs typeface="Arial"/>
              </a:defRPr>
            </a:lvl8pPr>
            <a:lvl9pPr algn="l">
              <a:buNone/>
              <a:defRPr sz="900" b="0">
                <a:solidFill>
                  <a:srgbClr val="50636A"/>
                </a:solidFill>
                <a:latin typeface="Arial"/>
                <a:ea typeface="Arial"/>
                <a:cs typeface="Arial"/>
              </a:defRPr>
            </a:lvl9pPr>
          </a:lstStyle>
          <a:p xmlns:a="http://schemas.openxmlformats.org/drawingml/2006/main">
            <a:pPr algn="l">
              <a:buNone/>
              <a:defRPr sz="900" b="0">
                <a:solidFill>
                  <a:srgbClr val="50636A"/>
                </a:solidFill>
                <a:latin typeface="Arial"/>
                <a:ea typeface="Arial"/>
                <a:cs typeface="Arial"/>
              </a:defRPr>
            </a:pPr>
            <a:r>
              <a:rPr sz="1050" b="0">
                <a:solidFill>
                  <a:srgbClr val="526B70"/>
                </a:solidFill>
                <a:latin typeface="Arial"/>
                <a:ea typeface="Arial"/>
                <a:cs typeface="Arial"/>
              </a:rPr>
              <a:t>ESP32-S3 DevKitC-1 N8R8</a:t>
            </a:r>
          </a:p>
        </p:txBody>
      </p:sp>
      <p:sp>
        <p:nvSpPr>
          <p:cNvPr id="63" name="j2-adc">
            <a:extLst xmlns:a="http://schemas.openxmlformats.org/drawingml/2006/main">
              <a:ext uri="{FF2B5EF4-FFF2-40B4-BE49-F238E27FC236}">
                <a16:creationId xmlns:a16="http://schemas.microsoft.com/office/drawing/2014/main" id="{537CE67A-D643-45E5-BDDA-2F59B9F77BD5}"/>
              </a:ext>
            </a:extLst>
          </p:cNvPr>
          <p:cNvSpPr>
            <a:spLocks xmlns:a="http://schemas.openxmlformats.org/drawingml/2006/main" noGrp="1"/>
          </p:cNvSpPr>
          <p:nvPr/>
        </p:nvSpPr>
        <p:spPr>
          <a:xfrm xmlns:a="http://schemas.openxmlformats.org/drawingml/2006/main">
            <a:off x="7077075" y="2546223"/>
            <a:ext cx="95250" cy="112395"/>
          </a:xfrm>
          <a:prstGeom xmlns:a="http://schemas.openxmlformats.org/drawingml/2006/main" prst="ellipse">
            <a:avLst/>
          </a:prstGeom>
          <a:solidFill xmlns:a="http://schemas.openxmlformats.org/drawingml/2006/main">
            <a:srgbClr val="FFFFFF"/>
          </a:solidFill>
          <a:ln xmlns:a="http://schemas.openxmlformats.org/drawingml/2006/main" w="19050">
            <a:solidFill>
              <a:srgbClr val="18794E"/>
            </a:solidFill>
            <a:prstDash val="solid"/>
          </a:ln>
        </p:spPr>
      </p:sp>
      <p:sp>
        <p:nvSpPr>
          <p:cNvPr id="64" name="j2-adc-label">
            <a:extLst xmlns:a="http://schemas.openxmlformats.org/drawingml/2006/main">
              <a:ext uri="{FF2B5EF4-FFF2-40B4-BE49-F238E27FC236}">
                <a16:creationId xmlns:a16="http://schemas.microsoft.com/office/drawing/2014/main" id="{95196A8F-E08D-49AD-8A80-B6D8AE60B1A8}"/>
              </a:ext>
            </a:extLst>
          </p:cNvPr>
          <p:cNvSpPr>
            <a:spLocks xmlns:a="http://schemas.openxmlformats.org/drawingml/2006/main" noGrp="1"/>
          </p:cNvSpPr>
          <p:nvPr/>
        </p:nvSpPr>
        <p:spPr>
          <a:xfrm xmlns:a="http://schemas.openxmlformats.org/drawingml/2006/main">
            <a:off x="7286625" y="2467547"/>
            <a:ext cx="1714500" cy="280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25" b="1">
                <a:solidFill>
                  <a:srgbClr val="172A30"/>
                </a:solidFill>
                <a:latin typeface="Arial"/>
                <a:ea typeface="Arial"/>
                <a:cs typeface="Arial"/>
              </a:defRPr>
            </a:defPPr>
            <a:lvl1pPr algn="l">
              <a:buNone/>
              <a:defRPr sz="975" b="1">
                <a:solidFill>
                  <a:srgbClr val="172A30"/>
                </a:solidFill>
                <a:latin typeface="Arial"/>
                <a:ea typeface="Arial"/>
                <a:cs typeface="Arial"/>
              </a:defRPr>
            </a:lvl1pPr>
            <a:lvl2pPr algn="l">
              <a:buNone/>
              <a:defRPr sz="975" b="1">
                <a:solidFill>
                  <a:srgbClr val="172A30"/>
                </a:solidFill>
                <a:latin typeface="Arial"/>
                <a:ea typeface="Arial"/>
                <a:cs typeface="Arial"/>
              </a:defRPr>
            </a:lvl2pPr>
            <a:lvl3pPr algn="l">
              <a:buNone/>
              <a:defRPr sz="975" b="1">
                <a:solidFill>
                  <a:srgbClr val="172A30"/>
                </a:solidFill>
                <a:latin typeface="Arial"/>
                <a:ea typeface="Arial"/>
                <a:cs typeface="Arial"/>
              </a:defRPr>
            </a:lvl3pPr>
            <a:lvl4pPr algn="l">
              <a:buNone/>
              <a:defRPr sz="975" b="1">
                <a:solidFill>
                  <a:srgbClr val="172A30"/>
                </a:solidFill>
                <a:latin typeface="Arial"/>
                <a:ea typeface="Arial"/>
                <a:cs typeface="Arial"/>
              </a:defRPr>
            </a:lvl4pPr>
            <a:lvl5pPr algn="l">
              <a:buNone/>
              <a:defRPr sz="975" b="1">
                <a:solidFill>
                  <a:srgbClr val="172A30"/>
                </a:solidFill>
                <a:latin typeface="Arial"/>
                <a:ea typeface="Arial"/>
                <a:cs typeface="Arial"/>
              </a:defRPr>
            </a:lvl5pPr>
            <a:lvl6pPr algn="l">
              <a:buNone/>
              <a:defRPr sz="975" b="1">
                <a:solidFill>
                  <a:srgbClr val="172A30"/>
                </a:solidFill>
                <a:latin typeface="Arial"/>
                <a:ea typeface="Arial"/>
                <a:cs typeface="Arial"/>
              </a:defRPr>
            </a:lvl6pPr>
            <a:lvl7pPr algn="l">
              <a:buNone/>
              <a:defRPr sz="975" b="1">
                <a:solidFill>
                  <a:srgbClr val="172A30"/>
                </a:solidFill>
                <a:latin typeface="Arial"/>
                <a:ea typeface="Arial"/>
                <a:cs typeface="Arial"/>
              </a:defRPr>
            </a:lvl7pPr>
            <a:lvl8pPr algn="l">
              <a:buNone/>
              <a:defRPr sz="975" b="1">
                <a:solidFill>
                  <a:srgbClr val="172A30"/>
                </a:solidFill>
                <a:latin typeface="Arial"/>
                <a:ea typeface="Arial"/>
                <a:cs typeface="Arial"/>
              </a:defRPr>
            </a:lvl8pPr>
            <a:lvl9pPr algn="l">
              <a:buNone/>
              <a:defRPr sz="975" b="1">
                <a:solidFill>
                  <a:srgbClr val="172A30"/>
                </a:solidFill>
                <a:latin typeface="Arial"/>
                <a:ea typeface="Arial"/>
                <a:cs typeface="Arial"/>
              </a:defRPr>
            </a:lvl9pPr>
          </a:lstStyle>
          <a:p xmlns:a="http://schemas.openxmlformats.org/drawingml/2006/main">
            <a:pPr algn="l">
              <a:buNone/>
              <a:defRPr sz="975" b="1">
                <a:solidFill>
                  <a:srgbClr val="172A30"/>
                </a:solidFill>
                <a:latin typeface="Arial"/>
                <a:ea typeface="Arial"/>
                <a:cs typeface="Arial"/>
              </a:defRPr>
            </a:pPr>
            <a:r>
              <a:rPr sz="1125" b="1">
                <a:solidFill>
                  <a:srgbClr val="172A30"/>
                </a:solidFill>
                <a:latin typeface="Arial"/>
                <a:ea typeface="Arial"/>
                <a:cs typeface="Arial"/>
              </a:rPr>
              <a:t>1  GPIO1 / ADC1_CH0</a:t>
            </a:r>
          </a:p>
        </p:txBody>
      </p:sp>
      <p:sp>
        <p:nvSpPr>
          <p:cNvPr id="65" name="j2-gnd">
            <a:extLst xmlns:a="http://schemas.openxmlformats.org/drawingml/2006/main">
              <a:ext uri="{FF2B5EF4-FFF2-40B4-BE49-F238E27FC236}">
                <a16:creationId xmlns:a16="http://schemas.microsoft.com/office/drawing/2014/main" id="{175ECFB4-D2B0-4992-9C2F-795CC0C21E28}"/>
              </a:ext>
            </a:extLst>
          </p:cNvPr>
          <p:cNvSpPr>
            <a:spLocks xmlns:a="http://schemas.openxmlformats.org/drawingml/2006/main" noGrp="1"/>
          </p:cNvSpPr>
          <p:nvPr/>
        </p:nvSpPr>
        <p:spPr>
          <a:xfrm xmlns:a="http://schemas.openxmlformats.org/drawingml/2006/main">
            <a:off x="7077075" y="4086035"/>
            <a:ext cx="95250" cy="112395"/>
          </a:xfrm>
          <a:prstGeom xmlns:a="http://schemas.openxmlformats.org/drawingml/2006/main" prst="ellipse">
            <a:avLst/>
          </a:prstGeom>
          <a:solidFill xmlns:a="http://schemas.openxmlformats.org/drawingml/2006/main">
            <a:srgbClr val="FFFFFF"/>
          </a:solidFill>
          <a:ln xmlns:a="http://schemas.openxmlformats.org/drawingml/2006/main" w="19050">
            <a:solidFill>
              <a:srgbClr val="263B42"/>
            </a:solidFill>
            <a:prstDash val="solid"/>
          </a:ln>
        </p:spPr>
      </p:sp>
      <p:sp>
        <p:nvSpPr>
          <p:cNvPr id="66" name="j2-gnd-label">
            <a:extLst xmlns:a="http://schemas.openxmlformats.org/drawingml/2006/main">
              <a:ext uri="{FF2B5EF4-FFF2-40B4-BE49-F238E27FC236}">
                <a16:creationId xmlns:a16="http://schemas.microsoft.com/office/drawing/2014/main" id="{68C41262-C12A-4C8E-9D7B-1505A40FB825}"/>
              </a:ext>
            </a:extLst>
          </p:cNvPr>
          <p:cNvSpPr>
            <a:spLocks xmlns:a="http://schemas.openxmlformats.org/drawingml/2006/main" noGrp="1"/>
          </p:cNvSpPr>
          <p:nvPr/>
        </p:nvSpPr>
        <p:spPr>
          <a:xfrm xmlns:a="http://schemas.openxmlformats.org/drawingml/2006/main">
            <a:off x="7286625" y="4007358"/>
            <a:ext cx="1095375" cy="280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25" b="1">
                <a:solidFill>
                  <a:srgbClr val="172A30"/>
                </a:solidFill>
                <a:latin typeface="Arial"/>
                <a:ea typeface="Arial"/>
                <a:cs typeface="Arial"/>
              </a:defRPr>
            </a:defPPr>
            <a:lvl1pPr algn="l">
              <a:buNone/>
              <a:defRPr sz="975" b="1">
                <a:solidFill>
                  <a:srgbClr val="172A30"/>
                </a:solidFill>
                <a:latin typeface="Arial"/>
                <a:ea typeface="Arial"/>
                <a:cs typeface="Arial"/>
              </a:defRPr>
            </a:lvl1pPr>
            <a:lvl2pPr algn="l">
              <a:buNone/>
              <a:defRPr sz="975" b="1">
                <a:solidFill>
                  <a:srgbClr val="172A30"/>
                </a:solidFill>
                <a:latin typeface="Arial"/>
                <a:ea typeface="Arial"/>
                <a:cs typeface="Arial"/>
              </a:defRPr>
            </a:lvl2pPr>
            <a:lvl3pPr algn="l">
              <a:buNone/>
              <a:defRPr sz="975" b="1">
                <a:solidFill>
                  <a:srgbClr val="172A30"/>
                </a:solidFill>
                <a:latin typeface="Arial"/>
                <a:ea typeface="Arial"/>
                <a:cs typeface="Arial"/>
              </a:defRPr>
            </a:lvl3pPr>
            <a:lvl4pPr algn="l">
              <a:buNone/>
              <a:defRPr sz="975" b="1">
                <a:solidFill>
                  <a:srgbClr val="172A30"/>
                </a:solidFill>
                <a:latin typeface="Arial"/>
                <a:ea typeface="Arial"/>
                <a:cs typeface="Arial"/>
              </a:defRPr>
            </a:lvl4pPr>
            <a:lvl5pPr algn="l">
              <a:buNone/>
              <a:defRPr sz="975" b="1">
                <a:solidFill>
                  <a:srgbClr val="172A30"/>
                </a:solidFill>
                <a:latin typeface="Arial"/>
                <a:ea typeface="Arial"/>
                <a:cs typeface="Arial"/>
              </a:defRPr>
            </a:lvl5pPr>
            <a:lvl6pPr algn="l">
              <a:buNone/>
              <a:defRPr sz="975" b="1">
                <a:solidFill>
                  <a:srgbClr val="172A30"/>
                </a:solidFill>
                <a:latin typeface="Arial"/>
                <a:ea typeface="Arial"/>
                <a:cs typeface="Arial"/>
              </a:defRPr>
            </a:lvl6pPr>
            <a:lvl7pPr algn="l">
              <a:buNone/>
              <a:defRPr sz="975" b="1">
                <a:solidFill>
                  <a:srgbClr val="172A30"/>
                </a:solidFill>
                <a:latin typeface="Arial"/>
                <a:ea typeface="Arial"/>
                <a:cs typeface="Arial"/>
              </a:defRPr>
            </a:lvl7pPr>
            <a:lvl8pPr algn="l">
              <a:buNone/>
              <a:defRPr sz="975" b="1">
                <a:solidFill>
                  <a:srgbClr val="172A30"/>
                </a:solidFill>
                <a:latin typeface="Arial"/>
                <a:ea typeface="Arial"/>
                <a:cs typeface="Arial"/>
              </a:defRPr>
            </a:lvl8pPr>
            <a:lvl9pPr algn="l">
              <a:buNone/>
              <a:defRPr sz="975" b="1">
                <a:solidFill>
                  <a:srgbClr val="172A30"/>
                </a:solidFill>
                <a:latin typeface="Arial"/>
                <a:ea typeface="Arial"/>
                <a:cs typeface="Arial"/>
              </a:defRPr>
            </a:lvl9pPr>
          </a:lstStyle>
          <a:p xmlns:a="http://schemas.openxmlformats.org/drawingml/2006/main">
            <a:pPr algn="l">
              <a:buNone/>
              <a:defRPr sz="975" b="1">
                <a:solidFill>
                  <a:srgbClr val="172A30"/>
                </a:solidFill>
                <a:latin typeface="Arial"/>
                <a:ea typeface="Arial"/>
                <a:cs typeface="Arial"/>
              </a:defRPr>
            </a:pPr>
            <a:r>
              <a:rPr sz="1125" b="1">
                <a:solidFill>
                  <a:srgbClr val="172A30"/>
                </a:solidFill>
                <a:latin typeface="Arial"/>
                <a:ea typeface="Arial"/>
                <a:cs typeface="Arial"/>
              </a:rPr>
              <a:t>2  GND</a:t>
            </a:r>
          </a:p>
        </p:txBody>
      </p:sp>
      <p:sp>
        <p:nvSpPr>
          <p:cNvPr id="67" name="j2-usb">
            <a:extLst xmlns:a="http://schemas.openxmlformats.org/drawingml/2006/main">
              <a:ext uri="{FF2B5EF4-FFF2-40B4-BE49-F238E27FC236}">
                <a16:creationId xmlns:a16="http://schemas.microsoft.com/office/drawing/2014/main" id="{0A723CD9-9EC8-452C-B786-0A57222C5439}"/>
              </a:ext>
            </a:extLst>
          </p:cNvPr>
          <p:cNvSpPr>
            <a:spLocks xmlns:a="http://schemas.openxmlformats.org/drawingml/2006/main" noGrp="1"/>
          </p:cNvSpPr>
          <p:nvPr/>
        </p:nvSpPr>
        <p:spPr>
          <a:xfrm xmlns:a="http://schemas.openxmlformats.org/drawingml/2006/main">
            <a:off x="7286625" y="4310825"/>
            <a:ext cx="1143000" cy="20231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0">
                <a:solidFill>
                  <a:srgbClr val="50636A"/>
                </a:solidFill>
                <a:latin typeface="Arial"/>
                <a:ea typeface="Arial"/>
                <a:cs typeface="Arial"/>
              </a:defRPr>
            </a:defPPr>
            <a:lvl1pPr algn="l">
              <a:buNone/>
              <a:defRPr sz="825" b="0">
                <a:solidFill>
                  <a:srgbClr val="50636A"/>
                </a:solidFill>
                <a:latin typeface="Arial"/>
                <a:ea typeface="Arial"/>
                <a:cs typeface="Arial"/>
              </a:defRPr>
            </a:lvl1pPr>
            <a:lvl2pPr algn="l">
              <a:buNone/>
              <a:defRPr sz="825" b="0">
                <a:solidFill>
                  <a:srgbClr val="50636A"/>
                </a:solidFill>
                <a:latin typeface="Arial"/>
                <a:ea typeface="Arial"/>
                <a:cs typeface="Arial"/>
              </a:defRPr>
            </a:lvl2pPr>
            <a:lvl3pPr algn="l">
              <a:buNone/>
              <a:defRPr sz="825" b="0">
                <a:solidFill>
                  <a:srgbClr val="50636A"/>
                </a:solidFill>
                <a:latin typeface="Arial"/>
                <a:ea typeface="Arial"/>
                <a:cs typeface="Arial"/>
              </a:defRPr>
            </a:lvl3pPr>
            <a:lvl4pPr algn="l">
              <a:buNone/>
              <a:defRPr sz="825" b="0">
                <a:solidFill>
                  <a:srgbClr val="50636A"/>
                </a:solidFill>
                <a:latin typeface="Arial"/>
                <a:ea typeface="Arial"/>
                <a:cs typeface="Arial"/>
              </a:defRPr>
            </a:lvl4pPr>
            <a:lvl5pPr algn="l">
              <a:buNone/>
              <a:defRPr sz="825" b="0">
                <a:solidFill>
                  <a:srgbClr val="50636A"/>
                </a:solidFill>
                <a:latin typeface="Arial"/>
                <a:ea typeface="Arial"/>
                <a:cs typeface="Arial"/>
              </a:defRPr>
            </a:lvl5pPr>
            <a:lvl6pPr algn="l">
              <a:buNone/>
              <a:defRPr sz="825" b="0">
                <a:solidFill>
                  <a:srgbClr val="50636A"/>
                </a:solidFill>
                <a:latin typeface="Arial"/>
                <a:ea typeface="Arial"/>
                <a:cs typeface="Arial"/>
              </a:defRPr>
            </a:lvl6pPr>
            <a:lvl7pPr algn="l">
              <a:buNone/>
              <a:defRPr sz="825" b="0">
                <a:solidFill>
                  <a:srgbClr val="50636A"/>
                </a:solidFill>
                <a:latin typeface="Arial"/>
                <a:ea typeface="Arial"/>
                <a:cs typeface="Arial"/>
              </a:defRPr>
            </a:lvl7pPr>
            <a:lvl8pPr algn="l">
              <a:buNone/>
              <a:defRPr sz="825" b="0">
                <a:solidFill>
                  <a:srgbClr val="50636A"/>
                </a:solidFill>
                <a:latin typeface="Arial"/>
                <a:ea typeface="Arial"/>
                <a:cs typeface="Arial"/>
              </a:defRPr>
            </a:lvl8pPr>
            <a:lvl9pPr algn="l">
              <a:buNone/>
              <a:defRPr sz="825" b="0">
                <a:solidFill>
                  <a:srgbClr val="50636A"/>
                </a:solidFill>
                <a:latin typeface="Arial"/>
                <a:ea typeface="Arial"/>
                <a:cs typeface="Arial"/>
              </a:defRPr>
            </a:lvl9pPr>
          </a:lstStyle>
          <a:p xmlns:a="http://schemas.openxmlformats.org/drawingml/2006/main">
            <a:pPr algn="l">
              <a:buNone/>
              <a:defRPr sz="825" b="0">
                <a:solidFill>
                  <a:srgbClr val="50636A"/>
                </a:solidFill>
                <a:latin typeface="Arial"/>
                <a:ea typeface="Arial"/>
                <a:cs typeface="Arial"/>
              </a:defRPr>
            </a:pPr>
            <a:r>
              <a:rPr sz="975" b="0">
                <a:solidFill>
                  <a:srgbClr val="50636A"/>
                </a:solidFill>
                <a:latin typeface="Arial"/>
                <a:ea typeface="Arial"/>
                <a:cs typeface="Arial"/>
              </a:rPr>
              <a:t>USB-C 5 V</a:t>
            </a:r>
          </a:p>
        </p:txBody>
      </p:sp>
      <p:sp>
        <p:nvSpPr>
          <p:cNvPr id="68" name="j2-vcc-label">
            <a:extLst xmlns:a="http://schemas.openxmlformats.org/drawingml/2006/main">
              <a:ext uri="{FF2B5EF4-FFF2-40B4-BE49-F238E27FC236}">
                <a16:creationId xmlns:a16="http://schemas.microsoft.com/office/drawing/2014/main" id="{516B1621-31DC-4F1B-8B94-EF443B2CF9B7}"/>
              </a:ext>
            </a:extLst>
          </p:cNvPr>
          <p:cNvSpPr>
            <a:spLocks xmlns:a="http://schemas.openxmlformats.org/drawingml/2006/main" noGrp="1"/>
          </p:cNvSpPr>
          <p:nvPr/>
        </p:nvSpPr>
        <p:spPr>
          <a:xfrm xmlns:a="http://schemas.openxmlformats.org/drawingml/2006/main">
            <a:off x="8267700" y="2658618"/>
            <a:ext cx="695325" cy="26974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172A30"/>
                </a:solidFill>
                <a:latin typeface="Arial"/>
                <a:ea typeface="Arial"/>
                <a:cs typeface="Arial"/>
              </a:defRPr>
            </a:defPPr>
            <a:lvl1pPr algn="r">
              <a:buNone/>
              <a:defRPr sz="900" b="1">
                <a:solidFill>
                  <a:srgbClr val="172A30"/>
                </a:solidFill>
                <a:latin typeface="Arial"/>
                <a:ea typeface="Arial"/>
                <a:cs typeface="Arial"/>
              </a:defRPr>
            </a:lvl1pPr>
            <a:lvl2pPr algn="r">
              <a:buNone/>
              <a:defRPr sz="900" b="1">
                <a:solidFill>
                  <a:srgbClr val="172A30"/>
                </a:solidFill>
                <a:latin typeface="Arial"/>
                <a:ea typeface="Arial"/>
                <a:cs typeface="Arial"/>
              </a:defRPr>
            </a:lvl2pPr>
            <a:lvl3pPr algn="r">
              <a:buNone/>
              <a:defRPr sz="900" b="1">
                <a:solidFill>
                  <a:srgbClr val="172A30"/>
                </a:solidFill>
                <a:latin typeface="Arial"/>
                <a:ea typeface="Arial"/>
                <a:cs typeface="Arial"/>
              </a:defRPr>
            </a:lvl3pPr>
            <a:lvl4pPr algn="r">
              <a:buNone/>
              <a:defRPr sz="900" b="1">
                <a:solidFill>
                  <a:srgbClr val="172A30"/>
                </a:solidFill>
                <a:latin typeface="Arial"/>
                <a:ea typeface="Arial"/>
                <a:cs typeface="Arial"/>
              </a:defRPr>
            </a:lvl4pPr>
            <a:lvl5pPr algn="r">
              <a:buNone/>
              <a:defRPr sz="900" b="1">
                <a:solidFill>
                  <a:srgbClr val="172A30"/>
                </a:solidFill>
                <a:latin typeface="Arial"/>
                <a:ea typeface="Arial"/>
                <a:cs typeface="Arial"/>
              </a:defRPr>
            </a:lvl5pPr>
            <a:lvl6pPr algn="r">
              <a:buNone/>
              <a:defRPr sz="900" b="1">
                <a:solidFill>
                  <a:srgbClr val="172A30"/>
                </a:solidFill>
                <a:latin typeface="Arial"/>
                <a:ea typeface="Arial"/>
                <a:cs typeface="Arial"/>
              </a:defRPr>
            </a:lvl6pPr>
            <a:lvl7pPr algn="r">
              <a:buNone/>
              <a:defRPr sz="900" b="1">
                <a:solidFill>
                  <a:srgbClr val="172A30"/>
                </a:solidFill>
                <a:latin typeface="Arial"/>
                <a:ea typeface="Arial"/>
                <a:cs typeface="Arial"/>
              </a:defRPr>
            </a:lvl7pPr>
            <a:lvl8pPr algn="r">
              <a:buNone/>
              <a:defRPr sz="900" b="1">
                <a:solidFill>
                  <a:srgbClr val="172A30"/>
                </a:solidFill>
                <a:latin typeface="Arial"/>
                <a:ea typeface="Arial"/>
                <a:cs typeface="Arial"/>
              </a:defRPr>
            </a:lvl8pPr>
            <a:lvl9pPr algn="r">
              <a:buNone/>
              <a:defRPr sz="900" b="1">
                <a:solidFill>
                  <a:srgbClr val="172A30"/>
                </a:solidFill>
                <a:latin typeface="Arial"/>
                <a:ea typeface="Arial"/>
                <a:cs typeface="Arial"/>
              </a:defRPr>
            </a:lvl9pPr>
          </a:lstStyle>
          <a:p xmlns:a="http://schemas.openxmlformats.org/drawingml/2006/main">
            <a:pPr algn="r">
              <a:buNone/>
              <a:defRPr sz="900" b="1">
                <a:solidFill>
                  <a:srgbClr val="172A30"/>
                </a:solidFill>
                <a:latin typeface="Arial"/>
                <a:ea typeface="Arial"/>
                <a:cs typeface="Arial"/>
              </a:defRPr>
            </a:pPr>
            <a:r>
              <a:rPr sz="1050" b="1">
                <a:solidFill>
                  <a:srgbClr val="172A30"/>
                </a:solidFill>
                <a:latin typeface="Arial"/>
                <a:ea typeface="Arial"/>
                <a:cs typeface="Arial"/>
              </a:rPr>
              <a:t>3V3</a:t>
            </a:r>
          </a:p>
        </p:txBody>
      </p:sp>
      <p:sp>
        <p:nvSpPr>
          <p:cNvPr id="69" name="j2-sda-label">
            <a:extLst xmlns:a="http://schemas.openxmlformats.org/drawingml/2006/main">
              <a:ext uri="{FF2B5EF4-FFF2-40B4-BE49-F238E27FC236}">
                <a16:creationId xmlns:a16="http://schemas.microsoft.com/office/drawing/2014/main" id="{1FDFE485-D417-44E8-8951-9306184788E2}"/>
              </a:ext>
            </a:extLst>
          </p:cNvPr>
          <p:cNvSpPr>
            <a:spLocks xmlns:a="http://schemas.openxmlformats.org/drawingml/2006/main" noGrp="1"/>
          </p:cNvSpPr>
          <p:nvPr/>
        </p:nvSpPr>
        <p:spPr>
          <a:xfrm xmlns:a="http://schemas.openxmlformats.org/drawingml/2006/main">
            <a:off x="8105775" y="3467862"/>
            <a:ext cx="857250" cy="26974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75" b="1">
                <a:solidFill>
                  <a:srgbClr val="172A30"/>
                </a:solidFill>
                <a:latin typeface="Arial"/>
                <a:ea typeface="Arial"/>
                <a:cs typeface="Arial"/>
              </a:defRPr>
            </a:defPPr>
            <a:lvl1pPr algn="r">
              <a:buNone/>
              <a:defRPr sz="825" b="1">
                <a:solidFill>
                  <a:srgbClr val="172A30"/>
                </a:solidFill>
                <a:latin typeface="Arial"/>
                <a:ea typeface="Arial"/>
                <a:cs typeface="Arial"/>
              </a:defRPr>
            </a:lvl1pPr>
            <a:lvl2pPr algn="r">
              <a:buNone/>
              <a:defRPr sz="825" b="1">
                <a:solidFill>
                  <a:srgbClr val="172A30"/>
                </a:solidFill>
                <a:latin typeface="Arial"/>
                <a:ea typeface="Arial"/>
                <a:cs typeface="Arial"/>
              </a:defRPr>
            </a:lvl2pPr>
            <a:lvl3pPr algn="r">
              <a:buNone/>
              <a:defRPr sz="825" b="1">
                <a:solidFill>
                  <a:srgbClr val="172A30"/>
                </a:solidFill>
                <a:latin typeface="Arial"/>
                <a:ea typeface="Arial"/>
                <a:cs typeface="Arial"/>
              </a:defRPr>
            </a:lvl3pPr>
            <a:lvl4pPr algn="r">
              <a:buNone/>
              <a:defRPr sz="825" b="1">
                <a:solidFill>
                  <a:srgbClr val="172A30"/>
                </a:solidFill>
                <a:latin typeface="Arial"/>
                <a:ea typeface="Arial"/>
                <a:cs typeface="Arial"/>
              </a:defRPr>
            </a:lvl4pPr>
            <a:lvl5pPr algn="r">
              <a:buNone/>
              <a:defRPr sz="825" b="1">
                <a:solidFill>
                  <a:srgbClr val="172A30"/>
                </a:solidFill>
                <a:latin typeface="Arial"/>
                <a:ea typeface="Arial"/>
                <a:cs typeface="Arial"/>
              </a:defRPr>
            </a:lvl5pPr>
            <a:lvl6pPr algn="r">
              <a:buNone/>
              <a:defRPr sz="825" b="1">
                <a:solidFill>
                  <a:srgbClr val="172A30"/>
                </a:solidFill>
                <a:latin typeface="Arial"/>
                <a:ea typeface="Arial"/>
                <a:cs typeface="Arial"/>
              </a:defRPr>
            </a:lvl6pPr>
            <a:lvl7pPr algn="r">
              <a:buNone/>
              <a:defRPr sz="825" b="1">
                <a:solidFill>
                  <a:srgbClr val="172A30"/>
                </a:solidFill>
                <a:latin typeface="Arial"/>
                <a:ea typeface="Arial"/>
                <a:cs typeface="Arial"/>
              </a:defRPr>
            </a:lvl7pPr>
            <a:lvl8pPr algn="r">
              <a:buNone/>
              <a:defRPr sz="825" b="1">
                <a:solidFill>
                  <a:srgbClr val="172A30"/>
                </a:solidFill>
                <a:latin typeface="Arial"/>
                <a:ea typeface="Arial"/>
                <a:cs typeface="Arial"/>
              </a:defRPr>
            </a:lvl8pPr>
            <a:lvl9pPr algn="r">
              <a:buNone/>
              <a:defRPr sz="825" b="1">
                <a:solidFill>
                  <a:srgbClr val="172A30"/>
                </a:solidFill>
                <a:latin typeface="Arial"/>
                <a:ea typeface="Arial"/>
                <a:cs typeface="Arial"/>
              </a:defRPr>
            </a:lvl9pPr>
          </a:lstStyle>
          <a:p xmlns:a="http://schemas.openxmlformats.org/drawingml/2006/main">
            <a:pPr algn="r">
              <a:buNone/>
              <a:defRPr sz="825" b="1">
                <a:solidFill>
                  <a:srgbClr val="172A30"/>
                </a:solidFill>
                <a:latin typeface="Arial"/>
                <a:ea typeface="Arial"/>
                <a:cs typeface="Arial"/>
              </a:defRPr>
            </a:pPr>
            <a:r>
              <a:rPr sz="975" b="1">
                <a:solidFill>
                  <a:srgbClr val="172A30"/>
                </a:solidFill>
                <a:latin typeface="Arial"/>
                <a:ea typeface="Arial"/>
                <a:cs typeface="Arial"/>
              </a:rPr>
              <a:t>GPIO8 / SDA</a:t>
            </a:r>
          </a:p>
        </p:txBody>
      </p:sp>
      <p:sp>
        <p:nvSpPr>
          <p:cNvPr id="70" name="j2-scl-label">
            <a:extLst xmlns:a="http://schemas.openxmlformats.org/drawingml/2006/main">
              <a:ext uri="{FF2B5EF4-FFF2-40B4-BE49-F238E27FC236}">
                <a16:creationId xmlns:a16="http://schemas.microsoft.com/office/drawing/2014/main" id="{4D552B80-3213-4949-B05B-2CC79C1390D3}"/>
              </a:ext>
            </a:extLst>
          </p:cNvPr>
          <p:cNvSpPr>
            <a:spLocks xmlns:a="http://schemas.openxmlformats.org/drawingml/2006/main" noGrp="1"/>
          </p:cNvSpPr>
          <p:nvPr/>
        </p:nvSpPr>
        <p:spPr>
          <a:xfrm xmlns:a="http://schemas.openxmlformats.org/drawingml/2006/main">
            <a:off x="8105775" y="3872484"/>
            <a:ext cx="857250" cy="26974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75" b="1">
                <a:solidFill>
                  <a:srgbClr val="172A30"/>
                </a:solidFill>
                <a:latin typeface="Arial"/>
                <a:ea typeface="Arial"/>
                <a:cs typeface="Arial"/>
              </a:defRPr>
            </a:defPPr>
            <a:lvl1pPr algn="r">
              <a:buNone/>
              <a:defRPr sz="825" b="1">
                <a:solidFill>
                  <a:srgbClr val="172A30"/>
                </a:solidFill>
                <a:latin typeface="Arial"/>
                <a:ea typeface="Arial"/>
                <a:cs typeface="Arial"/>
              </a:defRPr>
            </a:lvl1pPr>
            <a:lvl2pPr algn="r">
              <a:buNone/>
              <a:defRPr sz="825" b="1">
                <a:solidFill>
                  <a:srgbClr val="172A30"/>
                </a:solidFill>
                <a:latin typeface="Arial"/>
                <a:ea typeface="Arial"/>
                <a:cs typeface="Arial"/>
              </a:defRPr>
            </a:lvl2pPr>
            <a:lvl3pPr algn="r">
              <a:buNone/>
              <a:defRPr sz="825" b="1">
                <a:solidFill>
                  <a:srgbClr val="172A30"/>
                </a:solidFill>
                <a:latin typeface="Arial"/>
                <a:ea typeface="Arial"/>
                <a:cs typeface="Arial"/>
              </a:defRPr>
            </a:lvl3pPr>
            <a:lvl4pPr algn="r">
              <a:buNone/>
              <a:defRPr sz="825" b="1">
                <a:solidFill>
                  <a:srgbClr val="172A30"/>
                </a:solidFill>
                <a:latin typeface="Arial"/>
                <a:ea typeface="Arial"/>
                <a:cs typeface="Arial"/>
              </a:defRPr>
            </a:lvl4pPr>
            <a:lvl5pPr algn="r">
              <a:buNone/>
              <a:defRPr sz="825" b="1">
                <a:solidFill>
                  <a:srgbClr val="172A30"/>
                </a:solidFill>
                <a:latin typeface="Arial"/>
                <a:ea typeface="Arial"/>
                <a:cs typeface="Arial"/>
              </a:defRPr>
            </a:lvl5pPr>
            <a:lvl6pPr algn="r">
              <a:buNone/>
              <a:defRPr sz="825" b="1">
                <a:solidFill>
                  <a:srgbClr val="172A30"/>
                </a:solidFill>
                <a:latin typeface="Arial"/>
                <a:ea typeface="Arial"/>
                <a:cs typeface="Arial"/>
              </a:defRPr>
            </a:lvl6pPr>
            <a:lvl7pPr algn="r">
              <a:buNone/>
              <a:defRPr sz="825" b="1">
                <a:solidFill>
                  <a:srgbClr val="172A30"/>
                </a:solidFill>
                <a:latin typeface="Arial"/>
                <a:ea typeface="Arial"/>
                <a:cs typeface="Arial"/>
              </a:defRPr>
            </a:lvl7pPr>
            <a:lvl8pPr algn="r">
              <a:buNone/>
              <a:defRPr sz="825" b="1">
                <a:solidFill>
                  <a:srgbClr val="172A30"/>
                </a:solidFill>
                <a:latin typeface="Arial"/>
                <a:ea typeface="Arial"/>
                <a:cs typeface="Arial"/>
              </a:defRPr>
            </a:lvl8pPr>
            <a:lvl9pPr algn="r">
              <a:buNone/>
              <a:defRPr sz="825" b="1">
                <a:solidFill>
                  <a:srgbClr val="172A30"/>
                </a:solidFill>
                <a:latin typeface="Arial"/>
                <a:ea typeface="Arial"/>
                <a:cs typeface="Arial"/>
              </a:defRPr>
            </a:lvl9pPr>
          </a:lstStyle>
          <a:p xmlns:a="http://schemas.openxmlformats.org/drawingml/2006/main">
            <a:pPr algn="r">
              <a:buNone/>
              <a:defRPr sz="825" b="1">
                <a:solidFill>
                  <a:srgbClr val="172A30"/>
                </a:solidFill>
                <a:latin typeface="Arial"/>
                <a:ea typeface="Arial"/>
                <a:cs typeface="Arial"/>
              </a:defRPr>
            </a:pPr>
            <a:r>
              <a:rPr sz="975" b="1">
                <a:solidFill>
                  <a:srgbClr val="172A30"/>
                </a:solidFill>
                <a:latin typeface="Arial"/>
                <a:ea typeface="Arial"/>
                <a:cs typeface="Arial"/>
              </a:rPr>
              <a:t>GPIO9 / SCL</a:t>
            </a:r>
          </a:p>
        </p:txBody>
      </p:sp>
      <p:sp>
        <p:nvSpPr>
          <p:cNvPr id="71" name="j3-box">
            <a:extLst xmlns:a="http://schemas.openxmlformats.org/drawingml/2006/main">
              <a:ext uri="{FF2B5EF4-FFF2-40B4-BE49-F238E27FC236}">
                <a16:creationId xmlns:a16="http://schemas.microsoft.com/office/drawing/2014/main" id="{51DBF5A9-5EEC-41BF-AB70-B7A75B909417}"/>
              </a:ext>
            </a:extLst>
          </p:cNvPr>
          <p:cNvSpPr>
            <a:spLocks xmlns:a="http://schemas.openxmlformats.org/drawingml/2006/main" noGrp="1"/>
          </p:cNvSpPr>
          <p:nvPr/>
        </p:nvSpPr>
        <p:spPr>
          <a:xfrm xmlns:a="http://schemas.openxmlformats.org/drawingml/2006/main">
            <a:off x="9886950" y="2051685"/>
            <a:ext cx="1695450" cy="2191703"/>
          </a:xfrm>
          <a:prstGeom xmlns:a="http://schemas.openxmlformats.org/drawingml/2006/main" prst="rect">
            <a:avLst/>
          </a:prstGeom>
          <a:solidFill xmlns:a="http://schemas.openxmlformats.org/drawingml/2006/main">
            <a:srgbClr val="FFFFFF"/>
          </a:solidFill>
          <a:ln xmlns:a="http://schemas.openxmlformats.org/drawingml/2006/main" w="19050">
            <a:solidFill>
              <a:srgbClr val="12343A"/>
            </a:solidFill>
            <a:prstDash val="solid"/>
          </a:ln>
        </p:spPr>
      </p:sp>
      <p:sp>
        <p:nvSpPr>
          <p:cNvPr id="72" name="j3-title">
            <a:extLst xmlns:a="http://schemas.openxmlformats.org/drawingml/2006/main">
              <a:ext uri="{FF2B5EF4-FFF2-40B4-BE49-F238E27FC236}">
                <a16:creationId xmlns:a16="http://schemas.microsoft.com/office/drawing/2014/main" id="{0C93418E-A268-4127-B1E7-88BD8BC0A30E}"/>
              </a:ext>
            </a:extLst>
          </p:cNvPr>
          <p:cNvSpPr>
            <a:spLocks xmlns:a="http://schemas.openxmlformats.org/drawingml/2006/main" noGrp="1"/>
          </p:cNvSpPr>
          <p:nvPr/>
        </p:nvSpPr>
        <p:spPr>
          <a:xfrm xmlns:a="http://schemas.openxmlformats.org/drawingml/2006/main">
            <a:off x="10001250" y="2152841"/>
            <a:ext cx="1466850" cy="29222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1">
                <a:solidFill>
                  <a:srgbClr val="102B31"/>
                </a:solidFill>
                <a:latin typeface="Arial"/>
                <a:ea typeface="Arial"/>
                <a:cs typeface="Arial"/>
              </a:defRPr>
            </a:defPPr>
            <a:lvl1pPr algn="l">
              <a:buNone/>
              <a:defRPr sz="1200" b="1">
                <a:solidFill>
                  <a:srgbClr val="102A33"/>
                </a:solidFill>
                <a:latin typeface="Arial"/>
                <a:ea typeface="Arial"/>
                <a:cs typeface="Arial"/>
              </a:defRPr>
            </a:lvl1pPr>
            <a:lvl2pPr algn="l">
              <a:buNone/>
              <a:defRPr sz="1200" b="1">
                <a:solidFill>
                  <a:srgbClr val="102A33"/>
                </a:solidFill>
                <a:latin typeface="Arial"/>
                <a:ea typeface="Arial"/>
                <a:cs typeface="Arial"/>
              </a:defRPr>
            </a:lvl2pPr>
            <a:lvl3pPr algn="l">
              <a:buNone/>
              <a:defRPr sz="1200" b="1">
                <a:solidFill>
                  <a:srgbClr val="102A33"/>
                </a:solidFill>
                <a:latin typeface="Arial"/>
                <a:ea typeface="Arial"/>
                <a:cs typeface="Arial"/>
              </a:defRPr>
            </a:lvl3pPr>
            <a:lvl4pPr algn="l">
              <a:buNone/>
              <a:defRPr sz="1200" b="1">
                <a:solidFill>
                  <a:srgbClr val="102A33"/>
                </a:solidFill>
                <a:latin typeface="Arial"/>
                <a:ea typeface="Arial"/>
                <a:cs typeface="Arial"/>
              </a:defRPr>
            </a:lvl4pPr>
            <a:lvl5pPr algn="l">
              <a:buNone/>
              <a:defRPr sz="1200" b="1">
                <a:solidFill>
                  <a:srgbClr val="102A33"/>
                </a:solidFill>
                <a:latin typeface="Arial"/>
                <a:ea typeface="Arial"/>
                <a:cs typeface="Arial"/>
              </a:defRPr>
            </a:lvl5pPr>
            <a:lvl6pPr algn="l">
              <a:buNone/>
              <a:defRPr sz="1200" b="1">
                <a:solidFill>
                  <a:srgbClr val="102A33"/>
                </a:solidFill>
                <a:latin typeface="Arial"/>
                <a:ea typeface="Arial"/>
                <a:cs typeface="Arial"/>
              </a:defRPr>
            </a:lvl6pPr>
            <a:lvl7pPr algn="l">
              <a:buNone/>
              <a:defRPr sz="1200" b="1">
                <a:solidFill>
                  <a:srgbClr val="102A33"/>
                </a:solidFill>
                <a:latin typeface="Arial"/>
                <a:ea typeface="Arial"/>
                <a:cs typeface="Arial"/>
              </a:defRPr>
            </a:lvl7pPr>
            <a:lvl8pPr algn="l">
              <a:buNone/>
              <a:defRPr sz="1200" b="1">
                <a:solidFill>
                  <a:srgbClr val="102A33"/>
                </a:solidFill>
                <a:latin typeface="Arial"/>
                <a:ea typeface="Arial"/>
                <a:cs typeface="Arial"/>
              </a:defRPr>
            </a:lvl8pPr>
            <a:lvl9pPr algn="l">
              <a:buNone/>
              <a:defRPr sz="1200" b="1">
                <a:solidFill>
                  <a:srgbClr val="102A33"/>
                </a:solidFill>
                <a:latin typeface="Arial"/>
                <a:ea typeface="Arial"/>
                <a:cs typeface="Arial"/>
              </a:defRPr>
            </a:lvl9pPr>
          </a:lstStyle>
          <a:p xmlns:a="http://schemas.openxmlformats.org/drawingml/2006/main">
            <a:pPr algn="l">
              <a:buNone/>
              <a:defRPr sz="1200" b="1">
                <a:solidFill>
                  <a:srgbClr val="102B31"/>
                </a:solidFill>
                <a:latin typeface="Arial"/>
                <a:ea typeface="Arial"/>
                <a:cs typeface="Arial"/>
              </a:defRPr>
            </a:pPr>
            <a:r>
              <a:rPr sz="1350" b="1">
                <a:solidFill>
                  <a:srgbClr val="102B31"/>
                </a:solidFill>
                <a:latin typeface="Arial"/>
                <a:ea typeface="Arial"/>
                <a:cs typeface="Arial"/>
              </a:rPr>
              <a:t>J3  ·  OLED</a:t>
            </a:r>
          </a:p>
        </p:txBody>
      </p:sp>
      <p:sp>
        <p:nvSpPr>
          <p:cNvPr id="73" name="j3-sub">
            <a:extLst xmlns:a="http://schemas.openxmlformats.org/drawingml/2006/main">
              <a:ext uri="{FF2B5EF4-FFF2-40B4-BE49-F238E27FC236}">
                <a16:creationId xmlns:a16="http://schemas.microsoft.com/office/drawing/2014/main" id="{0A7BF940-9BB3-4C5B-980B-914F36FE4795}"/>
              </a:ext>
            </a:extLst>
          </p:cNvPr>
          <p:cNvSpPr>
            <a:spLocks xmlns:a="http://schemas.openxmlformats.org/drawingml/2006/main" noGrp="1"/>
          </p:cNvSpPr>
          <p:nvPr/>
        </p:nvSpPr>
        <p:spPr>
          <a:xfrm xmlns:a="http://schemas.openxmlformats.org/drawingml/2006/main">
            <a:off x="10001250" y="2456307"/>
            <a:ext cx="1466850" cy="23602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0">
                <a:solidFill>
                  <a:srgbClr val="526B70"/>
                </a:solidFill>
                <a:latin typeface="Arial"/>
                <a:ea typeface="Arial"/>
                <a:cs typeface="Arial"/>
              </a:defRPr>
            </a:defPPr>
            <a:lvl1pPr algn="l">
              <a:buNone/>
              <a:defRPr sz="900" b="0">
                <a:solidFill>
                  <a:srgbClr val="50636A"/>
                </a:solidFill>
                <a:latin typeface="Arial"/>
                <a:ea typeface="Arial"/>
                <a:cs typeface="Arial"/>
              </a:defRPr>
            </a:lvl1pPr>
            <a:lvl2pPr algn="l">
              <a:buNone/>
              <a:defRPr sz="900" b="0">
                <a:solidFill>
                  <a:srgbClr val="50636A"/>
                </a:solidFill>
                <a:latin typeface="Arial"/>
                <a:ea typeface="Arial"/>
                <a:cs typeface="Arial"/>
              </a:defRPr>
            </a:lvl2pPr>
            <a:lvl3pPr algn="l">
              <a:buNone/>
              <a:defRPr sz="900" b="0">
                <a:solidFill>
                  <a:srgbClr val="50636A"/>
                </a:solidFill>
                <a:latin typeface="Arial"/>
                <a:ea typeface="Arial"/>
                <a:cs typeface="Arial"/>
              </a:defRPr>
            </a:lvl3pPr>
            <a:lvl4pPr algn="l">
              <a:buNone/>
              <a:defRPr sz="900" b="0">
                <a:solidFill>
                  <a:srgbClr val="50636A"/>
                </a:solidFill>
                <a:latin typeface="Arial"/>
                <a:ea typeface="Arial"/>
                <a:cs typeface="Arial"/>
              </a:defRPr>
            </a:lvl4pPr>
            <a:lvl5pPr algn="l">
              <a:buNone/>
              <a:defRPr sz="900" b="0">
                <a:solidFill>
                  <a:srgbClr val="50636A"/>
                </a:solidFill>
                <a:latin typeface="Arial"/>
                <a:ea typeface="Arial"/>
                <a:cs typeface="Arial"/>
              </a:defRPr>
            </a:lvl5pPr>
            <a:lvl6pPr algn="l">
              <a:buNone/>
              <a:defRPr sz="900" b="0">
                <a:solidFill>
                  <a:srgbClr val="50636A"/>
                </a:solidFill>
                <a:latin typeface="Arial"/>
                <a:ea typeface="Arial"/>
                <a:cs typeface="Arial"/>
              </a:defRPr>
            </a:lvl6pPr>
            <a:lvl7pPr algn="l">
              <a:buNone/>
              <a:defRPr sz="900" b="0">
                <a:solidFill>
                  <a:srgbClr val="50636A"/>
                </a:solidFill>
                <a:latin typeface="Arial"/>
                <a:ea typeface="Arial"/>
                <a:cs typeface="Arial"/>
              </a:defRPr>
            </a:lvl7pPr>
            <a:lvl8pPr algn="l">
              <a:buNone/>
              <a:defRPr sz="900" b="0">
                <a:solidFill>
                  <a:srgbClr val="50636A"/>
                </a:solidFill>
                <a:latin typeface="Arial"/>
                <a:ea typeface="Arial"/>
                <a:cs typeface="Arial"/>
              </a:defRPr>
            </a:lvl8pPr>
            <a:lvl9pPr algn="l">
              <a:buNone/>
              <a:defRPr sz="900" b="0">
                <a:solidFill>
                  <a:srgbClr val="50636A"/>
                </a:solidFill>
                <a:latin typeface="Arial"/>
                <a:ea typeface="Arial"/>
                <a:cs typeface="Arial"/>
              </a:defRPr>
            </a:lvl9pPr>
          </a:lstStyle>
          <a:p xmlns:a="http://schemas.openxmlformats.org/drawingml/2006/main">
            <a:pPr algn="l">
              <a:buNone/>
              <a:defRPr sz="900" b="0">
                <a:solidFill>
                  <a:srgbClr val="50636A"/>
                </a:solidFill>
                <a:latin typeface="Arial"/>
                <a:ea typeface="Arial"/>
                <a:cs typeface="Arial"/>
              </a:defRPr>
            </a:pPr>
            <a:r>
              <a:rPr sz="1050" b="0">
                <a:solidFill>
                  <a:srgbClr val="526B70"/>
                </a:solidFill>
                <a:latin typeface="Arial"/>
                <a:ea typeface="Arial"/>
                <a:cs typeface="Arial"/>
              </a:rPr>
              <a:t>SSD1306 · I²C · 0x3C</a:t>
            </a:r>
          </a:p>
        </p:txBody>
      </p:sp>
      <p:sp>
        <p:nvSpPr>
          <p:cNvPr id="74" name="j3-vcc-terminal">
            <a:extLst xmlns:a="http://schemas.openxmlformats.org/drawingml/2006/main">
              <a:ext uri="{FF2B5EF4-FFF2-40B4-BE49-F238E27FC236}">
                <a16:creationId xmlns:a16="http://schemas.microsoft.com/office/drawing/2014/main" id="{CC0D6D56-D083-49E9-8C71-A4190289185E}"/>
              </a:ext>
            </a:extLst>
          </p:cNvPr>
          <p:cNvSpPr>
            <a:spLocks xmlns:a="http://schemas.openxmlformats.org/drawingml/2006/main" noGrp="1"/>
          </p:cNvSpPr>
          <p:nvPr/>
        </p:nvSpPr>
        <p:spPr>
          <a:xfrm xmlns:a="http://schemas.openxmlformats.org/drawingml/2006/main">
            <a:off x="9839325" y="2737295"/>
            <a:ext cx="95250" cy="112395"/>
          </a:xfrm>
          <a:prstGeom xmlns:a="http://schemas.openxmlformats.org/drawingml/2006/main" prst="ellipse">
            <a:avLst/>
          </a:prstGeom>
          <a:solidFill xmlns:a="http://schemas.openxmlformats.org/drawingml/2006/main">
            <a:srgbClr val="FFFFFF"/>
          </a:solidFill>
          <a:ln xmlns:a="http://schemas.openxmlformats.org/drawingml/2006/main" w="19050">
            <a:solidFill>
              <a:srgbClr val="B42318"/>
            </a:solidFill>
            <a:prstDash val="solid"/>
          </a:ln>
        </p:spPr>
      </p:sp>
      <p:sp>
        <p:nvSpPr>
          <p:cNvPr id="75" name="j3-vcc-label">
            <a:extLst xmlns:a="http://schemas.openxmlformats.org/drawingml/2006/main">
              <a:ext uri="{FF2B5EF4-FFF2-40B4-BE49-F238E27FC236}">
                <a16:creationId xmlns:a16="http://schemas.microsoft.com/office/drawing/2014/main" id="{BA4E93AF-4043-41C6-975C-102ADEBE3757}"/>
              </a:ext>
            </a:extLst>
          </p:cNvPr>
          <p:cNvSpPr>
            <a:spLocks xmlns:a="http://schemas.openxmlformats.org/drawingml/2006/main" noGrp="1"/>
          </p:cNvSpPr>
          <p:nvPr/>
        </p:nvSpPr>
        <p:spPr>
          <a:xfrm xmlns:a="http://schemas.openxmlformats.org/drawingml/2006/main">
            <a:off x="10020300" y="2658618"/>
            <a:ext cx="1476375" cy="26974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1">
                <a:solidFill>
                  <a:srgbClr val="172A30"/>
                </a:solidFill>
                <a:latin typeface="Arial"/>
                <a:ea typeface="Arial"/>
                <a:cs typeface="Arial"/>
              </a:defRPr>
            </a:defPPr>
            <a:lvl1pPr algn="l">
              <a:buNone/>
              <a:defRPr sz="900" b="1">
                <a:solidFill>
                  <a:srgbClr val="172A30"/>
                </a:solidFill>
                <a:latin typeface="Arial"/>
                <a:ea typeface="Arial"/>
                <a:cs typeface="Arial"/>
              </a:defRPr>
            </a:lvl1pPr>
            <a:lvl2pPr algn="l">
              <a:buNone/>
              <a:defRPr sz="900" b="1">
                <a:solidFill>
                  <a:srgbClr val="172A30"/>
                </a:solidFill>
                <a:latin typeface="Arial"/>
                <a:ea typeface="Arial"/>
                <a:cs typeface="Arial"/>
              </a:defRPr>
            </a:lvl2pPr>
            <a:lvl3pPr algn="l">
              <a:buNone/>
              <a:defRPr sz="900" b="1">
                <a:solidFill>
                  <a:srgbClr val="172A30"/>
                </a:solidFill>
                <a:latin typeface="Arial"/>
                <a:ea typeface="Arial"/>
                <a:cs typeface="Arial"/>
              </a:defRPr>
            </a:lvl3pPr>
            <a:lvl4pPr algn="l">
              <a:buNone/>
              <a:defRPr sz="900" b="1">
                <a:solidFill>
                  <a:srgbClr val="172A30"/>
                </a:solidFill>
                <a:latin typeface="Arial"/>
                <a:ea typeface="Arial"/>
                <a:cs typeface="Arial"/>
              </a:defRPr>
            </a:lvl4pPr>
            <a:lvl5pPr algn="l">
              <a:buNone/>
              <a:defRPr sz="900" b="1">
                <a:solidFill>
                  <a:srgbClr val="172A30"/>
                </a:solidFill>
                <a:latin typeface="Arial"/>
                <a:ea typeface="Arial"/>
                <a:cs typeface="Arial"/>
              </a:defRPr>
            </a:lvl5pPr>
            <a:lvl6pPr algn="l">
              <a:buNone/>
              <a:defRPr sz="900" b="1">
                <a:solidFill>
                  <a:srgbClr val="172A30"/>
                </a:solidFill>
                <a:latin typeface="Arial"/>
                <a:ea typeface="Arial"/>
                <a:cs typeface="Arial"/>
              </a:defRPr>
            </a:lvl6pPr>
            <a:lvl7pPr algn="l">
              <a:buNone/>
              <a:defRPr sz="900" b="1">
                <a:solidFill>
                  <a:srgbClr val="172A30"/>
                </a:solidFill>
                <a:latin typeface="Arial"/>
                <a:ea typeface="Arial"/>
                <a:cs typeface="Arial"/>
              </a:defRPr>
            </a:lvl7pPr>
            <a:lvl8pPr algn="l">
              <a:buNone/>
              <a:defRPr sz="900" b="1">
                <a:solidFill>
                  <a:srgbClr val="172A30"/>
                </a:solidFill>
                <a:latin typeface="Arial"/>
                <a:ea typeface="Arial"/>
                <a:cs typeface="Arial"/>
              </a:defRPr>
            </a:lvl8pPr>
            <a:lvl9pPr algn="l">
              <a:buNone/>
              <a:defRPr sz="900" b="1">
                <a:solidFill>
                  <a:srgbClr val="172A30"/>
                </a:solidFill>
                <a:latin typeface="Arial"/>
                <a:ea typeface="Arial"/>
                <a:cs typeface="Arial"/>
              </a:defRPr>
            </a:lvl9pPr>
          </a:lstStyle>
          <a:p xmlns:a="http://schemas.openxmlformats.org/drawingml/2006/main">
            <a:pPr algn="l">
              <a:buNone/>
              <a:defRPr sz="900" b="1">
                <a:solidFill>
                  <a:srgbClr val="172A30"/>
                </a:solidFill>
                <a:latin typeface="Arial"/>
                <a:ea typeface="Arial"/>
                <a:cs typeface="Arial"/>
              </a:defRPr>
            </a:pPr>
            <a:r>
              <a:rPr sz="1050" b="1">
                <a:solidFill>
                  <a:srgbClr val="172A30"/>
                </a:solidFill>
                <a:latin typeface="Arial"/>
                <a:ea typeface="Arial"/>
                <a:cs typeface="Arial"/>
              </a:rPr>
              <a:t>1  VCC  ·  3V3</a:t>
            </a:r>
          </a:p>
        </p:txBody>
      </p:sp>
      <p:sp>
        <p:nvSpPr>
          <p:cNvPr id="76" name="j3-gnd-terminal">
            <a:extLst xmlns:a="http://schemas.openxmlformats.org/drawingml/2006/main">
              <a:ext uri="{FF2B5EF4-FFF2-40B4-BE49-F238E27FC236}">
                <a16:creationId xmlns:a16="http://schemas.microsoft.com/office/drawing/2014/main" id="{CD234B5A-A875-4D58-BEE3-6C2BF59316AB}"/>
              </a:ext>
            </a:extLst>
          </p:cNvPr>
          <p:cNvSpPr>
            <a:spLocks xmlns:a="http://schemas.openxmlformats.org/drawingml/2006/main" noGrp="1"/>
          </p:cNvSpPr>
          <p:nvPr/>
        </p:nvSpPr>
        <p:spPr>
          <a:xfrm xmlns:a="http://schemas.openxmlformats.org/drawingml/2006/main">
            <a:off x="9839325" y="3141917"/>
            <a:ext cx="95250" cy="112395"/>
          </a:xfrm>
          <a:prstGeom xmlns:a="http://schemas.openxmlformats.org/drawingml/2006/main" prst="ellipse">
            <a:avLst/>
          </a:prstGeom>
          <a:solidFill xmlns:a="http://schemas.openxmlformats.org/drawingml/2006/main">
            <a:srgbClr val="FFFFFF"/>
          </a:solidFill>
          <a:ln xmlns:a="http://schemas.openxmlformats.org/drawingml/2006/main" w="19050">
            <a:solidFill>
              <a:srgbClr val="263B42"/>
            </a:solidFill>
            <a:prstDash val="solid"/>
          </a:ln>
        </p:spPr>
      </p:sp>
      <p:sp>
        <p:nvSpPr>
          <p:cNvPr id="77" name="j3-gnd-label">
            <a:extLst xmlns:a="http://schemas.openxmlformats.org/drawingml/2006/main">
              <a:ext uri="{FF2B5EF4-FFF2-40B4-BE49-F238E27FC236}">
                <a16:creationId xmlns:a16="http://schemas.microsoft.com/office/drawing/2014/main" id="{E3D007A5-5FF0-4FBD-A104-DBC9CD9BD218}"/>
              </a:ext>
            </a:extLst>
          </p:cNvPr>
          <p:cNvSpPr>
            <a:spLocks xmlns:a="http://schemas.openxmlformats.org/drawingml/2006/main" noGrp="1"/>
          </p:cNvSpPr>
          <p:nvPr/>
        </p:nvSpPr>
        <p:spPr>
          <a:xfrm xmlns:a="http://schemas.openxmlformats.org/drawingml/2006/main">
            <a:off x="10020300" y="3063240"/>
            <a:ext cx="1476375" cy="26974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1">
                <a:solidFill>
                  <a:srgbClr val="172A30"/>
                </a:solidFill>
                <a:latin typeface="Arial"/>
                <a:ea typeface="Arial"/>
                <a:cs typeface="Arial"/>
              </a:defRPr>
            </a:defPPr>
            <a:lvl1pPr algn="l">
              <a:buNone/>
              <a:defRPr sz="900" b="1">
                <a:solidFill>
                  <a:srgbClr val="172A30"/>
                </a:solidFill>
                <a:latin typeface="Arial"/>
                <a:ea typeface="Arial"/>
                <a:cs typeface="Arial"/>
              </a:defRPr>
            </a:lvl1pPr>
            <a:lvl2pPr algn="l">
              <a:buNone/>
              <a:defRPr sz="900" b="1">
                <a:solidFill>
                  <a:srgbClr val="172A30"/>
                </a:solidFill>
                <a:latin typeface="Arial"/>
                <a:ea typeface="Arial"/>
                <a:cs typeface="Arial"/>
              </a:defRPr>
            </a:lvl2pPr>
            <a:lvl3pPr algn="l">
              <a:buNone/>
              <a:defRPr sz="900" b="1">
                <a:solidFill>
                  <a:srgbClr val="172A30"/>
                </a:solidFill>
                <a:latin typeface="Arial"/>
                <a:ea typeface="Arial"/>
                <a:cs typeface="Arial"/>
              </a:defRPr>
            </a:lvl3pPr>
            <a:lvl4pPr algn="l">
              <a:buNone/>
              <a:defRPr sz="900" b="1">
                <a:solidFill>
                  <a:srgbClr val="172A30"/>
                </a:solidFill>
                <a:latin typeface="Arial"/>
                <a:ea typeface="Arial"/>
                <a:cs typeface="Arial"/>
              </a:defRPr>
            </a:lvl4pPr>
            <a:lvl5pPr algn="l">
              <a:buNone/>
              <a:defRPr sz="900" b="1">
                <a:solidFill>
                  <a:srgbClr val="172A30"/>
                </a:solidFill>
                <a:latin typeface="Arial"/>
                <a:ea typeface="Arial"/>
                <a:cs typeface="Arial"/>
              </a:defRPr>
            </a:lvl5pPr>
            <a:lvl6pPr algn="l">
              <a:buNone/>
              <a:defRPr sz="900" b="1">
                <a:solidFill>
                  <a:srgbClr val="172A30"/>
                </a:solidFill>
                <a:latin typeface="Arial"/>
                <a:ea typeface="Arial"/>
                <a:cs typeface="Arial"/>
              </a:defRPr>
            </a:lvl6pPr>
            <a:lvl7pPr algn="l">
              <a:buNone/>
              <a:defRPr sz="900" b="1">
                <a:solidFill>
                  <a:srgbClr val="172A30"/>
                </a:solidFill>
                <a:latin typeface="Arial"/>
                <a:ea typeface="Arial"/>
                <a:cs typeface="Arial"/>
              </a:defRPr>
            </a:lvl7pPr>
            <a:lvl8pPr algn="l">
              <a:buNone/>
              <a:defRPr sz="900" b="1">
                <a:solidFill>
                  <a:srgbClr val="172A30"/>
                </a:solidFill>
                <a:latin typeface="Arial"/>
                <a:ea typeface="Arial"/>
                <a:cs typeface="Arial"/>
              </a:defRPr>
            </a:lvl8pPr>
            <a:lvl9pPr algn="l">
              <a:buNone/>
              <a:defRPr sz="900" b="1">
                <a:solidFill>
                  <a:srgbClr val="172A30"/>
                </a:solidFill>
                <a:latin typeface="Arial"/>
                <a:ea typeface="Arial"/>
                <a:cs typeface="Arial"/>
              </a:defRPr>
            </a:lvl9pPr>
          </a:lstStyle>
          <a:p xmlns:a="http://schemas.openxmlformats.org/drawingml/2006/main">
            <a:pPr algn="l">
              <a:buNone/>
              <a:defRPr sz="900" b="1">
                <a:solidFill>
                  <a:srgbClr val="172A30"/>
                </a:solidFill>
                <a:latin typeface="Arial"/>
                <a:ea typeface="Arial"/>
                <a:cs typeface="Arial"/>
              </a:defRPr>
            </a:pPr>
            <a:r>
              <a:rPr sz="1050" b="1">
                <a:solidFill>
                  <a:srgbClr val="172A30"/>
                </a:solidFill>
                <a:latin typeface="Arial"/>
                <a:ea typeface="Arial"/>
                <a:cs typeface="Arial"/>
              </a:rPr>
              <a:t>2  GND  ·  GND</a:t>
            </a:r>
          </a:p>
        </p:txBody>
      </p:sp>
      <p:sp>
        <p:nvSpPr>
          <p:cNvPr id="78" name="j3-sda-terminal">
            <a:extLst xmlns:a="http://schemas.openxmlformats.org/drawingml/2006/main">
              <a:ext uri="{FF2B5EF4-FFF2-40B4-BE49-F238E27FC236}">
                <a16:creationId xmlns:a16="http://schemas.microsoft.com/office/drawing/2014/main" id="{5AA9E9C7-C2A6-49E1-B6EE-94C5465E9313}"/>
              </a:ext>
            </a:extLst>
          </p:cNvPr>
          <p:cNvSpPr>
            <a:spLocks xmlns:a="http://schemas.openxmlformats.org/drawingml/2006/main" noGrp="1"/>
          </p:cNvSpPr>
          <p:nvPr/>
        </p:nvSpPr>
        <p:spPr>
          <a:xfrm xmlns:a="http://schemas.openxmlformats.org/drawingml/2006/main">
            <a:off x="9839325" y="3546539"/>
            <a:ext cx="95250" cy="112395"/>
          </a:xfrm>
          <a:prstGeom xmlns:a="http://schemas.openxmlformats.org/drawingml/2006/main" prst="ellipse">
            <a:avLst/>
          </a:prstGeom>
          <a:solidFill xmlns:a="http://schemas.openxmlformats.org/drawingml/2006/main">
            <a:srgbClr val="FFFFFF"/>
          </a:solidFill>
          <a:ln xmlns:a="http://schemas.openxmlformats.org/drawingml/2006/main" w="19050">
            <a:solidFill>
              <a:srgbClr val="175CD3"/>
            </a:solidFill>
            <a:prstDash val="solid"/>
          </a:ln>
        </p:spPr>
      </p:sp>
      <p:sp>
        <p:nvSpPr>
          <p:cNvPr id="79" name="j3-sda-label">
            <a:extLst xmlns:a="http://schemas.openxmlformats.org/drawingml/2006/main">
              <a:ext uri="{FF2B5EF4-FFF2-40B4-BE49-F238E27FC236}">
                <a16:creationId xmlns:a16="http://schemas.microsoft.com/office/drawing/2014/main" id="{3E0012A8-534B-436E-9088-F50923A8A8B0}"/>
              </a:ext>
            </a:extLst>
          </p:cNvPr>
          <p:cNvSpPr>
            <a:spLocks xmlns:a="http://schemas.openxmlformats.org/drawingml/2006/main" noGrp="1"/>
          </p:cNvSpPr>
          <p:nvPr/>
        </p:nvSpPr>
        <p:spPr>
          <a:xfrm xmlns:a="http://schemas.openxmlformats.org/drawingml/2006/main">
            <a:off x="10020300" y="3467862"/>
            <a:ext cx="1476375" cy="26974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1">
                <a:solidFill>
                  <a:srgbClr val="172A30"/>
                </a:solidFill>
                <a:latin typeface="Arial"/>
                <a:ea typeface="Arial"/>
                <a:cs typeface="Arial"/>
              </a:defRPr>
            </a:defPPr>
            <a:lvl1pPr algn="l">
              <a:buNone/>
              <a:defRPr sz="900" b="1">
                <a:solidFill>
                  <a:srgbClr val="172A30"/>
                </a:solidFill>
                <a:latin typeface="Arial"/>
                <a:ea typeface="Arial"/>
                <a:cs typeface="Arial"/>
              </a:defRPr>
            </a:lvl1pPr>
            <a:lvl2pPr algn="l">
              <a:buNone/>
              <a:defRPr sz="900" b="1">
                <a:solidFill>
                  <a:srgbClr val="172A30"/>
                </a:solidFill>
                <a:latin typeface="Arial"/>
                <a:ea typeface="Arial"/>
                <a:cs typeface="Arial"/>
              </a:defRPr>
            </a:lvl2pPr>
            <a:lvl3pPr algn="l">
              <a:buNone/>
              <a:defRPr sz="900" b="1">
                <a:solidFill>
                  <a:srgbClr val="172A30"/>
                </a:solidFill>
                <a:latin typeface="Arial"/>
                <a:ea typeface="Arial"/>
                <a:cs typeface="Arial"/>
              </a:defRPr>
            </a:lvl3pPr>
            <a:lvl4pPr algn="l">
              <a:buNone/>
              <a:defRPr sz="900" b="1">
                <a:solidFill>
                  <a:srgbClr val="172A30"/>
                </a:solidFill>
                <a:latin typeface="Arial"/>
                <a:ea typeface="Arial"/>
                <a:cs typeface="Arial"/>
              </a:defRPr>
            </a:lvl4pPr>
            <a:lvl5pPr algn="l">
              <a:buNone/>
              <a:defRPr sz="900" b="1">
                <a:solidFill>
                  <a:srgbClr val="172A30"/>
                </a:solidFill>
                <a:latin typeface="Arial"/>
                <a:ea typeface="Arial"/>
                <a:cs typeface="Arial"/>
              </a:defRPr>
            </a:lvl5pPr>
            <a:lvl6pPr algn="l">
              <a:buNone/>
              <a:defRPr sz="900" b="1">
                <a:solidFill>
                  <a:srgbClr val="172A30"/>
                </a:solidFill>
                <a:latin typeface="Arial"/>
                <a:ea typeface="Arial"/>
                <a:cs typeface="Arial"/>
              </a:defRPr>
            </a:lvl6pPr>
            <a:lvl7pPr algn="l">
              <a:buNone/>
              <a:defRPr sz="900" b="1">
                <a:solidFill>
                  <a:srgbClr val="172A30"/>
                </a:solidFill>
                <a:latin typeface="Arial"/>
                <a:ea typeface="Arial"/>
                <a:cs typeface="Arial"/>
              </a:defRPr>
            </a:lvl7pPr>
            <a:lvl8pPr algn="l">
              <a:buNone/>
              <a:defRPr sz="900" b="1">
                <a:solidFill>
                  <a:srgbClr val="172A30"/>
                </a:solidFill>
                <a:latin typeface="Arial"/>
                <a:ea typeface="Arial"/>
                <a:cs typeface="Arial"/>
              </a:defRPr>
            </a:lvl8pPr>
            <a:lvl9pPr algn="l">
              <a:buNone/>
              <a:defRPr sz="900" b="1">
                <a:solidFill>
                  <a:srgbClr val="172A30"/>
                </a:solidFill>
                <a:latin typeface="Arial"/>
                <a:ea typeface="Arial"/>
                <a:cs typeface="Arial"/>
              </a:defRPr>
            </a:lvl9pPr>
          </a:lstStyle>
          <a:p xmlns:a="http://schemas.openxmlformats.org/drawingml/2006/main">
            <a:pPr algn="l">
              <a:buNone/>
              <a:defRPr sz="900" b="1">
                <a:solidFill>
                  <a:srgbClr val="172A30"/>
                </a:solidFill>
                <a:latin typeface="Arial"/>
                <a:ea typeface="Arial"/>
                <a:cs typeface="Arial"/>
              </a:defRPr>
            </a:pPr>
            <a:r>
              <a:rPr sz="1050" b="1">
                <a:solidFill>
                  <a:srgbClr val="172A30"/>
                </a:solidFill>
                <a:latin typeface="Arial"/>
                <a:ea typeface="Arial"/>
                <a:cs typeface="Arial"/>
              </a:rPr>
              <a:t>3  SDA  ·  GPIO8</a:t>
            </a:r>
          </a:p>
        </p:txBody>
      </p:sp>
      <p:sp>
        <p:nvSpPr>
          <p:cNvPr id="80" name="j3-scl-terminal">
            <a:extLst xmlns:a="http://schemas.openxmlformats.org/drawingml/2006/main">
              <a:ext uri="{FF2B5EF4-FFF2-40B4-BE49-F238E27FC236}">
                <a16:creationId xmlns:a16="http://schemas.microsoft.com/office/drawing/2014/main" id="{36A30A32-69AE-434E-80E1-62C14DBB075A}"/>
              </a:ext>
            </a:extLst>
          </p:cNvPr>
          <p:cNvSpPr>
            <a:spLocks xmlns:a="http://schemas.openxmlformats.org/drawingml/2006/main" noGrp="1"/>
          </p:cNvSpPr>
          <p:nvPr/>
        </p:nvSpPr>
        <p:spPr>
          <a:xfrm xmlns:a="http://schemas.openxmlformats.org/drawingml/2006/main">
            <a:off x="9839325" y="3951161"/>
            <a:ext cx="95250" cy="112395"/>
          </a:xfrm>
          <a:prstGeom xmlns:a="http://schemas.openxmlformats.org/drawingml/2006/main" prst="ellipse">
            <a:avLst/>
          </a:prstGeom>
          <a:solidFill xmlns:a="http://schemas.openxmlformats.org/drawingml/2006/main">
            <a:srgbClr val="FFFFFF"/>
          </a:solidFill>
          <a:ln xmlns:a="http://schemas.openxmlformats.org/drawingml/2006/main" w="19050">
            <a:solidFill>
              <a:srgbClr val="B54708"/>
            </a:solidFill>
            <a:prstDash val="solid"/>
          </a:ln>
        </p:spPr>
      </p:sp>
      <p:sp>
        <p:nvSpPr>
          <p:cNvPr id="81" name="j3-scl-label">
            <a:extLst xmlns:a="http://schemas.openxmlformats.org/drawingml/2006/main">
              <a:ext uri="{FF2B5EF4-FFF2-40B4-BE49-F238E27FC236}">
                <a16:creationId xmlns:a16="http://schemas.microsoft.com/office/drawing/2014/main" id="{31CC9472-1C01-47F8-B495-73D7386B9E14}"/>
              </a:ext>
            </a:extLst>
          </p:cNvPr>
          <p:cNvSpPr>
            <a:spLocks xmlns:a="http://schemas.openxmlformats.org/drawingml/2006/main" noGrp="1"/>
          </p:cNvSpPr>
          <p:nvPr/>
        </p:nvSpPr>
        <p:spPr>
          <a:xfrm xmlns:a="http://schemas.openxmlformats.org/drawingml/2006/main">
            <a:off x="10020300" y="3872484"/>
            <a:ext cx="1476375" cy="26974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1">
                <a:solidFill>
                  <a:srgbClr val="172A30"/>
                </a:solidFill>
                <a:latin typeface="Arial"/>
                <a:ea typeface="Arial"/>
                <a:cs typeface="Arial"/>
              </a:defRPr>
            </a:defPPr>
            <a:lvl1pPr algn="l">
              <a:buNone/>
              <a:defRPr sz="900" b="1">
                <a:solidFill>
                  <a:srgbClr val="172A30"/>
                </a:solidFill>
                <a:latin typeface="Arial"/>
                <a:ea typeface="Arial"/>
                <a:cs typeface="Arial"/>
              </a:defRPr>
            </a:lvl1pPr>
            <a:lvl2pPr algn="l">
              <a:buNone/>
              <a:defRPr sz="900" b="1">
                <a:solidFill>
                  <a:srgbClr val="172A30"/>
                </a:solidFill>
                <a:latin typeface="Arial"/>
                <a:ea typeface="Arial"/>
                <a:cs typeface="Arial"/>
              </a:defRPr>
            </a:lvl2pPr>
            <a:lvl3pPr algn="l">
              <a:buNone/>
              <a:defRPr sz="900" b="1">
                <a:solidFill>
                  <a:srgbClr val="172A30"/>
                </a:solidFill>
                <a:latin typeface="Arial"/>
                <a:ea typeface="Arial"/>
                <a:cs typeface="Arial"/>
              </a:defRPr>
            </a:lvl3pPr>
            <a:lvl4pPr algn="l">
              <a:buNone/>
              <a:defRPr sz="900" b="1">
                <a:solidFill>
                  <a:srgbClr val="172A30"/>
                </a:solidFill>
                <a:latin typeface="Arial"/>
                <a:ea typeface="Arial"/>
                <a:cs typeface="Arial"/>
              </a:defRPr>
            </a:lvl4pPr>
            <a:lvl5pPr algn="l">
              <a:buNone/>
              <a:defRPr sz="900" b="1">
                <a:solidFill>
                  <a:srgbClr val="172A30"/>
                </a:solidFill>
                <a:latin typeface="Arial"/>
                <a:ea typeface="Arial"/>
                <a:cs typeface="Arial"/>
              </a:defRPr>
            </a:lvl5pPr>
            <a:lvl6pPr algn="l">
              <a:buNone/>
              <a:defRPr sz="900" b="1">
                <a:solidFill>
                  <a:srgbClr val="172A30"/>
                </a:solidFill>
                <a:latin typeface="Arial"/>
                <a:ea typeface="Arial"/>
                <a:cs typeface="Arial"/>
              </a:defRPr>
            </a:lvl6pPr>
            <a:lvl7pPr algn="l">
              <a:buNone/>
              <a:defRPr sz="900" b="1">
                <a:solidFill>
                  <a:srgbClr val="172A30"/>
                </a:solidFill>
                <a:latin typeface="Arial"/>
                <a:ea typeface="Arial"/>
                <a:cs typeface="Arial"/>
              </a:defRPr>
            </a:lvl7pPr>
            <a:lvl8pPr algn="l">
              <a:buNone/>
              <a:defRPr sz="900" b="1">
                <a:solidFill>
                  <a:srgbClr val="172A30"/>
                </a:solidFill>
                <a:latin typeface="Arial"/>
                <a:ea typeface="Arial"/>
                <a:cs typeface="Arial"/>
              </a:defRPr>
            </a:lvl8pPr>
            <a:lvl9pPr algn="l">
              <a:buNone/>
              <a:defRPr sz="900" b="1">
                <a:solidFill>
                  <a:srgbClr val="172A30"/>
                </a:solidFill>
                <a:latin typeface="Arial"/>
                <a:ea typeface="Arial"/>
                <a:cs typeface="Arial"/>
              </a:defRPr>
            </a:lvl9pPr>
          </a:lstStyle>
          <a:p xmlns:a="http://schemas.openxmlformats.org/drawingml/2006/main">
            <a:pPr algn="l">
              <a:buNone/>
              <a:defRPr sz="900" b="1">
                <a:solidFill>
                  <a:srgbClr val="172A30"/>
                </a:solidFill>
                <a:latin typeface="Arial"/>
                <a:ea typeface="Arial"/>
                <a:cs typeface="Arial"/>
              </a:defRPr>
            </a:pPr>
            <a:r>
              <a:rPr sz="1050" b="1">
                <a:solidFill>
                  <a:srgbClr val="172A30"/>
                </a:solidFill>
                <a:latin typeface="Arial"/>
                <a:ea typeface="Arial"/>
                <a:cs typeface="Arial"/>
              </a:rPr>
              <a:t>4  SCL  ·  GPIO9</a:t>
            </a:r>
          </a:p>
        </p:txBody>
      </p:sp>
      <p:sp>
        <p:nvSpPr>
          <p:cNvPr id="82" name="j2-vcc-to-j3">
            <a:extLst xmlns:a="http://schemas.openxmlformats.org/drawingml/2006/main">
              <a:ext uri="{FF2B5EF4-FFF2-40B4-BE49-F238E27FC236}">
                <a16:creationId xmlns:a16="http://schemas.microsoft.com/office/drawing/2014/main" id="{EA31657D-6960-47EC-82FB-3930E9FBA42B}"/>
              </a:ext>
            </a:extLst>
          </p:cNvPr>
          <p:cNvSpPr>
            <a:spLocks xmlns:a="http://schemas.openxmlformats.org/drawingml/2006/main" noGrp="1"/>
          </p:cNvSpPr>
          <p:nvPr/>
        </p:nvSpPr>
        <p:spPr>
          <a:xfrm xmlns:a="http://schemas.openxmlformats.org/drawingml/2006/main">
            <a:off x="9077325" y="2793492"/>
            <a:ext cx="762000" cy="0"/>
          </a:xfrm>
          <a:prstGeom xmlns:a="http://schemas.openxmlformats.org/drawingml/2006/main" prst="line">
            <a:avLst/>
          </a:prstGeom>
          <a:noFill xmlns:a="http://schemas.openxmlformats.org/drawingml/2006/main"/>
          <a:ln xmlns:a="http://schemas.openxmlformats.org/drawingml/2006/main" w="23813">
            <a:solidFill>
              <a:srgbClr val="B42318"/>
            </a:solidFill>
            <a:prstDash val="solid"/>
          </a:ln>
        </p:spPr>
      </p:sp>
      <p:sp>
        <p:nvSpPr>
          <p:cNvPr id="83" name="j2-vcc-terminal">
            <a:extLst xmlns:a="http://schemas.openxmlformats.org/drawingml/2006/main">
              <a:ext uri="{FF2B5EF4-FFF2-40B4-BE49-F238E27FC236}">
                <a16:creationId xmlns:a16="http://schemas.microsoft.com/office/drawing/2014/main" id="{43B1B208-2665-4F6E-A885-10B8839D3212}"/>
              </a:ext>
            </a:extLst>
          </p:cNvPr>
          <p:cNvSpPr>
            <a:spLocks xmlns:a="http://schemas.openxmlformats.org/drawingml/2006/main" noGrp="1"/>
          </p:cNvSpPr>
          <p:nvPr/>
        </p:nvSpPr>
        <p:spPr>
          <a:xfrm xmlns:a="http://schemas.openxmlformats.org/drawingml/2006/main">
            <a:off x="9029700" y="2737295"/>
            <a:ext cx="95250" cy="112395"/>
          </a:xfrm>
          <a:prstGeom xmlns:a="http://schemas.openxmlformats.org/drawingml/2006/main" prst="ellipse">
            <a:avLst/>
          </a:prstGeom>
          <a:solidFill xmlns:a="http://schemas.openxmlformats.org/drawingml/2006/main">
            <a:srgbClr val="FFFFFF"/>
          </a:solidFill>
          <a:ln xmlns:a="http://schemas.openxmlformats.org/drawingml/2006/main" w="19050">
            <a:solidFill>
              <a:srgbClr val="B42318"/>
            </a:solidFill>
            <a:prstDash val="solid"/>
          </a:ln>
        </p:spPr>
      </p:sp>
      <p:sp>
        <p:nvSpPr>
          <p:cNvPr id="84" name="j2-gnd-to-j3">
            <a:extLst xmlns:a="http://schemas.openxmlformats.org/drawingml/2006/main">
              <a:ext uri="{FF2B5EF4-FFF2-40B4-BE49-F238E27FC236}">
                <a16:creationId xmlns:a16="http://schemas.microsoft.com/office/drawing/2014/main" id="{3D3568B4-A903-42CC-B2B6-D916947EE064}"/>
              </a:ext>
            </a:extLst>
          </p:cNvPr>
          <p:cNvSpPr>
            <a:spLocks xmlns:a="http://schemas.openxmlformats.org/drawingml/2006/main" noGrp="1"/>
          </p:cNvSpPr>
          <p:nvPr/>
        </p:nvSpPr>
        <p:spPr>
          <a:xfrm xmlns:a="http://schemas.openxmlformats.org/drawingml/2006/main">
            <a:off x="9077325" y="3198114"/>
            <a:ext cx="762000" cy="0"/>
          </a:xfrm>
          <a:prstGeom xmlns:a="http://schemas.openxmlformats.org/drawingml/2006/main" prst="line">
            <a:avLst/>
          </a:prstGeom>
          <a:noFill xmlns:a="http://schemas.openxmlformats.org/drawingml/2006/main"/>
          <a:ln xmlns:a="http://schemas.openxmlformats.org/drawingml/2006/main" w="23813">
            <a:solidFill>
              <a:srgbClr val="263B42"/>
            </a:solidFill>
            <a:prstDash val="solid"/>
          </a:ln>
        </p:spPr>
      </p:sp>
      <p:sp>
        <p:nvSpPr>
          <p:cNvPr id="85" name="j2-gnd-terminal">
            <a:extLst xmlns:a="http://schemas.openxmlformats.org/drawingml/2006/main">
              <a:ext uri="{FF2B5EF4-FFF2-40B4-BE49-F238E27FC236}">
                <a16:creationId xmlns:a16="http://schemas.microsoft.com/office/drawing/2014/main" id="{6AC8B6C5-DBC3-47DC-8C75-F4822AE98760}"/>
              </a:ext>
            </a:extLst>
          </p:cNvPr>
          <p:cNvSpPr>
            <a:spLocks xmlns:a="http://schemas.openxmlformats.org/drawingml/2006/main" noGrp="1"/>
          </p:cNvSpPr>
          <p:nvPr/>
        </p:nvSpPr>
        <p:spPr>
          <a:xfrm xmlns:a="http://schemas.openxmlformats.org/drawingml/2006/main">
            <a:off x="9029700" y="3141917"/>
            <a:ext cx="95250" cy="112395"/>
          </a:xfrm>
          <a:prstGeom xmlns:a="http://schemas.openxmlformats.org/drawingml/2006/main" prst="ellipse">
            <a:avLst/>
          </a:prstGeom>
          <a:solidFill xmlns:a="http://schemas.openxmlformats.org/drawingml/2006/main">
            <a:srgbClr val="FFFFFF"/>
          </a:solidFill>
          <a:ln xmlns:a="http://schemas.openxmlformats.org/drawingml/2006/main" w="19050">
            <a:solidFill>
              <a:srgbClr val="263B42"/>
            </a:solidFill>
            <a:prstDash val="solid"/>
          </a:ln>
        </p:spPr>
      </p:sp>
      <p:sp>
        <p:nvSpPr>
          <p:cNvPr id="86" name="j2-sda-to-j3">
            <a:extLst xmlns:a="http://schemas.openxmlformats.org/drawingml/2006/main">
              <a:ext uri="{FF2B5EF4-FFF2-40B4-BE49-F238E27FC236}">
                <a16:creationId xmlns:a16="http://schemas.microsoft.com/office/drawing/2014/main" id="{CC830179-31BB-4A78-843A-41A004B348E8}"/>
              </a:ext>
            </a:extLst>
          </p:cNvPr>
          <p:cNvSpPr>
            <a:spLocks xmlns:a="http://schemas.openxmlformats.org/drawingml/2006/main" noGrp="1"/>
          </p:cNvSpPr>
          <p:nvPr/>
        </p:nvSpPr>
        <p:spPr>
          <a:xfrm xmlns:a="http://schemas.openxmlformats.org/drawingml/2006/main">
            <a:off x="9077325" y="3602736"/>
            <a:ext cx="762000" cy="0"/>
          </a:xfrm>
          <a:prstGeom xmlns:a="http://schemas.openxmlformats.org/drawingml/2006/main" prst="line">
            <a:avLst/>
          </a:prstGeom>
          <a:noFill xmlns:a="http://schemas.openxmlformats.org/drawingml/2006/main"/>
          <a:ln xmlns:a="http://schemas.openxmlformats.org/drawingml/2006/main" w="23813">
            <a:solidFill>
              <a:srgbClr val="175CD3"/>
            </a:solidFill>
            <a:prstDash val="solid"/>
          </a:ln>
        </p:spPr>
      </p:sp>
      <p:sp>
        <p:nvSpPr>
          <p:cNvPr id="87" name="j2-sda-terminal">
            <a:extLst xmlns:a="http://schemas.openxmlformats.org/drawingml/2006/main">
              <a:ext uri="{FF2B5EF4-FFF2-40B4-BE49-F238E27FC236}">
                <a16:creationId xmlns:a16="http://schemas.microsoft.com/office/drawing/2014/main" id="{9AFDE224-CD55-42A0-A112-F4E5289077AD}"/>
              </a:ext>
            </a:extLst>
          </p:cNvPr>
          <p:cNvSpPr>
            <a:spLocks xmlns:a="http://schemas.openxmlformats.org/drawingml/2006/main" noGrp="1"/>
          </p:cNvSpPr>
          <p:nvPr/>
        </p:nvSpPr>
        <p:spPr>
          <a:xfrm xmlns:a="http://schemas.openxmlformats.org/drawingml/2006/main">
            <a:off x="9029700" y="3546539"/>
            <a:ext cx="95250" cy="112395"/>
          </a:xfrm>
          <a:prstGeom xmlns:a="http://schemas.openxmlformats.org/drawingml/2006/main" prst="ellipse">
            <a:avLst/>
          </a:prstGeom>
          <a:solidFill xmlns:a="http://schemas.openxmlformats.org/drawingml/2006/main">
            <a:srgbClr val="FFFFFF"/>
          </a:solidFill>
          <a:ln xmlns:a="http://schemas.openxmlformats.org/drawingml/2006/main" w="19050">
            <a:solidFill>
              <a:srgbClr val="175CD3"/>
            </a:solidFill>
            <a:prstDash val="solid"/>
          </a:ln>
        </p:spPr>
      </p:sp>
      <p:sp>
        <p:nvSpPr>
          <p:cNvPr id="88" name="j2-scl-to-j3">
            <a:extLst xmlns:a="http://schemas.openxmlformats.org/drawingml/2006/main">
              <a:ext uri="{FF2B5EF4-FFF2-40B4-BE49-F238E27FC236}">
                <a16:creationId xmlns:a16="http://schemas.microsoft.com/office/drawing/2014/main" id="{904B58ED-F4C3-4AAA-8AD2-ADB756E830BA}"/>
              </a:ext>
            </a:extLst>
          </p:cNvPr>
          <p:cNvSpPr>
            <a:spLocks xmlns:a="http://schemas.openxmlformats.org/drawingml/2006/main" noGrp="1"/>
          </p:cNvSpPr>
          <p:nvPr/>
        </p:nvSpPr>
        <p:spPr>
          <a:xfrm xmlns:a="http://schemas.openxmlformats.org/drawingml/2006/main">
            <a:off x="9077325" y="4007358"/>
            <a:ext cx="762000" cy="0"/>
          </a:xfrm>
          <a:prstGeom xmlns:a="http://schemas.openxmlformats.org/drawingml/2006/main" prst="line">
            <a:avLst/>
          </a:prstGeom>
          <a:noFill xmlns:a="http://schemas.openxmlformats.org/drawingml/2006/main"/>
          <a:ln xmlns:a="http://schemas.openxmlformats.org/drawingml/2006/main" w="23813">
            <a:solidFill>
              <a:srgbClr val="B54708"/>
            </a:solidFill>
            <a:prstDash val="solid"/>
          </a:ln>
        </p:spPr>
      </p:sp>
      <p:sp>
        <p:nvSpPr>
          <p:cNvPr id="89" name="j2-scl-terminal">
            <a:extLst xmlns:a="http://schemas.openxmlformats.org/drawingml/2006/main">
              <a:ext uri="{FF2B5EF4-FFF2-40B4-BE49-F238E27FC236}">
                <a16:creationId xmlns:a16="http://schemas.microsoft.com/office/drawing/2014/main" id="{88276D66-60C2-44B1-B1B4-F16281469840}"/>
              </a:ext>
            </a:extLst>
          </p:cNvPr>
          <p:cNvSpPr>
            <a:spLocks xmlns:a="http://schemas.openxmlformats.org/drawingml/2006/main" noGrp="1"/>
          </p:cNvSpPr>
          <p:nvPr/>
        </p:nvSpPr>
        <p:spPr>
          <a:xfrm xmlns:a="http://schemas.openxmlformats.org/drawingml/2006/main">
            <a:off x="9029700" y="3951161"/>
            <a:ext cx="95250" cy="112395"/>
          </a:xfrm>
          <a:prstGeom xmlns:a="http://schemas.openxmlformats.org/drawingml/2006/main" prst="ellipse">
            <a:avLst/>
          </a:prstGeom>
          <a:solidFill xmlns:a="http://schemas.openxmlformats.org/drawingml/2006/main">
            <a:srgbClr val="FFFFFF"/>
          </a:solidFill>
          <a:ln xmlns:a="http://schemas.openxmlformats.org/drawingml/2006/main" w="19050">
            <a:solidFill>
              <a:srgbClr val="B54708"/>
            </a:solidFill>
            <a:prstDash val="solid"/>
          </a:ln>
        </p:spPr>
      </p:sp>
      <p:sp>
        <p:nvSpPr>
          <p:cNvPr id="90" name="oled-instructions">
            <a:extLst xmlns:a="http://schemas.openxmlformats.org/drawingml/2006/main">
              <a:ext uri="{FF2B5EF4-FFF2-40B4-BE49-F238E27FC236}">
                <a16:creationId xmlns:a16="http://schemas.microsoft.com/office/drawing/2014/main" id="{2B05FA08-435C-4A6A-8B1E-B0AFA23A4128}"/>
              </a:ext>
            </a:extLst>
          </p:cNvPr>
          <p:cNvSpPr>
            <a:spLocks xmlns:a="http://schemas.openxmlformats.org/drawingml/2006/main" noGrp="1"/>
          </p:cNvSpPr>
          <p:nvPr/>
        </p:nvSpPr>
        <p:spPr>
          <a:xfrm xmlns:a="http://schemas.openxmlformats.org/drawingml/2006/main">
            <a:off x="9886950" y="4322064"/>
            <a:ext cx="1695450" cy="20231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B42318"/>
                </a:solidFill>
                <a:latin typeface="Arial"/>
                <a:ea typeface="Arial"/>
                <a:cs typeface="Arial"/>
              </a:defRPr>
            </a:defPPr>
            <a:lvl1pPr algn="l">
              <a:buNone/>
              <a:defRPr sz="825" b="1">
                <a:solidFill>
                  <a:srgbClr val="B42318"/>
                </a:solidFill>
                <a:latin typeface="Arial"/>
                <a:ea typeface="Arial"/>
                <a:cs typeface="Arial"/>
              </a:defRPr>
            </a:lvl1pPr>
            <a:lvl2pPr algn="l">
              <a:buNone/>
              <a:defRPr sz="825" b="1">
                <a:solidFill>
                  <a:srgbClr val="B42318"/>
                </a:solidFill>
                <a:latin typeface="Arial"/>
                <a:ea typeface="Arial"/>
                <a:cs typeface="Arial"/>
              </a:defRPr>
            </a:lvl2pPr>
            <a:lvl3pPr algn="l">
              <a:buNone/>
              <a:defRPr sz="825" b="1">
                <a:solidFill>
                  <a:srgbClr val="B42318"/>
                </a:solidFill>
                <a:latin typeface="Arial"/>
                <a:ea typeface="Arial"/>
                <a:cs typeface="Arial"/>
              </a:defRPr>
            </a:lvl3pPr>
            <a:lvl4pPr algn="l">
              <a:buNone/>
              <a:defRPr sz="825" b="1">
                <a:solidFill>
                  <a:srgbClr val="B42318"/>
                </a:solidFill>
                <a:latin typeface="Arial"/>
                <a:ea typeface="Arial"/>
                <a:cs typeface="Arial"/>
              </a:defRPr>
            </a:lvl4pPr>
            <a:lvl5pPr algn="l">
              <a:buNone/>
              <a:defRPr sz="825" b="1">
                <a:solidFill>
                  <a:srgbClr val="B42318"/>
                </a:solidFill>
                <a:latin typeface="Arial"/>
                <a:ea typeface="Arial"/>
                <a:cs typeface="Arial"/>
              </a:defRPr>
            </a:lvl5pPr>
            <a:lvl6pPr algn="l">
              <a:buNone/>
              <a:defRPr sz="825" b="1">
                <a:solidFill>
                  <a:srgbClr val="B42318"/>
                </a:solidFill>
                <a:latin typeface="Arial"/>
                <a:ea typeface="Arial"/>
                <a:cs typeface="Arial"/>
              </a:defRPr>
            </a:lvl6pPr>
            <a:lvl7pPr algn="l">
              <a:buNone/>
              <a:defRPr sz="825" b="1">
                <a:solidFill>
                  <a:srgbClr val="B42318"/>
                </a:solidFill>
                <a:latin typeface="Arial"/>
                <a:ea typeface="Arial"/>
                <a:cs typeface="Arial"/>
              </a:defRPr>
            </a:lvl7pPr>
            <a:lvl8pPr algn="l">
              <a:buNone/>
              <a:defRPr sz="825" b="1">
                <a:solidFill>
                  <a:srgbClr val="B42318"/>
                </a:solidFill>
                <a:latin typeface="Arial"/>
                <a:ea typeface="Arial"/>
                <a:cs typeface="Arial"/>
              </a:defRPr>
            </a:lvl8pPr>
            <a:lvl9pPr algn="l">
              <a:buNone/>
              <a:defRPr sz="825" b="1">
                <a:solidFill>
                  <a:srgbClr val="B42318"/>
                </a:solidFill>
                <a:latin typeface="Arial"/>
                <a:ea typeface="Arial"/>
                <a:cs typeface="Arial"/>
              </a:defRPr>
            </a:lvl9pPr>
          </a:lstStyle>
          <a:p xmlns:a="http://schemas.openxmlformats.org/drawingml/2006/main">
            <a:pPr algn="l">
              <a:buNone/>
              <a:defRPr sz="825" b="1">
                <a:solidFill>
                  <a:srgbClr val="B42318"/>
                </a:solidFill>
                <a:latin typeface="Arial"/>
                <a:ea typeface="Arial"/>
                <a:cs typeface="Arial"/>
              </a:defRPr>
            </a:pPr>
            <a:r>
              <a:rPr sz="975" b="1">
                <a:solidFill>
                  <a:srgbClr val="B42318"/>
                </a:solidFill>
                <a:latin typeface="Arial"/>
                <a:ea typeface="Arial"/>
                <a:cs typeface="Arial"/>
              </a:rPr>
              <a:t>VCC 3,3 V · không cấp 5 V</a:t>
            </a:r>
          </a:p>
        </p:txBody>
      </p:sp>
      <p:sp>
        <p:nvSpPr>
          <p:cNvPr id="91" name="j1-gnd-to-trunk">
            <a:extLst xmlns:a="http://schemas.openxmlformats.org/drawingml/2006/main">
              <a:ext uri="{FF2B5EF4-FFF2-40B4-BE49-F238E27FC236}">
                <a16:creationId xmlns:a16="http://schemas.microsoft.com/office/drawing/2014/main" id="{38358592-9140-4107-8951-B4B3479792D9}"/>
              </a:ext>
            </a:extLst>
          </p:cNvPr>
          <p:cNvSpPr>
            <a:spLocks xmlns:a="http://schemas.openxmlformats.org/drawingml/2006/main" noGrp="1"/>
          </p:cNvSpPr>
          <p:nvPr/>
        </p:nvSpPr>
        <p:spPr>
          <a:xfrm xmlns:a="http://schemas.openxmlformats.org/drawingml/2006/main">
            <a:off x="2486025" y="3355467"/>
            <a:ext cx="276225" cy="0"/>
          </a:xfrm>
          <a:prstGeom xmlns:a="http://schemas.openxmlformats.org/drawingml/2006/main" prst="line">
            <a:avLst/>
          </a:prstGeom>
          <a:noFill xmlns:a="http://schemas.openxmlformats.org/drawingml/2006/main"/>
          <a:ln xmlns:a="http://schemas.openxmlformats.org/drawingml/2006/main" w="23813">
            <a:solidFill>
              <a:srgbClr val="263B42"/>
            </a:solidFill>
            <a:prstDash val="solid"/>
          </a:ln>
        </p:spPr>
      </p:sp>
      <p:sp>
        <p:nvSpPr>
          <p:cNvPr id="92" name="j1-gnd-drop">
            <a:extLst xmlns:a="http://schemas.openxmlformats.org/drawingml/2006/main">
              <a:ext uri="{FF2B5EF4-FFF2-40B4-BE49-F238E27FC236}">
                <a16:creationId xmlns:a16="http://schemas.microsoft.com/office/drawing/2014/main" id="{B6FDEB37-3744-4740-8994-B1C47DF6DA70}"/>
              </a:ext>
            </a:extLst>
          </p:cNvPr>
          <p:cNvSpPr>
            <a:spLocks xmlns:a="http://schemas.openxmlformats.org/drawingml/2006/main" noGrp="1"/>
          </p:cNvSpPr>
          <p:nvPr/>
        </p:nvSpPr>
        <p:spPr>
          <a:xfrm xmlns:a="http://schemas.openxmlformats.org/drawingml/2006/main">
            <a:off x="2762250" y="3355467"/>
            <a:ext cx="0" cy="1461135"/>
          </a:xfrm>
          <a:prstGeom xmlns:a="http://schemas.openxmlformats.org/drawingml/2006/main" prst="line">
            <a:avLst/>
          </a:prstGeom>
          <a:noFill xmlns:a="http://schemas.openxmlformats.org/drawingml/2006/main"/>
          <a:ln xmlns:a="http://schemas.openxmlformats.org/drawingml/2006/main" w="23813">
            <a:solidFill>
              <a:srgbClr val="263B42"/>
            </a:solidFill>
            <a:prstDash val="solid"/>
          </a:ln>
        </p:spPr>
      </p:sp>
      <p:sp>
        <p:nvSpPr>
          <p:cNvPr id="93" name="gnd-trunk">
            <a:extLst xmlns:a="http://schemas.openxmlformats.org/drawingml/2006/main">
              <a:ext uri="{FF2B5EF4-FFF2-40B4-BE49-F238E27FC236}">
                <a16:creationId xmlns:a16="http://schemas.microsoft.com/office/drawing/2014/main" id="{C44E78B7-9F61-43E0-A5DA-0A27D1E7B5D1}"/>
              </a:ext>
            </a:extLst>
          </p:cNvPr>
          <p:cNvSpPr>
            <a:spLocks xmlns:a="http://schemas.openxmlformats.org/drawingml/2006/main" noGrp="1"/>
          </p:cNvSpPr>
          <p:nvPr/>
        </p:nvSpPr>
        <p:spPr>
          <a:xfrm xmlns:a="http://schemas.openxmlformats.org/drawingml/2006/main">
            <a:off x="2762250" y="4816602"/>
            <a:ext cx="4362450" cy="0"/>
          </a:xfrm>
          <a:prstGeom xmlns:a="http://schemas.openxmlformats.org/drawingml/2006/main" prst="line">
            <a:avLst/>
          </a:prstGeom>
          <a:noFill xmlns:a="http://schemas.openxmlformats.org/drawingml/2006/main"/>
          <a:ln xmlns:a="http://schemas.openxmlformats.org/drawingml/2006/main" w="23813">
            <a:solidFill>
              <a:srgbClr val="263B42"/>
            </a:solidFill>
            <a:prstDash val="solid"/>
          </a:ln>
        </p:spPr>
      </p:sp>
      <p:sp>
        <p:nvSpPr>
          <p:cNvPr id="94" name="j2-gnd-drop">
            <a:extLst xmlns:a="http://schemas.openxmlformats.org/drawingml/2006/main">
              <a:ext uri="{FF2B5EF4-FFF2-40B4-BE49-F238E27FC236}">
                <a16:creationId xmlns:a16="http://schemas.microsoft.com/office/drawing/2014/main" id="{6F430703-A7DB-4E5C-BCD0-0274F290C65E}"/>
              </a:ext>
            </a:extLst>
          </p:cNvPr>
          <p:cNvSpPr>
            <a:spLocks xmlns:a="http://schemas.openxmlformats.org/drawingml/2006/main" noGrp="1"/>
          </p:cNvSpPr>
          <p:nvPr/>
        </p:nvSpPr>
        <p:spPr>
          <a:xfrm xmlns:a="http://schemas.openxmlformats.org/drawingml/2006/main">
            <a:off x="6905625" y="4142232"/>
            <a:ext cx="0" cy="674370"/>
          </a:xfrm>
          <a:prstGeom xmlns:a="http://schemas.openxmlformats.org/drawingml/2006/main" prst="line">
            <a:avLst/>
          </a:prstGeom>
          <a:noFill xmlns:a="http://schemas.openxmlformats.org/drawingml/2006/main"/>
          <a:ln xmlns:a="http://schemas.openxmlformats.org/drawingml/2006/main" w="23813">
            <a:solidFill>
              <a:srgbClr val="263B42"/>
            </a:solidFill>
            <a:prstDash val="solid"/>
          </a:ln>
        </p:spPr>
      </p:sp>
      <p:sp>
        <p:nvSpPr>
          <p:cNvPr id="95" name="trunk-to-j2-gnd">
            <a:extLst xmlns:a="http://schemas.openxmlformats.org/drawingml/2006/main">
              <a:ext uri="{FF2B5EF4-FFF2-40B4-BE49-F238E27FC236}">
                <a16:creationId xmlns:a16="http://schemas.microsoft.com/office/drawing/2014/main" id="{34B78AD3-AB0C-46D1-9A2E-A89E4B46DB9D}"/>
              </a:ext>
            </a:extLst>
          </p:cNvPr>
          <p:cNvSpPr>
            <a:spLocks xmlns:a="http://schemas.openxmlformats.org/drawingml/2006/main" noGrp="1"/>
          </p:cNvSpPr>
          <p:nvPr/>
        </p:nvSpPr>
        <p:spPr>
          <a:xfrm xmlns:a="http://schemas.openxmlformats.org/drawingml/2006/main">
            <a:off x="6905625" y="4142232"/>
            <a:ext cx="171450" cy="0"/>
          </a:xfrm>
          <a:prstGeom xmlns:a="http://schemas.openxmlformats.org/drawingml/2006/main" prst="line">
            <a:avLst/>
          </a:prstGeom>
          <a:noFill xmlns:a="http://schemas.openxmlformats.org/drawingml/2006/main"/>
          <a:ln xmlns:a="http://schemas.openxmlformats.org/drawingml/2006/main" w="23813">
            <a:solidFill>
              <a:srgbClr val="263B42"/>
            </a:solidFill>
            <a:prstDash val="solid"/>
          </a:ln>
        </p:spPr>
      </p:sp>
      <p:sp>
        <p:nvSpPr>
          <p:cNvPr id="96" name="r2-to-trunk">
            <a:extLst xmlns:a="http://schemas.openxmlformats.org/drawingml/2006/main">
              <a:ext uri="{FF2B5EF4-FFF2-40B4-BE49-F238E27FC236}">
                <a16:creationId xmlns:a16="http://schemas.microsoft.com/office/drawing/2014/main" id="{4A57A44E-8BA6-42A8-A27D-FEE906A6AC11}"/>
              </a:ext>
            </a:extLst>
          </p:cNvPr>
          <p:cNvSpPr>
            <a:spLocks xmlns:a="http://schemas.openxmlformats.org/drawingml/2006/main" noGrp="1"/>
          </p:cNvSpPr>
          <p:nvPr/>
        </p:nvSpPr>
        <p:spPr>
          <a:xfrm xmlns:a="http://schemas.openxmlformats.org/drawingml/2006/main">
            <a:off x="4581525" y="4636770"/>
            <a:ext cx="0" cy="179832"/>
          </a:xfrm>
          <a:prstGeom xmlns:a="http://schemas.openxmlformats.org/drawingml/2006/main" prst="line">
            <a:avLst/>
          </a:prstGeom>
          <a:noFill xmlns:a="http://schemas.openxmlformats.org/drawingml/2006/main"/>
          <a:ln xmlns:a="http://schemas.openxmlformats.org/drawingml/2006/main" w="23813">
            <a:solidFill>
              <a:srgbClr val="263B42"/>
            </a:solidFill>
            <a:prstDash val="solid"/>
          </a:ln>
        </p:spPr>
      </p:sp>
      <p:sp>
        <p:nvSpPr>
          <p:cNvPr id="97" name="c1-to-trunk">
            <a:extLst xmlns:a="http://schemas.openxmlformats.org/drawingml/2006/main">
              <a:ext uri="{FF2B5EF4-FFF2-40B4-BE49-F238E27FC236}">
                <a16:creationId xmlns:a16="http://schemas.microsoft.com/office/drawing/2014/main" id="{8EA879EB-A39A-48E7-904E-26169B95BC58}"/>
              </a:ext>
            </a:extLst>
          </p:cNvPr>
          <p:cNvSpPr>
            <a:spLocks xmlns:a="http://schemas.openxmlformats.org/drawingml/2006/main" noGrp="1"/>
          </p:cNvSpPr>
          <p:nvPr/>
        </p:nvSpPr>
        <p:spPr>
          <a:xfrm xmlns:a="http://schemas.openxmlformats.org/drawingml/2006/main">
            <a:off x="5762625" y="4636770"/>
            <a:ext cx="0" cy="179832"/>
          </a:xfrm>
          <a:prstGeom xmlns:a="http://schemas.openxmlformats.org/drawingml/2006/main" prst="line">
            <a:avLst/>
          </a:prstGeom>
          <a:noFill xmlns:a="http://schemas.openxmlformats.org/drawingml/2006/main"/>
          <a:ln xmlns:a="http://schemas.openxmlformats.org/drawingml/2006/main" w="23813">
            <a:solidFill>
              <a:srgbClr val="263B42"/>
            </a:solidFill>
            <a:prstDash val="solid"/>
          </a:ln>
        </p:spPr>
      </p:sp>
      <p:sp>
        <p:nvSpPr>
          <p:cNvPr id="98" name="gnd-junction-r2">
            <a:extLst xmlns:a="http://schemas.openxmlformats.org/drawingml/2006/main">
              <a:ext uri="{FF2B5EF4-FFF2-40B4-BE49-F238E27FC236}">
                <a16:creationId xmlns:a16="http://schemas.microsoft.com/office/drawing/2014/main" id="{DE3C58E7-80A7-4353-B023-27585630B237}"/>
              </a:ext>
            </a:extLst>
          </p:cNvPr>
          <p:cNvSpPr>
            <a:spLocks xmlns:a="http://schemas.openxmlformats.org/drawingml/2006/main" noGrp="1"/>
          </p:cNvSpPr>
          <p:nvPr/>
        </p:nvSpPr>
        <p:spPr>
          <a:xfrm xmlns:a="http://schemas.openxmlformats.org/drawingml/2006/main">
            <a:off x="4533900" y="4760405"/>
            <a:ext cx="95250" cy="112395"/>
          </a:xfrm>
          <a:prstGeom xmlns:a="http://schemas.openxmlformats.org/drawingml/2006/main" prst="ellipse">
            <a:avLst/>
          </a:prstGeom>
          <a:solidFill xmlns:a="http://schemas.openxmlformats.org/drawingml/2006/main">
            <a:srgbClr val="172A30"/>
          </a:solidFill>
          <a:ln xmlns:a="http://schemas.openxmlformats.org/drawingml/2006/main" w="9525">
            <a:solidFill>
              <a:srgbClr val="172A30"/>
            </a:solidFill>
            <a:prstDash val="solid"/>
          </a:ln>
        </p:spPr>
      </p:sp>
      <p:sp>
        <p:nvSpPr>
          <p:cNvPr id="99" name="gnd-junction-c1">
            <a:extLst xmlns:a="http://schemas.openxmlformats.org/drawingml/2006/main">
              <a:ext uri="{FF2B5EF4-FFF2-40B4-BE49-F238E27FC236}">
                <a16:creationId xmlns:a16="http://schemas.microsoft.com/office/drawing/2014/main" id="{C1FBB8A0-77B1-47E6-BA1A-77A751C4D9D2}"/>
              </a:ext>
            </a:extLst>
          </p:cNvPr>
          <p:cNvSpPr>
            <a:spLocks xmlns:a="http://schemas.openxmlformats.org/drawingml/2006/main" noGrp="1"/>
          </p:cNvSpPr>
          <p:nvPr/>
        </p:nvSpPr>
        <p:spPr>
          <a:xfrm xmlns:a="http://schemas.openxmlformats.org/drawingml/2006/main">
            <a:off x="5715000" y="4760405"/>
            <a:ext cx="95250" cy="112395"/>
          </a:xfrm>
          <a:prstGeom xmlns:a="http://schemas.openxmlformats.org/drawingml/2006/main" prst="ellipse">
            <a:avLst/>
          </a:prstGeom>
          <a:solidFill xmlns:a="http://schemas.openxmlformats.org/drawingml/2006/main">
            <a:srgbClr val="172A30"/>
          </a:solidFill>
          <a:ln xmlns:a="http://schemas.openxmlformats.org/drawingml/2006/main" w="9525">
            <a:solidFill>
              <a:srgbClr val="172A30"/>
            </a:solidFill>
            <a:prstDash val="solid"/>
          </a:ln>
        </p:spPr>
      </p:sp>
      <p:sp>
        <p:nvSpPr>
          <p:cNvPr id="100" name="gnd-junction-j2">
            <a:extLst xmlns:a="http://schemas.openxmlformats.org/drawingml/2006/main">
              <a:ext uri="{FF2B5EF4-FFF2-40B4-BE49-F238E27FC236}">
                <a16:creationId xmlns:a16="http://schemas.microsoft.com/office/drawing/2014/main" id="{9997A7D0-76DD-4F6D-BBC5-DB0624AAA1B5}"/>
              </a:ext>
            </a:extLst>
          </p:cNvPr>
          <p:cNvSpPr>
            <a:spLocks xmlns:a="http://schemas.openxmlformats.org/drawingml/2006/main" noGrp="1"/>
          </p:cNvSpPr>
          <p:nvPr/>
        </p:nvSpPr>
        <p:spPr>
          <a:xfrm xmlns:a="http://schemas.openxmlformats.org/drawingml/2006/main">
            <a:off x="6858000" y="4760405"/>
            <a:ext cx="95250" cy="112395"/>
          </a:xfrm>
          <a:prstGeom xmlns:a="http://schemas.openxmlformats.org/drawingml/2006/main" prst="ellipse">
            <a:avLst/>
          </a:prstGeom>
          <a:solidFill xmlns:a="http://schemas.openxmlformats.org/drawingml/2006/main">
            <a:srgbClr val="172A30"/>
          </a:solidFill>
          <a:ln xmlns:a="http://schemas.openxmlformats.org/drawingml/2006/main" w="9525">
            <a:solidFill>
              <a:srgbClr val="172A30"/>
            </a:solidFill>
            <a:prstDash val="solid"/>
          </a:ln>
        </p:spPr>
      </p:sp>
      <p:sp>
        <p:nvSpPr>
          <p:cNvPr id="101" name="gnd-net">
            <a:extLst xmlns:a="http://schemas.openxmlformats.org/drawingml/2006/main">
              <a:ext uri="{FF2B5EF4-FFF2-40B4-BE49-F238E27FC236}">
                <a16:creationId xmlns:a16="http://schemas.microsoft.com/office/drawing/2014/main" id="{3D6574AD-A28B-4949-BBB3-7D43E3CBBB66}"/>
              </a:ext>
            </a:extLst>
          </p:cNvPr>
          <p:cNvSpPr>
            <a:spLocks xmlns:a="http://schemas.openxmlformats.org/drawingml/2006/main" noGrp="1"/>
          </p:cNvSpPr>
          <p:nvPr/>
        </p:nvSpPr>
        <p:spPr>
          <a:xfrm xmlns:a="http://schemas.openxmlformats.org/drawingml/2006/main">
            <a:off x="4448175" y="4850321"/>
            <a:ext cx="1809750" cy="22479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050" b="1">
                <a:solidFill>
                  <a:srgbClr val="263B42"/>
                </a:solidFill>
                <a:latin typeface="Arial"/>
                <a:ea typeface="Arial"/>
                <a:cs typeface="Arial"/>
              </a:defRPr>
            </a:defPPr>
            <a:lvl1pPr algn="ctr">
              <a:buNone/>
              <a:defRPr sz="900" b="1">
                <a:solidFill>
                  <a:srgbClr val="263B42"/>
                </a:solidFill>
                <a:latin typeface="Arial"/>
                <a:ea typeface="Arial"/>
                <a:cs typeface="Arial"/>
              </a:defRPr>
            </a:lvl1pPr>
            <a:lvl2pPr algn="ctr">
              <a:buNone/>
              <a:defRPr sz="900" b="1">
                <a:solidFill>
                  <a:srgbClr val="263B42"/>
                </a:solidFill>
                <a:latin typeface="Arial"/>
                <a:ea typeface="Arial"/>
                <a:cs typeface="Arial"/>
              </a:defRPr>
            </a:lvl2pPr>
            <a:lvl3pPr algn="ctr">
              <a:buNone/>
              <a:defRPr sz="900" b="1">
                <a:solidFill>
                  <a:srgbClr val="263B42"/>
                </a:solidFill>
                <a:latin typeface="Arial"/>
                <a:ea typeface="Arial"/>
                <a:cs typeface="Arial"/>
              </a:defRPr>
            </a:lvl3pPr>
            <a:lvl4pPr algn="ctr">
              <a:buNone/>
              <a:defRPr sz="900" b="1">
                <a:solidFill>
                  <a:srgbClr val="263B42"/>
                </a:solidFill>
                <a:latin typeface="Arial"/>
                <a:ea typeface="Arial"/>
                <a:cs typeface="Arial"/>
              </a:defRPr>
            </a:lvl4pPr>
            <a:lvl5pPr algn="ctr">
              <a:buNone/>
              <a:defRPr sz="900" b="1">
                <a:solidFill>
                  <a:srgbClr val="263B42"/>
                </a:solidFill>
                <a:latin typeface="Arial"/>
                <a:ea typeface="Arial"/>
                <a:cs typeface="Arial"/>
              </a:defRPr>
            </a:lvl5pPr>
            <a:lvl6pPr algn="ctr">
              <a:buNone/>
              <a:defRPr sz="900" b="1">
                <a:solidFill>
                  <a:srgbClr val="263B42"/>
                </a:solidFill>
                <a:latin typeface="Arial"/>
                <a:ea typeface="Arial"/>
                <a:cs typeface="Arial"/>
              </a:defRPr>
            </a:lvl6pPr>
            <a:lvl7pPr algn="ctr">
              <a:buNone/>
              <a:defRPr sz="900" b="1">
                <a:solidFill>
                  <a:srgbClr val="263B42"/>
                </a:solidFill>
                <a:latin typeface="Arial"/>
                <a:ea typeface="Arial"/>
                <a:cs typeface="Arial"/>
              </a:defRPr>
            </a:lvl7pPr>
            <a:lvl8pPr algn="ctr">
              <a:buNone/>
              <a:defRPr sz="900" b="1">
                <a:solidFill>
                  <a:srgbClr val="263B42"/>
                </a:solidFill>
                <a:latin typeface="Arial"/>
                <a:ea typeface="Arial"/>
                <a:cs typeface="Arial"/>
              </a:defRPr>
            </a:lvl8pPr>
            <a:lvl9pPr algn="ctr">
              <a:buNone/>
              <a:defRPr sz="900" b="1">
                <a:solidFill>
                  <a:srgbClr val="263B42"/>
                </a:solidFill>
                <a:latin typeface="Arial"/>
                <a:ea typeface="Arial"/>
                <a:cs typeface="Arial"/>
              </a:defRPr>
            </a:lvl9pPr>
          </a:lstStyle>
          <a:p xmlns:a="http://schemas.openxmlformats.org/drawingml/2006/main">
            <a:pPr algn="ctr">
              <a:buNone/>
              <a:defRPr sz="900" b="1">
                <a:solidFill>
                  <a:srgbClr val="263B42"/>
                </a:solidFill>
                <a:latin typeface="Arial"/>
                <a:ea typeface="Arial"/>
                <a:cs typeface="Arial"/>
              </a:defRPr>
            </a:pPr>
            <a:r>
              <a:rPr sz="1050" b="1">
                <a:solidFill>
                  <a:srgbClr val="263B42"/>
                </a:solidFill>
                <a:latin typeface="Arial"/>
                <a:ea typeface="Arial"/>
                <a:cs typeface="Arial"/>
              </a:rPr>
              <a:t>0 V  ·  GND chung</a:t>
            </a:r>
          </a:p>
        </p:txBody>
      </p:sp>
      <p:sp>
        <p:nvSpPr>
          <p:cNvPr id="102" name="gnd-symbol-stem">
            <a:extLst xmlns:a="http://schemas.openxmlformats.org/drawingml/2006/main">
              <a:ext uri="{FF2B5EF4-FFF2-40B4-BE49-F238E27FC236}">
                <a16:creationId xmlns:a16="http://schemas.microsoft.com/office/drawing/2014/main" id="{9A0E3A17-906B-4CAE-8BCD-7A651E992357}"/>
              </a:ext>
            </a:extLst>
          </p:cNvPr>
          <p:cNvSpPr>
            <a:spLocks xmlns:a="http://schemas.openxmlformats.org/drawingml/2006/main" noGrp="1"/>
          </p:cNvSpPr>
          <p:nvPr/>
        </p:nvSpPr>
        <p:spPr>
          <a:xfrm xmlns:a="http://schemas.openxmlformats.org/drawingml/2006/main">
            <a:off x="2762250" y="4816602"/>
            <a:ext cx="0" cy="134874"/>
          </a:xfrm>
          <a:prstGeom xmlns:a="http://schemas.openxmlformats.org/drawingml/2006/main" prst="line">
            <a:avLst/>
          </a:prstGeom>
          <a:noFill xmlns:a="http://schemas.openxmlformats.org/drawingml/2006/main"/>
          <a:ln xmlns:a="http://schemas.openxmlformats.org/drawingml/2006/main" w="19050">
            <a:solidFill>
              <a:srgbClr val="263B42"/>
            </a:solidFill>
            <a:prstDash val="solid"/>
          </a:ln>
        </p:spPr>
      </p:sp>
      <p:sp>
        <p:nvSpPr>
          <p:cNvPr id="103" name="gnd-symbol-bar1">
            <a:extLst xmlns:a="http://schemas.openxmlformats.org/drawingml/2006/main">
              <a:ext uri="{FF2B5EF4-FFF2-40B4-BE49-F238E27FC236}">
                <a16:creationId xmlns:a16="http://schemas.microsoft.com/office/drawing/2014/main" id="{8CE8A3A0-6534-4FC2-AF05-5974A2679DCD}"/>
              </a:ext>
            </a:extLst>
          </p:cNvPr>
          <p:cNvSpPr>
            <a:spLocks xmlns:a="http://schemas.openxmlformats.org/drawingml/2006/main" noGrp="1"/>
          </p:cNvSpPr>
          <p:nvPr/>
        </p:nvSpPr>
        <p:spPr>
          <a:xfrm xmlns:a="http://schemas.openxmlformats.org/drawingml/2006/main">
            <a:off x="2638425" y="4951476"/>
            <a:ext cx="247650" cy="0"/>
          </a:xfrm>
          <a:prstGeom xmlns:a="http://schemas.openxmlformats.org/drawingml/2006/main" prst="line">
            <a:avLst/>
          </a:prstGeom>
          <a:noFill xmlns:a="http://schemas.openxmlformats.org/drawingml/2006/main"/>
          <a:ln xmlns:a="http://schemas.openxmlformats.org/drawingml/2006/main" w="19050">
            <a:solidFill>
              <a:srgbClr val="263B42"/>
            </a:solidFill>
            <a:prstDash val="solid"/>
          </a:ln>
        </p:spPr>
      </p:sp>
      <p:sp>
        <p:nvSpPr>
          <p:cNvPr id="104" name="gnd-symbol-bar2">
            <a:extLst xmlns:a="http://schemas.openxmlformats.org/drawingml/2006/main">
              <a:ext uri="{FF2B5EF4-FFF2-40B4-BE49-F238E27FC236}">
                <a16:creationId xmlns:a16="http://schemas.microsoft.com/office/drawing/2014/main" id="{8B3CC99F-0A05-4921-B74F-F4DFC4534001}"/>
              </a:ext>
            </a:extLst>
          </p:cNvPr>
          <p:cNvSpPr>
            <a:spLocks xmlns:a="http://schemas.openxmlformats.org/drawingml/2006/main" noGrp="1"/>
          </p:cNvSpPr>
          <p:nvPr/>
        </p:nvSpPr>
        <p:spPr>
          <a:xfrm xmlns:a="http://schemas.openxmlformats.org/drawingml/2006/main">
            <a:off x="2686050" y="5018913"/>
            <a:ext cx="152400" cy="0"/>
          </a:xfrm>
          <a:prstGeom xmlns:a="http://schemas.openxmlformats.org/drawingml/2006/main" prst="line">
            <a:avLst/>
          </a:prstGeom>
          <a:noFill xmlns:a="http://schemas.openxmlformats.org/drawingml/2006/main"/>
          <a:ln xmlns:a="http://schemas.openxmlformats.org/drawingml/2006/main" w="19050">
            <a:solidFill>
              <a:srgbClr val="263B42"/>
            </a:solidFill>
            <a:prstDash val="solid"/>
          </a:ln>
        </p:spPr>
      </p:sp>
      <p:sp>
        <p:nvSpPr>
          <p:cNvPr id="105" name="gnd-symbol-bar3">
            <a:extLst xmlns:a="http://schemas.openxmlformats.org/drawingml/2006/main">
              <a:ext uri="{FF2B5EF4-FFF2-40B4-BE49-F238E27FC236}">
                <a16:creationId xmlns:a16="http://schemas.microsoft.com/office/drawing/2014/main" id="{0C0C662A-493C-4D86-8DCF-7A4B13C82ADC}"/>
              </a:ext>
            </a:extLst>
          </p:cNvPr>
          <p:cNvSpPr>
            <a:spLocks xmlns:a="http://schemas.openxmlformats.org/drawingml/2006/main" noGrp="1"/>
          </p:cNvSpPr>
          <p:nvPr/>
        </p:nvSpPr>
        <p:spPr>
          <a:xfrm xmlns:a="http://schemas.openxmlformats.org/drawingml/2006/main">
            <a:off x="2733675" y="5086350"/>
            <a:ext cx="57150" cy="0"/>
          </a:xfrm>
          <a:prstGeom xmlns:a="http://schemas.openxmlformats.org/drawingml/2006/main" prst="line">
            <a:avLst/>
          </a:prstGeom>
          <a:noFill xmlns:a="http://schemas.openxmlformats.org/drawingml/2006/main"/>
          <a:ln xmlns:a="http://schemas.openxmlformats.org/drawingml/2006/main" w="19050">
            <a:solidFill>
              <a:srgbClr val="263B42"/>
            </a:solidFill>
            <a:prstDash val="solid"/>
          </a:ln>
        </p:spPr>
      </p:sp>
      <p:sp>
        <p:nvSpPr>
          <p:cNvPr id="106" name="wire-legend">
            <a:extLst xmlns:a="http://schemas.openxmlformats.org/drawingml/2006/main">
              <a:ext uri="{FF2B5EF4-FFF2-40B4-BE49-F238E27FC236}">
                <a16:creationId xmlns:a16="http://schemas.microsoft.com/office/drawing/2014/main" id="{85C2EF9C-3EC2-4717-8FDA-008AB9BB874D}"/>
              </a:ext>
            </a:extLst>
          </p:cNvPr>
          <p:cNvSpPr>
            <a:spLocks xmlns:a="http://schemas.openxmlformats.org/drawingml/2006/main" noGrp="1"/>
          </p:cNvSpPr>
          <p:nvPr/>
        </p:nvSpPr>
        <p:spPr>
          <a:xfrm xmlns:a="http://schemas.openxmlformats.org/drawingml/2006/main">
            <a:off x="628650" y="5314950"/>
            <a:ext cx="10953750" cy="742950"/>
          </a:xfrm>
          <a:prstGeom xmlns:a="http://schemas.openxmlformats.org/drawingml/2006/main" prst="roundRect">
            <a:avLst>
              <a:gd name="adj" fmla="val 11538"/>
            </a:avLst>
          </a:prstGeom>
          <a:noFill xmlns:a="http://schemas.openxmlformats.org/drawingml/2006/main"/>
          <a:ln xmlns:a="http://schemas.openxmlformats.org/drawingml/2006/main" w="0">
            <a:noFill/>
          </a:ln>
        </p:spPr>
      </p:sp>
      <p:sp>
        <p:nvSpPr>
          <p:cNvPr id="107" name="legend-title">
            <a:extLst xmlns:a="http://schemas.openxmlformats.org/drawingml/2006/main">
              <a:ext uri="{FF2B5EF4-FFF2-40B4-BE49-F238E27FC236}">
                <a16:creationId xmlns:a16="http://schemas.microsoft.com/office/drawing/2014/main" id="{39D5825A-0D5F-4B88-B112-3844750023AF}"/>
              </a:ext>
            </a:extLst>
          </p:cNvPr>
          <p:cNvSpPr>
            <a:spLocks xmlns:a="http://schemas.openxmlformats.org/drawingml/2006/main" noGrp="1"/>
          </p:cNvSpPr>
          <p:nvPr/>
        </p:nvSpPr>
        <p:spPr>
          <a:xfrm xmlns:a="http://schemas.openxmlformats.org/drawingml/2006/main">
            <a:off x="628650" y="5476875"/>
            <a:ext cx="4000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25" b="1">
                <a:solidFill>
                  <a:srgbClr val="007F74"/>
                </a:solidFill>
                <a:latin typeface="Arial"/>
                <a:ea typeface="Arial"/>
                <a:cs typeface="Arial"/>
              </a:defRPr>
            </a:defPPr>
            <a:lvl1pPr algn="l">
              <a:buNone/>
              <a:defRPr sz="975" b="1">
                <a:solidFill>
                  <a:srgbClr val="102A33"/>
                </a:solidFill>
                <a:latin typeface="Arial"/>
                <a:ea typeface="Arial"/>
                <a:cs typeface="Arial"/>
              </a:defRPr>
            </a:lvl1pPr>
            <a:lvl2pPr algn="l">
              <a:buNone/>
              <a:defRPr sz="975" b="1">
                <a:solidFill>
                  <a:srgbClr val="102A33"/>
                </a:solidFill>
                <a:latin typeface="Arial"/>
                <a:ea typeface="Arial"/>
                <a:cs typeface="Arial"/>
              </a:defRPr>
            </a:lvl2pPr>
            <a:lvl3pPr algn="l">
              <a:buNone/>
              <a:defRPr sz="975" b="1">
                <a:solidFill>
                  <a:srgbClr val="102A33"/>
                </a:solidFill>
                <a:latin typeface="Arial"/>
                <a:ea typeface="Arial"/>
                <a:cs typeface="Arial"/>
              </a:defRPr>
            </a:lvl3pPr>
            <a:lvl4pPr algn="l">
              <a:buNone/>
              <a:defRPr sz="975" b="1">
                <a:solidFill>
                  <a:srgbClr val="102A33"/>
                </a:solidFill>
                <a:latin typeface="Arial"/>
                <a:ea typeface="Arial"/>
                <a:cs typeface="Arial"/>
              </a:defRPr>
            </a:lvl4pPr>
            <a:lvl5pPr algn="l">
              <a:buNone/>
              <a:defRPr sz="975" b="1">
                <a:solidFill>
                  <a:srgbClr val="102A33"/>
                </a:solidFill>
                <a:latin typeface="Arial"/>
                <a:ea typeface="Arial"/>
                <a:cs typeface="Arial"/>
              </a:defRPr>
            </a:lvl5pPr>
            <a:lvl6pPr algn="l">
              <a:buNone/>
              <a:defRPr sz="975" b="1">
                <a:solidFill>
                  <a:srgbClr val="102A33"/>
                </a:solidFill>
                <a:latin typeface="Arial"/>
                <a:ea typeface="Arial"/>
                <a:cs typeface="Arial"/>
              </a:defRPr>
            </a:lvl6pPr>
            <a:lvl7pPr algn="l">
              <a:buNone/>
              <a:defRPr sz="975" b="1">
                <a:solidFill>
                  <a:srgbClr val="102A33"/>
                </a:solidFill>
                <a:latin typeface="Arial"/>
                <a:ea typeface="Arial"/>
                <a:cs typeface="Arial"/>
              </a:defRPr>
            </a:lvl7pPr>
            <a:lvl8pPr algn="l">
              <a:buNone/>
              <a:defRPr sz="975" b="1">
                <a:solidFill>
                  <a:srgbClr val="102A33"/>
                </a:solidFill>
                <a:latin typeface="Arial"/>
                <a:ea typeface="Arial"/>
                <a:cs typeface="Arial"/>
              </a:defRPr>
            </a:lvl8pPr>
            <a:lvl9pPr algn="l">
              <a:buNone/>
              <a:defRPr sz="975" b="1">
                <a:solidFill>
                  <a:srgbClr val="102A33"/>
                </a:solidFill>
                <a:latin typeface="Arial"/>
                <a:ea typeface="Arial"/>
                <a:cs typeface="Arial"/>
              </a:defRPr>
            </a:lvl9pPr>
          </a:lstStyle>
          <a:p xmlns:a="http://schemas.openxmlformats.org/drawingml/2006/main">
            <a:pPr algn="l">
              <a:buNone/>
              <a:defRPr sz="1125" b="1">
                <a:solidFill>
                  <a:srgbClr val="007F74"/>
                </a:solidFill>
                <a:latin typeface="Arial"/>
                <a:ea typeface="Arial"/>
                <a:cs typeface="Arial"/>
              </a:defRPr>
            </a:pPr>
            <a:r>
              <a:rPr sz="1125" b="1">
                <a:solidFill>
                  <a:srgbClr val="007F74"/>
                </a:solidFill>
                <a:latin typeface="Arial"/>
                <a:ea typeface="Arial"/>
                <a:cs typeface="Arial"/>
              </a:rPr>
              <a:t>QUY ƯỚC DÂY / ĐẤU NỐI</a:t>
            </a:r>
          </a:p>
        </p:txBody>
      </p:sp>
      <p:sp>
        <p:nvSpPr>
          <p:cNvPr id="108" name="legend-colors">
            <a:extLst xmlns:a="http://schemas.openxmlformats.org/drawingml/2006/main">
              <a:ext uri="{FF2B5EF4-FFF2-40B4-BE49-F238E27FC236}">
                <a16:creationId xmlns:a16="http://schemas.microsoft.com/office/drawing/2014/main" id="{FBAADD75-EBA7-4D77-96A4-94A0D95BB6F3}"/>
              </a:ext>
            </a:extLst>
          </p:cNvPr>
          <p:cNvSpPr>
            <a:spLocks xmlns:a="http://schemas.openxmlformats.org/drawingml/2006/main" noGrp="1"/>
          </p:cNvSpPr>
          <p:nvPr/>
        </p:nvSpPr>
        <p:spPr>
          <a:xfrm xmlns:a="http://schemas.openxmlformats.org/drawingml/2006/main">
            <a:off x="628650" y="5724525"/>
            <a:ext cx="10858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25" b="0">
                <a:solidFill>
                  <a:srgbClr val="102B31"/>
                </a:solidFill>
                <a:latin typeface="Arial"/>
                <a:ea typeface="Arial"/>
                <a:cs typeface="Arial"/>
              </a:defRPr>
            </a:defPPr>
            <a:lvl1pPr algn="l">
              <a:buNone/>
              <a:defRPr sz="975" b="0">
                <a:solidFill>
                  <a:srgbClr val="172A30"/>
                </a:solidFill>
                <a:latin typeface="Arial"/>
                <a:ea typeface="Arial"/>
                <a:cs typeface="Arial"/>
              </a:defRPr>
            </a:lvl1pPr>
            <a:lvl2pPr algn="l">
              <a:buNone/>
              <a:defRPr sz="975" b="0">
                <a:solidFill>
                  <a:srgbClr val="172A30"/>
                </a:solidFill>
                <a:latin typeface="Arial"/>
                <a:ea typeface="Arial"/>
                <a:cs typeface="Arial"/>
              </a:defRPr>
            </a:lvl2pPr>
            <a:lvl3pPr algn="l">
              <a:buNone/>
              <a:defRPr sz="975" b="0">
                <a:solidFill>
                  <a:srgbClr val="172A30"/>
                </a:solidFill>
                <a:latin typeface="Arial"/>
                <a:ea typeface="Arial"/>
                <a:cs typeface="Arial"/>
              </a:defRPr>
            </a:lvl3pPr>
            <a:lvl4pPr algn="l">
              <a:buNone/>
              <a:defRPr sz="975" b="0">
                <a:solidFill>
                  <a:srgbClr val="172A30"/>
                </a:solidFill>
                <a:latin typeface="Arial"/>
                <a:ea typeface="Arial"/>
                <a:cs typeface="Arial"/>
              </a:defRPr>
            </a:lvl4pPr>
            <a:lvl5pPr algn="l">
              <a:buNone/>
              <a:defRPr sz="975" b="0">
                <a:solidFill>
                  <a:srgbClr val="172A30"/>
                </a:solidFill>
                <a:latin typeface="Arial"/>
                <a:ea typeface="Arial"/>
                <a:cs typeface="Arial"/>
              </a:defRPr>
            </a:lvl5pPr>
            <a:lvl6pPr algn="l">
              <a:buNone/>
              <a:defRPr sz="975" b="0">
                <a:solidFill>
                  <a:srgbClr val="172A30"/>
                </a:solidFill>
                <a:latin typeface="Arial"/>
                <a:ea typeface="Arial"/>
                <a:cs typeface="Arial"/>
              </a:defRPr>
            </a:lvl6pPr>
            <a:lvl7pPr algn="l">
              <a:buNone/>
              <a:defRPr sz="975" b="0">
                <a:solidFill>
                  <a:srgbClr val="172A30"/>
                </a:solidFill>
                <a:latin typeface="Arial"/>
                <a:ea typeface="Arial"/>
                <a:cs typeface="Arial"/>
              </a:defRPr>
            </a:lvl7pPr>
            <a:lvl8pPr algn="l">
              <a:buNone/>
              <a:defRPr sz="975" b="0">
                <a:solidFill>
                  <a:srgbClr val="172A30"/>
                </a:solidFill>
                <a:latin typeface="Arial"/>
                <a:ea typeface="Arial"/>
                <a:cs typeface="Arial"/>
              </a:defRPr>
            </a:lvl8pPr>
            <a:lvl9pPr algn="l">
              <a:buNone/>
              <a:defRPr sz="975" b="0">
                <a:solidFill>
                  <a:srgbClr val="172A30"/>
                </a:solidFill>
                <a:latin typeface="Arial"/>
                <a:ea typeface="Arial"/>
                <a:cs typeface="Arial"/>
              </a:defRPr>
            </a:lvl9pPr>
          </a:lstStyle>
          <a:p xmlns:a="http://schemas.openxmlformats.org/drawingml/2006/main">
            <a:pPr algn="l">
              <a:buNone/>
              <a:defRPr sz="975" b="0">
                <a:solidFill>
                  <a:srgbClr val="102B31"/>
                </a:solidFill>
                <a:latin typeface="Arial"/>
                <a:ea typeface="Arial"/>
                <a:cs typeface="Arial"/>
              </a:defRPr>
            </a:pPr>
            <a:r>
              <a:rPr sz="1125" b="0">
                <a:solidFill>
                  <a:srgbClr val="102B31"/>
                </a:solidFill>
                <a:latin typeface="Arial"/>
                <a:ea typeface="Arial"/>
                <a:cs typeface="Arial"/>
              </a:rPr>
              <a:t>Dây: xanh lá SIG · đen GND · đỏ 3V3 · xanh dương SDA · vàng SCL</a:t>
            </a:r>
          </a:p>
        </p:txBody>
      </p:sp>
      <p:sp>
        <p:nvSpPr>
          <p:cNvPr id="109" name="legend-assembly">
            <a:extLst xmlns:a="http://schemas.openxmlformats.org/drawingml/2006/main">
              <a:ext uri="{FF2B5EF4-FFF2-40B4-BE49-F238E27FC236}">
                <a16:creationId xmlns:a16="http://schemas.microsoft.com/office/drawing/2014/main" id="{DF825BE4-0C05-441C-A5CA-FB749FFF5D91}"/>
              </a:ext>
            </a:extLst>
          </p:cNvPr>
          <p:cNvSpPr>
            <a:spLocks xmlns:a="http://schemas.openxmlformats.org/drawingml/2006/main" noGrp="1"/>
          </p:cNvSpPr>
          <p:nvPr/>
        </p:nvSpPr>
        <p:spPr>
          <a:xfrm xmlns:a="http://schemas.openxmlformats.org/drawingml/2006/main">
            <a:off x="628650" y="5962650"/>
            <a:ext cx="1085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0">
                <a:solidFill>
                  <a:srgbClr val="526B70"/>
                </a:solidFill>
                <a:latin typeface="Arial"/>
                <a:ea typeface="Arial"/>
                <a:cs typeface="Arial"/>
              </a:defRPr>
            </a:defPPr>
            <a:lvl1pPr algn="l">
              <a:buNone/>
              <a:defRPr sz="900" b="0">
                <a:solidFill>
                  <a:srgbClr val="50636A"/>
                </a:solidFill>
                <a:latin typeface="Arial"/>
                <a:ea typeface="Arial"/>
                <a:cs typeface="Arial"/>
              </a:defRPr>
            </a:lvl1pPr>
            <a:lvl2pPr algn="l">
              <a:buNone/>
              <a:defRPr sz="900" b="0">
                <a:solidFill>
                  <a:srgbClr val="50636A"/>
                </a:solidFill>
                <a:latin typeface="Arial"/>
                <a:ea typeface="Arial"/>
                <a:cs typeface="Arial"/>
              </a:defRPr>
            </a:lvl2pPr>
            <a:lvl3pPr algn="l">
              <a:buNone/>
              <a:defRPr sz="900" b="0">
                <a:solidFill>
                  <a:srgbClr val="50636A"/>
                </a:solidFill>
                <a:latin typeface="Arial"/>
                <a:ea typeface="Arial"/>
                <a:cs typeface="Arial"/>
              </a:defRPr>
            </a:lvl3pPr>
            <a:lvl4pPr algn="l">
              <a:buNone/>
              <a:defRPr sz="900" b="0">
                <a:solidFill>
                  <a:srgbClr val="50636A"/>
                </a:solidFill>
                <a:latin typeface="Arial"/>
                <a:ea typeface="Arial"/>
                <a:cs typeface="Arial"/>
              </a:defRPr>
            </a:lvl4pPr>
            <a:lvl5pPr algn="l">
              <a:buNone/>
              <a:defRPr sz="900" b="0">
                <a:solidFill>
                  <a:srgbClr val="50636A"/>
                </a:solidFill>
                <a:latin typeface="Arial"/>
                <a:ea typeface="Arial"/>
                <a:cs typeface="Arial"/>
              </a:defRPr>
            </a:lvl5pPr>
            <a:lvl6pPr algn="l">
              <a:buNone/>
              <a:defRPr sz="900" b="0">
                <a:solidFill>
                  <a:srgbClr val="50636A"/>
                </a:solidFill>
                <a:latin typeface="Arial"/>
                <a:ea typeface="Arial"/>
                <a:cs typeface="Arial"/>
              </a:defRPr>
            </a:lvl6pPr>
            <a:lvl7pPr algn="l">
              <a:buNone/>
              <a:defRPr sz="900" b="0">
                <a:solidFill>
                  <a:srgbClr val="50636A"/>
                </a:solidFill>
                <a:latin typeface="Arial"/>
                <a:ea typeface="Arial"/>
                <a:cs typeface="Arial"/>
              </a:defRPr>
            </a:lvl7pPr>
            <a:lvl8pPr algn="l">
              <a:buNone/>
              <a:defRPr sz="900" b="0">
                <a:solidFill>
                  <a:srgbClr val="50636A"/>
                </a:solidFill>
                <a:latin typeface="Arial"/>
                <a:ea typeface="Arial"/>
                <a:cs typeface="Arial"/>
              </a:defRPr>
            </a:lvl8pPr>
            <a:lvl9pPr algn="l">
              <a:buNone/>
              <a:defRPr sz="900" b="0">
                <a:solidFill>
                  <a:srgbClr val="50636A"/>
                </a:solidFill>
                <a:latin typeface="Arial"/>
                <a:ea typeface="Arial"/>
                <a:cs typeface="Arial"/>
              </a:defRPr>
            </a:lvl9pPr>
          </a:lstStyle>
          <a:p xmlns:a="http://schemas.openxmlformats.org/drawingml/2006/main">
            <a:pPr algn="l">
              <a:buNone/>
              <a:defRPr sz="900" b="0">
                <a:solidFill>
                  <a:srgbClr val="526B70"/>
                </a:solidFill>
                <a:latin typeface="Arial"/>
                <a:ea typeface="Arial"/>
                <a:cs typeface="Arial"/>
              </a:defRPr>
            </a:pPr>
            <a:r>
              <a:rPr sz="1050" b="0">
                <a:solidFill>
                  <a:srgbClr val="526B70"/>
                </a:solidFill>
                <a:latin typeface="Arial"/>
                <a:ea typeface="Arial"/>
                <a:cs typeface="Arial"/>
              </a:rPr>
              <a:t>R1 nối tiếp; R2 và C1 song song từ N1 xuống GND. Mỗi bo dùng cáp USB riêng.</a:t>
            </a:r>
          </a:p>
        </p:txBody>
      </p:sp>
      <p:sp>
        <p:nvSpPr>
          <p:cNvPr id="110" name="slide-1-page">
            <a:extLst xmlns:a="http://schemas.openxmlformats.org/drawingml/2006/main">
              <a:ext uri="{FF2B5EF4-FFF2-40B4-BE49-F238E27FC236}">
                <a16:creationId xmlns:a16="http://schemas.microsoft.com/office/drawing/2014/main" id="{DEFC5888-23D0-4267-B57D-343A31C7814C}"/>
              </a:ext>
            </a:extLst>
          </p:cNvPr>
          <p:cNvSpPr>
            <a:spLocks xmlns:a="http://schemas.openxmlformats.org/drawingml/2006/main" noGrp="1"/>
          </p:cNvSpPr>
          <p:nvPr/>
        </p:nvSpPr>
        <p:spPr>
          <a:xfrm xmlns:a="http://schemas.openxmlformats.org/drawingml/2006/main">
            <a:off x="10620375" y="6429375"/>
            <a:ext cx="8667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900" b="1">
                <a:solidFill>
                  <a:srgbClr val="007F74"/>
                </a:solidFill>
                <a:latin typeface="Arial"/>
                <a:ea typeface="Arial"/>
                <a:cs typeface="Arial"/>
              </a:defRPr>
            </a:defPPr>
            <a:lvl1pPr algn="r">
              <a:buNone/>
              <a:defRPr sz="900" b="1">
                <a:solidFill>
                  <a:srgbClr val="0B786F"/>
                </a:solidFill>
                <a:latin typeface="Arial"/>
                <a:ea typeface="Arial"/>
                <a:cs typeface="Arial"/>
              </a:defRPr>
            </a:lvl1pPr>
            <a:lvl2pPr algn="r">
              <a:buNone/>
              <a:defRPr sz="900" b="1">
                <a:solidFill>
                  <a:srgbClr val="0B786F"/>
                </a:solidFill>
                <a:latin typeface="Arial"/>
                <a:ea typeface="Arial"/>
                <a:cs typeface="Arial"/>
              </a:defRPr>
            </a:lvl2pPr>
            <a:lvl3pPr algn="r">
              <a:buNone/>
              <a:defRPr sz="900" b="1">
                <a:solidFill>
                  <a:srgbClr val="0B786F"/>
                </a:solidFill>
                <a:latin typeface="Arial"/>
                <a:ea typeface="Arial"/>
                <a:cs typeface="Arial"/>
              </a:defRPr>
            </a:lvl3pPr>
            <a:lvl4pPr algn="r">
              <a:buNone/>
              <a:defRPr sz="900" b="1">
                <a:solidFill>
                  <a:srgbClr val="0B786F"/>
                </a:solidFill>
                <a:latin typeface="Arial"/>
                <a:ea typeface="Arial"/>
                <a:cs typeface="Arial"/>
              </a:defRPr>
            </a:lvl4pPr>
            <a:lvl5pPr algn="r">
              <a:buNone/>
              <a:defRPr sz="900" b="1">
                <a:solidFill>
                  <a:srgbClr val="0B786F"/>
                </a:solidFill>
                <a:latin typeface="Arial"/>
                <a:ea typeface="Arial"/>
                <a:cs typeface="Arial"/>
              </a:defRPr>
            </a:lvl5pPr>
            <a:lvl6pPr algn="r">
              <a:buNone/>
              <a:defRPr sz="900" b="1">
                <a:solidFill>
                  <a:srgbClr val="0B786F"/>
                </a:solidFill>
                <a:latin typeface="Arial"/>
                <a:ea typeface="Arial"/>
                <a:cs typeface="Arial"/>
              </a:defRPr>
            </a:lvl6pPr>
            <a:lvl7pPr algn="r">
              <a:buNone/>
              <a:defRPr sz="900" b="1">
                <a:solidFill>
                  <a:srgbClr val="0B786F"/>
                </a:solidFill>
                <a:latin typeface="Arial"/>
                <a:ea typeface="Arial"/>
                <a:cs typeface="Arial"/>
              </a:defRPr>
            </a:lvl7pPr>
            <a:lvl8pPr algn="r">
              <a:buNone/>
              <a:defRPr sz="900" b="1">
                <a:solidFill>
                  <a:srgbClr val="0B786F"/>
                </a:solidFill>
                <a:latin typeface="Arial"/>
                <a:ea typeface="Arial"/>
                <a:cs typeface="Arial"/>
              </a:defRPr>
            </a:lvl8pPr>
            <a:lvl9pPr algn="r">
              <a:buNone/>
              <a:defRPr sz="900" b="1">
                <a:solidFill>
                  <a:srgbClr val="0B786F"/>
                </a:solidFill>
                <a:latin typeface="Arial"/>
                <a:ea typeface="Arial"/>
                <a:cs typeface="Arial"/>
              </a:defRPr>
            </a:lvl9pPr>
          </a:lstStyle>
          <a:p xmlns:a="http://schemas.openxmlformats.org/drawingml/2006/main">
            <a:pPr algn="r">
              <a:buNone/>
              <a:defRPr sz="900" b="1">
                <a:solidFill>
                  <a:srgbClr val="0B786F"/>
                </a:solidFill>
                <a:latin typeface="Arial"/>
                <a:ea typeface="Arial"/>
                <a:cs typeface="Arial"/>
              </a:defRPr>
            </a:pPr>
            <a:r>
              <a:rPr sz="900" b="1">
                <a:solidFill>
                  <a:srgbClr val="007F74"/>
                </a:solidFill>
                <a:latin typeface="Arial"/>
                <a:ea typeface="Arial"/>
                <a:cs typeface="Arial"/>
              </a:rPr>
              <a:t>01 / 03</a:t>
            </a:r>
          </a:p>
        </p:txBody>
      </p:sp>
    </p:spTree>
    <p:extLst>
      <p:ext uri="{BB962C8B-B14F-4D97-AF65-F5344CB8AC3E}">
        <p14:creationId xmlns:p14="http://schemas.microsoft.com/office/powerpoint/2010/main" val="696522489"/>
      </p:ext>
    </p:extLst>
  </p:cSld>
</p:sld>
</file>

<file path=ppt/slides/slide2.xml><?xml version="1.0" encoding="utf-8"?>
<p:sld xmlns:p="http://schemas.openxmlformats.org/presentationml/2006/main">
  <p:cSld>
    <p:bg>
      <p:bgPr>
        <a:solidFill xmlns:a="http://schemas.openxmlformats.org/drawingml/2006/main">
          <a:srgbClr val="FCFDFB"/>
        </a:solidFill>
      </p:bgPr>
    </p:bg>
    <p:spTree>
      <p:nvGrpSpPr>
        <p:cNvPr id="1" name=""/>
        <p:cNvGrpSpPr/>
        <p:nvPr/>
      </p:nvGrpSpPr>
      <p:grpSpPr>
        <a:xfrm xmlns:a="http://schemas.openxmlformats.org/drawingml/2006/main"/>
      </p:grpSpPr>
      <p:sp>
        <p:nvSpPr>
          <p:cNvPr id="9" name="slide-2-title">
            <a:extLst xmlns:a="http://schemas.openxmlformats.org/drawingml/2006/main">
              <a:ext uri="{FF2B5EF4-FFF2-40B4-BE49-F238E27FC236}">
                <a16:creationId xmlns:a16="http://schemas.microsoft.com/office/drawing/2014/main" id="{034C72CA-02EE-498E-B864-E62DFBC6D4EB}"/>
              </a:ext>
            </a:extLst>
          </p:cNvPr>
          <p:cNvSpPr>
            <a:spLocks xmlns:a="http://schemas.openxmlformats.org/drawingml/2006/main" noGrp="1"/>
          </p:cNvSpPr>
          <p:nvPr/>
        </p:nvSpPr>
        <p:spPr>
          <a:xfrm xmlns:a="http://schemas.openxmlformats.org/drawingml/2006/main">
            <a:off x="609600" y="36195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3300" b="1">
                <a:solidFill>
                  <a:srgbClr val="122F38"/>
                </a:solidFill>
                <a:latin typeface="Arial"/>
                <a:ea typeface="Arial"/>
                <a:cs typeface="Arial"/>
              </a:defRPr>
            </a:defPPr>
            <a:lvl1pPr algn="l">
              <a:buNone/>
              <a:defRPr sz="2700" b="1">
                <a:solidFill>
                  <a:srgbClr val="11232B"/>
                </a:solidFill>
                <a:latin typeface="Arial"/>
                <a:ea typeface="Arial"/>
                <a:cs typeface="Arial"/>
              </a:defRPr>
            </a:lvl1pPr>
            <a:lvl2pPr algn="l">
              <a:buNone/>
              <a:defRPr sz="2700" b="1">
                <a:solidFill>
                  <a:srgbClr val="11232B"/>
                </a:solidFill>
                <a:latin typeface="Arial"/>
                <a:ea typeface="Arial"/>
                <a:cs typeface="Arial"/>
              </a:defRPr>
            </a:lvl2pPr>
            <a:lvl3pPr algn="l">
              <a:buNone/>
              <a:defRPr sz="2700" b="1">
                <a:solidFill>
                  <a:srgbClr val="11232B"/>
                </a:solidFill>
                <a:latin typeface="Arial"/>
                <a:ea typeface="Arial"/>
                <a:cs typeface="Arial"/>
              </a:defRPr>
            </a:lvl3pPr>
            <a:lvl4pPr algn="l">
              <a:buNone/>
              <a:defRPr sz="2700" b="1">
                <a:solidFill>
                  <a:srgbClr val="11232B"/>
                </a:solidFill>
                <a:latin typeface="Arial"/>
                <a:ea typeface="Arial"/>
                <a:cs typeface="Arial"/>
              </a:defRPr>
            </a:lvl4pPr>
            <a:lvl5pPr algn="l">
              <a:buNone/>
              <a:defRPr sz="2700" b="1">
                <a:solidFill>
                  <a:srgbClr val="11232B"/>
                </a:solidFill>
                <a:latin typeface="Arial"/>
                <a:ea typeface="Arial"/>
                <a:cs typeface="Arial"/>
              </a:defRPr>
            </a:lvl5pPr>
            <a:lvl6pPr algn="l">
              <a:buNone/>
              <a:defRPr sz="2700" b="1">
                <a:solidFill>
                  <a:srgbClr val="11232B"/>
                </a:solidFill>
                <a:latin typeface="Arial"/>
                <a:ea typeface="Arial"/>
                <a:cs typeface="Arial"/>
              </a:defRPr>
            </a:lvl6pPr>
            <a:lvl7pPr algn="l">
              <a:buNone/>
              <a:defRPr sz="2700" b="1">
                <a:solidFill>
                  <a:srgbClr val="11232B"/>
                </a:solidFill>
                <a:latin typeface="Arial"/>
                <a:ea typeface="Arial"/>
                <a:cs typeface="Arial"/>
              </a:defRPr>
            </a:lvl7pPr>
            <a:lvl8pPr algn="l">
              <a:buNone/>
              <a:defRPr sz="2700" b="1">
                <a:solidFill>
                  <a:srgbClr val="11232B"/>
                </a:solidFill>
                <a:latin typeface="Arial"/>
                <a:ea typeface="Arial"/>
                <a:cs typeface="Arial"/>
              </a:defRPr>
            </a:lvl8pPr>
            <a:lvl9pPr algn="l">
              <a:buNone/>
              <a:defRPr sz="2700" b="1">
                <a:solidFill>
                  <a:srgbClr val="11232B"/>
                </a:solidFill>
                <a:latin typeface="Arial"/>
                <a:ea typeface="Arial"/>
                <a:cs typeface="Arial"/>
              </a:defRPr>
            </a:lvl9pPr>
          </a:lstStyle>
          <a:p xmlns:a="http://schemas.openxmlformats.org/drawingml/2006/main">
            <a:pPr algn="l">
              <a:buNone/>
              <a:defRPr sz="3300" b="1">
                <a:solidFill>
                  <a:srgbClr val="122F38"/>
                </a:solidFill>
                <a:latin typeface="Arial"/>
                <a:ea typeface="Arial"/>
                <a:cs typeface="Arial"/>
              </a:defRPr>
            </a:pPr>
            <a:r>
              <a:rPr sz="3300" b="1">
                <a:solidFill>
                  <a:srgbClr val="122F38"/>
                </a:solidFill>
                <a:latin typeface="Arial"/>
                <a:ea typeface="Arial"/>
                <a:cs typeface="Arial"/>
              </a:rPr>
              <a:t>Phần cứng cần mua</a:t>
            </a:r>
          </a:p>
        </p:txBody>
      </p:sp>
      <p:sp>
        <p:nvSpPr>
          <p:cNvPr id="2" name="slide-2-strap">
            <a:extLst xmlns:a="http://schemas.openxmlformats.org/drawingml/2006/main">
              <a:ext uri="{FF2B5EF4-FFF2-40B4-BE49-F238E27FC236}">
                <a16:creationId xmlns:a16="http://schemas.microsoft.com/office/drawing/2014/main" id="{CCDA945B-098C-40A1-92CD-26DC4E042504}"/>
              </a:ext>
            </a:extLst>
          </p:cNvPr>
          <p:cNvSpPr>
            <a:spLocks xmlns:a="http://schemas.openxmlformats.org/drawingml/2006/main" noGrp="1"/>
          </p:cNvSpPr>
          <p:nvPr/>
        </p:nvSpPr>
        <p:spPr>
          <a:xfrm xmlns:a="http://schemas.openxmlformats.org/drawingml/2006/main">
            <a:off x="628650" y="923925"/>
            <a:ext cx="1047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0">
                <a:solidFill>
                  <a:srgbClr val="526B70"/>
                </a:solidFill>
                <a:latin typeface="Arial"/>
                <a:ea typeface="Arial"/>
                <a:cs typeface="Arial"/>
              </a:defRPr>
            </a:defPPr>
            <a:lvl1pPr algn="l">
              <a:buNone/>
              <a:defRPr sz="1275" b="0">
                <a:solidFill>
                  <a:srgbClr val="50636A"/>
                </a:solidFill>
                <a:latin typeface="Arial"/>
                <a:ea typeface="Arial"/>
                <a:cs typeface="Arial"/>
              </a:defRPr>
            </a:lvl1pPr>
            <a:lvl2pPr algn="l">
              <a:buNone/>
              <a:defRPr sz="1275" b="0">
                <a:solidFill>
                  <a:srgbClr val="50636A"/>
                </a:solidFill>
                <a:latin typeface="Arial"/>
                <a:ea typeface="Arial"/>
                <a:cs typeface="Arial"/>
              </a:defRPr>
            </a:lvl2pPr>
            <a:lvl3pPr algn="l">
              <a:buNone/>
              <a:defRPr sz="1275" b="0">
                <a:solidFill>
                  <a:srgbClr val="50636A"/>
                </a:solidFill>
                <a:latin typeface="Arial"/>
                <a:ea typeface="Arial"/>
                <a:cs typeface="Arial"/>
              </a:defRPr>
            </a:lvl3pPr>
            <a:lvl4pPr algn="l">
              <a:buNone/>
              <a:defRPr sz="1275" b="0">
                <a:solidFill>
                  <a:srgbClr val="50636A"/>
                </a:solidFill>
                <a:latin typeface="Arial"/>
                <a:ea typeface="Arial"/>
                <a:cs typeface="Arial"/>
              </a:defRPr>
            </a:lvl4pPr>
            <a:lvl5pPr algn="l">
              <a:buNone/>
              <a:defRPr sz="1275" b="0">
                <a:solidFill>
                  <a:srgbClr val="50636A"/>
                </a:solidFill>
                <a:latin typeface="Arial"/>
                <a:ea typeface="Arial"/>
                <a:cs typeface="Arial"/>
              </a:defRPr>
            </a:lvl5pPr>
            <a:lvl6pPr algn="l">
              <a:buNone/>
              <a:defRPr sz="1275" b="0">
                <a:solidFill>
                  <a:srgbClr val="50636A"/>
                </a:solidFill>
                <a:latin typeface="Arial"/>
                <a:ea typeface="Arial"/>
                <a:cs typeface="Arial"/>
              </a:defRPr>
            </a:lvl6pPr>
            <a:lvl7pPr algn="l">
              <a:buNone/>
              <a:defRPr sz="1275" b="0">
                <a:solidFill>
                  <a:srgbClr val="50636A"/>
                </a:solidFill>
                <a:latin typeface="Arial"/>
                <a:ea typeface="Arial"/>
                <a:cs typeface="Arial"/>
              </a:defRPr>
            </a:lvl7pPr>
            <a:lvl8pPr algn="l">
              <a:buNone/>
              <a:defRPr sz="1275" b="0">
                <a:solidFill>
                  <a:srgbClr val="50636A"/>
                </a:solidFill>
                <a:latin typeface="Arial"/>
                <a:ea typeface="Arial"/>
                <a:cs typeface="Arial"/>
              </a:defRPr>
            </a:lvl8pPr>
            <a:lvl9pPr algn="l">
              <a:buNone/>
              <a:defRPr sz="1275" b="0">
                <a:solidFill>
                  <a:srgbClr val="50636A"/>
                </a:solidFill>
                <a:latin typeface="Arial"/>
                <a:ea typeface="Arial"/>
                <a:cs typeface="Arial"/>
              </a:defRPr>
            </a:lvl9pPr>
          </a:lstStyle>
          <a:p xmlns:a="http://schemas.openxmlformats.org/drawingml/2006/main">
            <a:pPr algn="l">
              <a:buNone/>
              <a:defRPr sz="1275" b="0">
                <a:solidFill>
                  <a:srgbClr val="526B70"/>
                </a:solidFill>
                <a:latin typeface="Arial"/>
                <a:ea typeface="Arial"/>
                <a:cs typeface="Arial"/>
              </a:defRPr>
            </a:pPr>
            <a:r>
              <a:rPr sz="1425" b="0">
                <a:solidFill>
                  <a:srgbClr val="526B70"/>
                </a:solidFill>
                <a:latin typeface="Arial"/>
                <a:ea typeface="Arial"/>
                <a:cs typeface="Arial"/>
              </a:rPr>
              <a:t>01 bộ tối thiểu, giá chưa gồm vận chuyển</a:t>
            </a:r>
          </a:p>
        </p:txBody>
      </p:sp>
      <p:sp>
        <p:nvSpPr>
          <p:cNvPr id="3" name="slide-2-header-rule">
            <a:extLst xmlns:a="http://schemas.openxmlformats.org/drawingml/2006/main">
              <a:ext uri="{FF2B5EF4-FFF2-40B4-BE49-F238E27FC236}">
                <a16:creationId xmlns:a16="http://schemas.microsoft.com/office/drawing/2014/main" id="{BAF0D8F7-92C0-4F5A-B8B6-EB5AA020A098}"/>
              </a:ext>
            </a:extLst>
          </p:cNvPr>
          <p:cNvSpPr>
            <a:spLocks xmlns:a="http://schemas.openxmlformats.org/drawingml/2006/main" noGrp="1"/>
          </p:cNvSpPr>
          <p:nvPr/>
        </p:nvSpPr>
        <p:spPr>
          <a:xfrm xmlns:a="http://schemas.openxmlformats.org/drawingml/2006/main">
            <a:off x="609600" y="1304925"/>
            <a:ext cx="10972800" cy="9525"/>
          </a:xfrm>
          <a:prstGeom xmlns:a="http://schemas.openxmlformats.org/drawingml/2006/main" prst="line">
            <a:avLst/>
          </a:prstGeom>
          <a:noFill xmlns:a="http://schemas.openxmlformats.org/drawingml/2006/main"/>
          <a:ln xmlns:a="http://schemas.openxmlformats.org/drawingml/2006/main" w="9525">
            <a:solidFill>
              <a:srgbClr val="DCE6E1"/>
            </a:solidFill>
            <a:prstDash val="solid"/>
          </a:ln>
        </p:spPr>
      </p:sp>
      <p:sp>
        <p:nvSpPr>
          <p:cNvPr id="4" name="slide-2-index">
            <a:extLst xmlns:a="http://schemas.openxmlformats.org/drawingml/2006/main">
              <a:ext uri="{FF2B5EF4-FFF2-40B4-BE49-F238E27FC236}">
                <a16:creationId xmlns:a16="http://schemas.microsoft.com/office/drawing/2014/main" id="{0E90741F-3021-4065-B55B-F9CAB1157E1A}"/>
              </a:ext>
            </a:extLst>
          </p:cNvPr>
          <p:cNvSpPr>
            <a:spLocks xmlns:a="http://schemas.openxmlformats.org/drawingml/2006/main" noGrp="1"/>
          </p:cNvSpPr>
          <p:nvPr/>
        </p:nvSpPr>
        <p:spPr>
          <a:xfrm xmlns:a="http://schemas.openxmlformats.org/drawingml/2006/main">
            <a:off x="628650" y="64389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66818A"/>
                </a:solidFill>
                <a:latin typeface="Arial"/>
                <a:ea typeface="Arial"/>
                <a:cs typeface="Arial"/>
              </a:defRPr>
            </a:defPPr>
            <a:lvl1pPr algn="l">
              <a:buNone/>
              <a:defRPr sz="825" b="1">
                <a:solidFill>
                  <a:srgbClr val="50636A"/>
                </a:solidFill>
                <a:latin typeface="Arial"/>
                <a:ea typeface="Arial"/>
                <a:cs typeface="Arial"/>
              </a:defRPr>
            </a:lvl1pPr>
            <a:lvl2pPr algn="l">
              <a:buNone/>
              <a:defRPr sz="825" b="1">
                <a:solidFill>
                  <a:srgbClr val="50636A"/>
                </a:solidFill>
                <a:latin typeface="Arial"/>
                <a:ea typeface="Arial"/>
                <a:cs typeface="Arial"/>
              </a:defRPr>
            </a:lvl2pPr>
            <a:lvl3pPr algn="l">
              <a:buNone/>
              <a:defRPr sz="825" b="1">
                <a:solidFill>
                  <a:srgbClr val="50636A"/>
                </a:solidFill>
                <a:latin typeface="Arial"/>
                <a:ea typeface="Arial"/>
                <a:cs typeface="Arial"/>
              </a:defRPr>
            </a:lvl3pPr>
            <a:lvl4pPr algn="l">
              <a:buNone/>
              <a:defRPr sz="825" b="1">
                <a:solidFill>
                  <a:srgbClr val="50636A"/>
                </a:solidFill>
                <a:latin typeface="Arial"/>
                <a:ea typeface="Arial"/>
                <a:cs typeface="Arial"/>
              </a:defRPr>
            </a:lvl4pPr>
            <a:lvl5pPr algn="l">
              <a:buNone/>
              <a:defRPr sz="825" b="1">
                <a:solidFill>
                  <a:srgbClr val="50636A"/>
                </a:solidFill>
                <a:latin typeface="Arial"/>
                <a:ea typeface="Arial"/>
                <a:cs typeface="Arial"/>
              </a:defRPr>
            </a:lvl5pPr>
            <a:lvl6pPr algn="l">
              <a:buNone/>
              <a:defRPr sz="825" b="1">
                <a:solidFill>
                  <a:srgbClr val="50636A"/>
                </a:solidFill>
                <a:latin typeface="Arial"/>
                <a:ea typeface="Arial"/>
                <a:cs typeface="Arial"/>
              </a:defRPr>
            </a:lvl6pPr>
            <a:lvl7pPr algn="l">
              <a:buNone/>
              <a:defRPr sz="825" b="1">
                <a:solidFill>
                  <a:srgbClr val="50636A"/>
                </a:solidFill>
                <a:latin typeface="Arial"/>
                <a:ea typeface="Arial"/>
                <a:cs typeface="Arial"/>
              </a:defRPr>
            </a:lvl7pPr>
            <a:lvl8pPr algn="l">
              <a:buNone/>
              <a:defRPr sz="825" b="1">
                <a:solidFill>
                  <a:srgbClr val="50636A"/>
                </a:solidFill>
                <a:latin typeface="Arial"/>
                <a:ea typeface="Arial"/>
                <a:cs typeface="Arial"/>
              </a:defRPr>
            </a:lvl8pPr>
            <a:lvl9pPr algn="l">
              <a:buNone/>
              <a:defRPr sz="825" b="1">
                <a:solidFill>
                  <a:srgbClr val="50636A"/>
                </a:solidFill>
                <a:latin typeface="Arial"/>
                <a:ea typeface="Arial"/>
                <a:cs typeface="Arial"/>
              </a:defRPr>
            </a:lvl9pPr>
          </a:lstStyle>
          <a:p xmlns:a="http://schemas.openxmlformats.org/drawingml/2006/main">
            <a:pPr algn="l">
              <a:buNone/>
              <a:defRPr sz="825" b="1">
                <a:solidFill>
                  <a:srgbClr val="6A8585"/>
                </a:solidFill>
                <a:latin typeface="Arial"/>
                <a:ea typeface="Arial"/>
                <a:cs typeface="Arial"/>
              </a:defRPr>
            </a:pPr>
            <a:r>
              <a:rPr sz="825" b="1">
                <a:solidFill>
                  <a:srgbClr val="66818A"/>
                </a:solidFill>
                <a:latin typeface="Arial"/>
                <a:ea typeface="Arial"/>
                <a:cs typeface="Arial"/>
              </a:rPr>
              <a:t>RELYFETAL  /  HIL</a:t>
            </a:r>
          </a:p>
        </p:txBody>
      </p:sp>
      <p:sp>
        <p:nvSpPr>
          <p:cNvPr id="6" name="purchase-note">
            <a:extLst xmlns:a="http://schemas.openxmlformats.org/drawingml/2006/main">
              <a:ext uri="{FF2B5EF4-FFF2-40B4-BE49-F238E27FC236}">
                <a16:creationId xmlns:a16="http://schemas.microsoft.com/office/drawing/2014/main" id="{92C4DCEE-4399-445B-82AC-D8E9F347D46B}"/>
              </a:ext>
            </a:extLst>
          </p:cNvPr>
          <p:cNvSpPr>
            <a:spLocks xmlns:a="http://schemas.openxmlformats.org/drawingml/2006/main" noGrp="1"/>
          </p:cNvSpPr>
          <p:nvPr/>
        </p:nvSpPr>
        <p:spPr>
          <a:xfrm xmlns:a="http://schemas.openxmlformats.org/drawingml/2006/main">
            <a:off x="628650" y="5143500"/>
            <a:ext cx="10868025" cy="1009650"/>
          </a:xfrm>
          <a:prstGeom xmlns:a="http://schemas.openxmlformats.org/drawingml/2006/main" prst="roundRect">
            <a:avLst>
              <a:gd name="adj" fmla="val 8527"/>
            </a:avLst>
          </a:prstGeom>
          <a:noFill xmlns:a="http://schemas.openxmlformats.org/drawingml/2006/main"/>
          <a:ln xmlns:a="http://schemas.openxmlformats.org/drawingml/2006/main" w="0">
            <a:noFill/>
          </a:ln>
        </p:spPr>
      </p:sp>
      <p:sp>
        <p:nvSpPr>
          <p:cNvPr id="7" name="purchase-note-heading">
            <a:extLst xmlns:a="http://schemas.openxmlformats.org/drawingml/2006/main">
              <a:ext uri="{FF2B5EF4-FFF2-40B4-BE49-F238E27FC236}">
                <a16:creationId xmlns:a16="http://schemas.microsoft.com/office/drawing/2014/main" id="{A64D5465-0234-45C9-9C49-6C9C84652075}"/>
              </a:ext>
            </a:extLst>
          </p:cNvPr>
          <p:cNvSpPr>
            <a:spLocks xmlns:a="http://schemas.openxmlformats.org/drawingml/2006/main" noGrp="1"/>
          </p:cNvSpPr>
          <p:nvPr/>
        </p:nvSpPr>
        <p:spPr>
          <a:xfrm xmlns:a="http://schemas.openxmlformats.org/drawingml/2006/main">
            <a:off x="628650" y="5610225"/>
            <a:ext cx="10477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25" b="1">
                <a:solidFill>
                  <a:srgbClr val="007F74"/>
                </a:solidFill>
                <a:latin typeface="Arial"/>
                <a:ea typeface="Arial"/>
                <a:cs typeface="Arial"/>
              </a:defRPr>
            </a:defPPr>
            <a:lvl1pPr algn="l">
              <a:buNone/>
              <a:defRPr sz="975" b="1">
                <a:solidFill>
                  <a:srgbClr val="C84B42"/>
                </a:solidFill>
                <a:latin typeface="Arial"/>
                <a:ea typeface="Arial"/>
                <a:cs typeface="Arial"/>
              </a:defRPr>
            </a:lvl1pPr>
            <a:lvl2pPr algn="l">
              <a:buNone/>
              <a:defRPr sz="975" b="1">
                <a:solidFill>
                  <a:srgbClr val="C84B42"/>
                </a:solidFill>
                <a:latin typeface="Arial"/>
                <a:ea typeface="Arial"/>
                <a:cs typeface="Arial"/>
              </a:defRPr>
            </a:lvl2pPr>
            <a:lvl3pPr algn="l">
              <a:buNone/>
              <a:defRPr sz="975" b="1">
                <a:solidFill>
                  <a:srgbClr val="C84B42"/>
                </a:solidFill>
                <a:latin typeface="Arial"/>
                <a:ea typeface="Arial"/>
                <a:cs typeface="Arial"/>
              </a:defRPr>
            </a:lvl3pPr>
            <a:lvl4pPr algn="l">
              <a:buNone/>
              <a:defRPr sz="975" b="1">
                <a:solidFill>
                  <a:srgbClr val="C84B42"/>
                </a:solidFill>
                <a:latin typeface="Arial"/>
                <a:ea typeface="Arial"/>
                <a:cs typeface="Arial"/>
              </a:defRPr>
            </a:lvl4pPr>
            <a:lvl5pPr algn="l">
              <a:buNone/>
              <a:defRPr sz="975" b="1">
                <a:solidFill>
                  <a:srgbClr val="C84B42"/>
                </a:solidFill>
                <a:latin typeface="Arial"/>
                <a:ea typeface="Arial"/>
                <a:cs typeface="Arial"/>
              </a:defRPr>
            </a:lvl5pPr>
            <a:lvl6pPr algn="l">
              <a:buNone/>
              <a:defRPr sz="975" b="1">
                <a:solidFill>
                  <a:srgbClr val="C84B42"/>
                </a:solidFill>
                <a:latin typeface="Arial"/>
                <a:ea typeface="Arial"/>
                <a:cs typeface="Arial"/>
              </a:defRPr>
            </a:lvl6pPr>
            <a:lvl7pPr algn="l">
              <a:buNone/>
              <a:defRPr sz="975" b="1">
                <a:solidFill>
                  <a:srgbClr val="C84B42"/>
                </a:solidFill>
                <a:latin typeface="Arial"/>
                <a:ea typeface="Arial"/>
                <a:cs typeface="Arial"/>
              </a:defRPr>
            </a:lvl7pPr>
            <a:lvl8pPr algn="l">
              <a:buNone/>
              <a:defRPr sz="975" b="1">
                <a:solidFill>
                  <a:srgbClr val="C84B42"/>
                </a:solidFill>
                <a:latin typeface="Arial"/>
                <a:ea typeface="Arial"/>
                <a:cs typeface="Arial"/>
              </a:defRPr>
            </a:lvl8pPr>
            <a:lvl9pPr algn="l">
              <a:buNone/>
              <a:defRPr sz="975" b="1">
                <a:solidFill>
                  <a:srgbClr val="C84B42"/>
                </a:solidFill>
                <a:latin typeface="Arial"/>
                <a:ea typeface="Arial"/>
                <a:cs typeface="Arial"/>
              </a:defRPr>
            </a:lvl9pPr>
          </a:lstStyle>
          <a:p xmlns:a="http://schemas.openxmlformats.org/drawingml/2006/main">
            <a:pPr algn="l">
              <a:buNone/>
              <a:defRPr sz="1125" b="1">
                <a:solidFill>
                  <a:srgbClr val="007F74"/>
                </a:solidFill>
                <a:latin typeface="Arial"/>
                <a:ea typeface="Arial"/>
                <a:cs typeface="Arial"/>
              </a:defRPr>
            </a:pPr>
            <a:r>
              <a:rPr sz="1125" b="1">
                <a:solidFill>
                  <a:srgbClr val="007F74"/>
                </a:solidFill>
                <a:latin typeface="Arial"/>
                <a:ea typeface="Arial"/>
                <a:cs typeface="Arial"/>
              </a:rPr>
              <a:t>MÔ PHỎNG RC</a:t>
            </a:r>
          </a:p>
        </p:txBody>
      </p:sp>
      <p:sp>
        <p:nvSpPr>
          <p:cNvPr id="8" name="purchase-note-copy">
            <a:extLst xmlns:a="http://schemas.openxmlformats.org/drawingml/2006/main">
              <a:ext uri="{FF2B5EF4-FFF2-40B4-BE49-F238E27FC236}">
                <a16:creationId xmlns:a16="http://schemas.microsoft.com/office/drawing/2014/main" id="{FF13BDD3-542A-43B0-A27D-5CE809F2CFE0}"/>
              </a:ext>
            </a:extLst>
          </p:cNvPr>
          <p:cNvSpPr>
            <a:spLocks xmlns:a="http://schemas.openxmlformats.org/drawingml/2006/main" noGrp="1"/>
          </p:cNvSpPr>
          <p:nvPr/>
        </p:nvSpPr>
        <p:spPr>
          <a:xfrm xmlns:a="http://schemas.openxmlformats.org/drawingml/2006/main">
            <a:off x="628650" y="5876925"/>
            <a:ext cx="108680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0">
                <a:solidFill>
                  <a:srgbClr val="5A7076"/>
                </a:solidFill>
                <a:latin typeface="Arial"/>
                <a:ea typeface="Arial"/>
                <a:cs typeface="Arial"/>
              </a:defRPr>
            </a:defPPr>
            <a:lvl1pPr algn="l">
              <a:buNone/>
              <a:defRPr sz="1200" b="0">
                <a:solidFill>
                  <a:srgbClr val="11232B"/>
                </a:solidFill>
                <a:latin typeface="Arial"/>
                <a:ea typeface="Arial"/>
                <a:cs typeface="Arial"/>
              </a:defRPr>
            </a:lvl1pPr>
            <a:lvl2pPr algn="l">
              <a:buNone/>
              <a:defRPr sz="1200" b="0">
                <a:solidFill>
                  <a:srgbClr val="11232B"/>
                </a:solidFill>
                <a:latin typeface="Arial"/>
                <a:ea typeface="Arial"/>
                <a:cs typeface="Arial"/>
              </a:defRPr>
            </a:lvl2pPr>
            <a:lvl3pPr algn="l">
              <a:buNone/>
              <a:defRPr sz="1200" b="0">
                <a:solidFill>
                  <a:srgbClr val="11232B"/>
                </a:solidFill>
                <a:latin typeface="Arial"/>
                <a:ea typeface="Arial"/>
                <a:cs typeface="Arial"/>
              </a:defRPr>
            </a:lvl3pPr>
            <a:lvl4pPr algn="l">
              <a:buNone/>
              <a:defRPr sz="1200" b="0">
                <a:solidFill>
                  <a:srgbClr val="11232B"/>
                </a:solidFill>
                <a:latin typeface="Arial"/>
                <a:ea typeface="Arial"/>
                <a:cs typeface="Arial"/>
              </a:defRPr>
            </a:lvl4pPr>
            <a:lvl5pPr algn="l">
              <a:buNone/>
              <a:defRPr sz="1200" b="0">
                <a:solidFill>
                  <a:srgbClr val="11232B"/>
                </a:solidFill>
                <a:latin typeface="Arial"/>
                <a:ea typeface="Arial"/>
                <a:cs typeface="Arial"/>
              </a:defRPr>
            </a:lvl5pPr>
            <a:lvl6pPr algn="l">
              <a:buNone/>
              <a:defRPr sz="1200" b="0">
                <a:solidFill>
                  <a:srgbClr val="11232B"/>
                </a:solidFill>
                <a:latin typeface="Arial"/>
                <a:ea typeface="Arial"/>
                <a:cs typeface="Arial"/>
              </a:defRPr>
            </a:lvl6pPr>
            <a:lvl7pPr algn="l">
              <a:buNone/>
              <a:defRPr sz="1200" b="0">
                <a:solidFill>
                  <a:srgbClr val="11232B"/>
                </a:solidFill>
                <a:latin typeface="Arial"/>
                <a:ea typeface="Arial"/>
                <a:cs typeface="Arial"/>
              </a:defRPr>
            </a:lvl7pPr>
            <a:lvl8pPr algn="l">
              <a:buNone/>
              <a:defRPr sz="1200" b="0">
                <a:solidFill>
                  <a:srgbClr val="11232B"/>
                </a:solidFill>
                <a:latin typeface="Arial"/>
                <a:ea typeface="Arial"/>
                <a:cs typeface="Arial"/>
              </a:defRPr>
            </a:lvl8pPr>
            <a:lvl9pPr algn="l">
              <a:buNone/>
              <a:defRPr sz="1200" b="0">
                <a:solidFill>
                  <a:srgbClr val="11232B"/>
                </a:solidFill>
                <a:latin typeface="Arial"/>
                <a:ea typeface="Arial"/>
                <a:cs typeface="Arial"/>
              </a:defRPr>
            </a:lvl9pPr>
          </a:lstStyle>
          <a:p xmlns:a="http://schemas.openxmlformats.org/drawingml/2006/main">
            <a:pPr algn="l">
              <a:buNone/>
              <a:defRPr sz="1350" b="0">
                <a:solidFill>
                  <a:srgbClr val="5A7076"/>
                </a:solidFill>
                <a:latin typeface="Arial"/>
                <a:ea typeface="Arial"/>
                <a:cs typeface="Arial"/>
              </a:defRPr>
            </a:pPr>
            <a:r>
              <a:rPr sz="1350" b="0">
                <a:solidFill>
                  <a:srgbClr val="5A7076"/>
                </a:solidFill>
                <a:latin typeface="Arial"/>
                <a:ea typeface="Arial"/>
                <a:cs typeface="Arial"/>
              </a:rPr>
              <a:t>Đỉnh ADC ≤2,84 V (R ±5%). Cần hiệu chuẩn ADC, đồng bộ mẫu và xác nhận gate trên bo.</a:t>
            </a:r>
          </a:p>
        </p:txBody>
      </p:sp>
      <p:sp>
        <p:nvSpPr>
          <p:cNvPr id="10" name="slide-2-page">
            <a:extLst xmlns:a="http://schemas.openxmlformats.org/drawingml/2006/main">
              <a:ext uri="{FF2B5EF4-FFF2-40B4-BE49-F238E27FC236}">
                <a16:creationId xmlns:a16="http://schemas.microsoft.com/office/drawing/2014/main" id="{CAAB1113-D6FE-4806-8569-47C209020F6F}"/>
              </a:ext>
            </a:extLst>
          </p:cNvPr>
          <p:cNvSpPr>
            <a:spLocks xmlns:a="http://schemas.openxmlformats.org/drawingml/2006/main" noGrp="1"/>
          </p:cNvSpPr>
          <p:nvPr/>
        </p:nvSpPr>
        <p:spPr>
          <a:xfrm xmlns:a="http://schemas.openxmlformats.org/drawingml/2006/main">
            <a:off x="10620375" y="6429375"/>
            <a:ext cx="8667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900" b="1">
                <a:solidFill>
                  <a:srgbClr val="007F74"/>
                </a:solidFill>
                <a:latin typeface="Arial"/>
                <a:ea typeface="Arial"/>
                <a:cs typeface="Arial"/>
              </a:defRPr>
            </a:defPPr>
            <a:lvl1pPr algn="r">
              <a:buNone/>
              <a:defRPr sz="900" b="1">
                <a:solidFill>
                  <a:srgbClr val="0B786F"/>
                </a:solidFill>
                <a:latin typeface="Arial"/>
                <a:ea typeface="Arial"/>
                <a:cs typeface="Arial"/>
              </a:defRPr>
            </a:lvl1pPr>
            <a:lvl2pPr algn="r">
              <a:buNone/>
              <a:defRPr sz="900" b="1">
                <a:solidFill>
                  <a:srgbClr val="0B786F"/>
                </a:solidFill>
                <a:latin typeface="Arial"/>
                <a:ea typeface="Arial"/>
                <a:cs typeface="Arial"/>
              </a:defRPr>
            </a:lvl2pPr>
            <a:lvl3pPr algn="r">
              <a:buNone/>
              <a:defRPr sz="900" b="1">
                <a:solidFill>
                  <a:srgbClr val="0B786F"/>
                </a:solidFill>
                <a:latin typeface="Arial"/>
                <a:ea typeface="Arial"/>
                <a:cs typeface="Arial"/>
              </a:defRPr>
            </a:lvl3pPr>
            <a:lvl4pPr algn="r">
              <a:buNone/>
              <a:defRPr sz="900" b="1">
                <a:solidFill>
                  <a:srgbClr val="0B786F"/>
                </a:solidFill>
                <a:latin typeface="Arial"/>
                <a:ea typeface="Arial"/>
                <a:cs typeface="Arial"/>
              </a:defRPr>
            </a:lvl4pPr>
            <a:lvl5pPr algn="r">
              <a:buNone/>
              <a:defRPr sz="900" b="1">
                <a:solidFill>
                  <a:srgbClr val="0B786F"/>
                </a:solidFill>
                <a:latin typeface="Arial"/>
                <a:ea typeface="Arial"/>
                <a:cs typeface="Arial"/>
              </a:defRPr>
            </a:lvl5pPr>
            <a:lvl6pPr algn="r">
              <a:buNone/>
              <a:defRPr sz="900" b="1">
                <a:solidFill>
                  <a:srgbClr val="0B786F"/>
                </a:solidFill>
                <a:latin typeface="Arial"/>
                <a:ea typeface="Arial"/>
                <a:cs typeface="Arial"/>
              </a:defRPr>
            </a:lvl6pPr>
            <a:lvl7pPr algn="r">
              <a:buNone/>
              <a:defRPr sz="900" b="1">
                <a:solidFill>
                  <a:srgbClr val="0B786F"/>
                </a:solidFill>
                <a:latin typeface="Arial"/>
                <a:ea typeface="Arial"/>
                <a:cs typeface="Arial"/>
              </a:defRPr>
            </a:lvl7pPr>
            <a:lvl8pPr algn="r">
              <a:buNone/>
              <a:defRPr sz="900" b="1">
                <a:solidFill>
                  <a:srgbClr val="0B786F"/>
                </a:solidFill>
                <a:latin typeface="Arial"/>
                <a:ea typeface="Arial"/>
                <a:cs typeface="Arial"/>
              </a:defRPr>
            </a:lvl8pPr>
            <a:lvl9pPr algn="r">
              <a:buNone/>
              <a:defRPr sz="900" b="1">
                <a:solidFill>
                  <a:srgbClr val="0B786F"/>
                </a:solidFill>
                <a:latin typeface="Arial"/>
                <a:ea typeface="Arial"/>
                <a:cs typeface="Arial"/>
              </a:defRPr>
            </a:lvl9pPr>
          </a:lstStyle>
          <a:p xmlns:a="http://schemas.openxmlformats.org/drawingml/2006/main">
            <a:pPr algn="r">
              <a:buNone/>
              <a:defRPr sz="900" b="1">
                <a:solidFill>
                  <a:srgbClr val="0B786F"/>
                </a:solidFill>
                <a:latin typeface="Arial"/>
                <a:ea typeface="Arial"/>
                <a:cs typeface="Arial"/>
              </a:defRPr>
            </a:pPr>
            <a:r>
              <a:rPr sz="900" b="1">
                <a:solidFill>
                  <a:srgbClr val="007F74"/>
                </a:solidFill>
                <a:latin typeface="Arial"/>
                <a:ea typeface="Arial"/>
                <a:cs typeface="Arial"/>
              </a:rPr>
              <a:t>02 / 03</a:t>
            </a:r>
          </a:p>
        </p:txBody>
      </p:sp>
      <p:sp>
        <p:nvSpPr>
          <p:cNvPr id="11" name="total-label">
            <a:extLst xmlns:a="http://schemas.openxmlformats.org/drawingml/2006/main">
              <a:ext uri="{FF2B5EF4-FFF2-40B4-BE49-F238E27FC236}">
                <a16:creationId xmlns:a16="http://schemas.microsoft.com/office/drawing/2014/main" id="{8A9DCF00-6D67-4B55-930A-192FF97EE27D}"/>
              </a:ext>
            </a:extLst>
          </p:cNvPr>
          <p:cNvSpPr>
            <a:spLocks xmlns:a="http://schemas.openxmlformats.org/drawingml/2006/main" noGrp="1"/>
          </p:cNvSpPr>
          <p:nvPr/>
        </p:nvSpPr>
        <p:spPr>
          <a:xfrm xmlns:a="http://schemas.openxmlformats.org/drawingml/2006/main">
            <a:off x="9001125" y="371475"/>
            <a:ext cx="2495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900" b="1">
                <a:solidFill>
                  <a:srgbClr val="5A7076"/>
                </a:solidFill>
                <a:latin typeface="Arial"/>
                <a:ea typeface="Arial"/>
                <a:cs typeface="Arial"/>
              </a:defRPr>
            </a:defPPr>
            <a:lvl1pPr algn="r">
              <a:buNone/>
              <a:defRPr sz="825" b="1">
                <a:solidFill>
                  <a:srgbClr val="526B70"/>
                </a:solidFill>
                <a:latin typeface="Arial"/>
                <a:ea typeface="Arial"/>
                <a:cs typeface="Arial"/>
              </a:defRPr>
            </a:lvl1pPr>
            <a:lvl2pPr algn="r">
              <a:buNone/>
              <a:defRPr sz="825" b="1">
                <a:solidFill>
                  <a:srgbClr val="526B70"/>
                </a:solidFill>
                <a:latin typeface="Arial"/>
                <a:ea typeface="Arial"/>
                <a:cs typeface="Arial"/>
              </a:defRPr>
            </a:lvl2pPr>
            <a:lvl3pPr algn="r">
              <a:buNone/>
              <a:defRPr sz="825" b="1">
                <a:solidFill>
                  <a:srgbClr val="526B70"/>
                </a:solidFill>
                <a:latin typeface="Arial"/>
                <a:ea typeface="Arial"/>
                <a:cs typeface="Arial"/>
              </a:defRPr>
            </a:lvl3pPr>
            <a:lvl4pPr algn="r">
              <a:buNone/>
              <a:defRPr sz="825" b="1">
                <a:solidFill>
                  <a:srgbClr val="526B70"/>
                </a:solidFill>
                <a:latin typeface="Arial"/>
                <a:ea typeface="Arial"/>
                <a:cs typeface="Arial"/>
              </a:defRPr>
            </a:lvl4pPr>
            <a:lvl5pPr algn="r">
              <a:buNone/>
              <a:defRPr sz="825" b="1">
                <a:solidFill>
                  <a:srgbClr val="526B70"/>
                </a:solidFill>
                <a:latin typeface="Arial"/>
                <a:ea typeface="Arial"/>
                <a:cs typeface="Arial"/>
              </a:defRPr>
            </a:lvl5pPr>
            <a:lvl6pPr algn="r">
              <a:buNone/>
              <a:defRPr sz="825" b="1">
                <a:solidFill>
                  <a:srgbClr val="526B70"/>
                </a:solidFill>
                <a:latin typeface="Arial"/>
                <a:ea typeface="Arial"/>
                <a:cs typeface="Arial"/>
              </a:defRPr>
            </a:lvl6pPr>
            <a:lvl7pPr algn="r">
              <a:buNone/>
              <a:defRPr sz="825" b="1">
                <a:solidFill>
                  <a:srgbClr val="526B70"/>
                </a:solidFill>
                <a:latin typeface="Arial"/>
                <a:ea typeface="Arial"/>
                <a:cs typeface="Arial"/>
              </a:defRPr>
            </a:lvl7pPr>
            <a:lvl8pPr algn="r">
              <a:buNone/>
              <a:defRPr sz="825" b="1">
                <a:solidFill>
                  <a:srgbClr val="526B70"/>
                </a:solidFill>
                <a:latin typeface="Arial"/>
                <a:ea typeface="Arial"/>
                <a:cs typeface="Arial"/>
              </a:defRPr>
            </a:lvl8pPr>
            <a:lvl9pPr algn="r">
              <a:buNone/>
              <a:defRPr sz="825" b="1">
                <a:solidFill>
                  <a:srgbClr val="526B70"/>
                </a:solidFill>
                <a:latin typeface="Arial"/>
                <a:ea typeface="Arial"/>
                <a:cs typeface="Arial"/>
              </a:defRPr>
            </a:lvl9pPr>
          </a:lstStyle>
          <a:p xmlns:a="http://schemas.openxmlformats.org/drawingml/2006/main">
            <a:pPr algn="r">
              <a:buNone/>
              <a:defRPr sz="900" b="1">
                <a:solidFill>
                  <a:srgbClr val="5A7076"/>
                </a:solidFill>
                <a:latin typeface="Arial"/>
                <a:ea typeface="Arial"/>
                <a:cs typeface="Arial"/>
              </a:defRPr>
            </a:pPr>
            <a:r>
              <a:rPr sz="900" b="1">
                <a:solidFill>
                  <a:srgbClr val="5A7076"/>
                </a:solidFill>
                <a:latin typeface="Arial"/>
                <a:ea typeface="Arial"/>
                <a:cs typeface="Arial"/>
              </a:rPr>
              <a:t>TỔNG THAM KHẢO</a:t>
            </a:r>
          </a:p>
        </p:txBody>
      </p:sp>
      <p:sp>
        <p:nvSpPr>
          <p:cNvPr id="12" name="total-value">
            <a:extLst xmlns:a="http://schemas.openxmlformats.org/drawingml/2006/main">
              <a:ext uri="{FF2B5EF4-FFF2-40B4-BE49-F238E27FC236}">
                <a16:creationId xmlns:a16="http://schemas.microsoft.com/office/drawing/2014/main" id="{1D62128F-651E-428F-89AF-00178AB2881B}"/>
              </a:ext>
            </a:extLst>
          </p:cNvPr>
          <p:cNvSpPr>
            <a:spLocks xmlns:a="http://schemas.openxmlformats.org/drawingml/2006/main" noGrp="1"/>
          </p:cNvSpPr>
          <p:nvPr/>
        </p:nvSpPr>
        <p:spPr>
          <a:xfrm xmlns:a="http://schemas.openxmlformats.org/drawingml/2006/main">
            <a:off x="8858250" y="542925"/>
            <a:ext cx="263842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2850" b="1">
                <a:solidFill>
                  <a:srgbClr val="007F74"/>
                </a:solidFill>
                <a:latin typeface="Arial"/>
                <a:ea typeface="Arial"/>
                <a:cs typeface="Arial"/>
              </a:defRPr>
            </a:defPPr>
            <a:lvl1pPr algn="r">
              <a:buNone/>
              <a:defRPr sz="2250" b="1">
                <a:solidFill>
                  <a:srgbClr val="0B786F"/>
                </a:solidFill>
                <a:latin typeface="Arial"/>
                <a:ea typeface="Arial"/>
                <a:cs typeface="Arial"/>
              </a:defRPr>
            </a:lvl1pPr>
            <a:lvl2pPr algn="r">
              <a:buNone/>
              <a:defRPr sz="2250" b="1">
                <a:solidFill>
                  <a:srgbClr val="0B786F"/>
                </a:solidFill>
                <a:latin typeface="Arial"/>
                <a:ea typeface="Arial"/>
                <a:cs typeface="Arial"/>
              </a:defRPr>
            </a:lvl2pPr>
            <a:lvl3pPr algn="r">
              <a:buNone/>
              <a:defRPr sz="2250" b="1">
                <a:solidFill>
                  <a:srgbClr val="0B786F"/>
                </a:solidFill>
                <a:latin typeface="Arial"/>
                <a:ea typeface="Arial"/>
                <a:cs typeface="Arial"/>
              </a:defRPr>
            </a:lvl3pPr>
            <a:lvl4pPr algn="r">
              <a:buNone/>
              <a:defRPr sz="2250" b="1">
                <a:solidFill>
                  <a:srgbClr val="0B786F"/>
                </a:solidFill>
                <a:latin typeface="Arial"/>
                <a:ea typeface="Arial"/>
                <a:cs typeface="Arial"/>
              </a:defRPr>
            </a:lvl4pPr>
            <a:lvl5pPr algn="r">
              <a:buNone/>
              <a:defRPr sz="2250" b="1">
                <a:solidFill>
                  <a:srgbClr val="0B786F"/>
                </a:solidFill>
                <a:latin typeface="Arial"/>
                <a:ea typeface="Arial"/>
                <a:cs typeface="Arial"/>
              </a:defRPr>
            </a:lvl5pPr>
            <a:lvl6pPr algn="r">
              <a:buNone/>
              <a:defRPr sz="2250" b="1">
                <a:solidFill>
                  <a:srgbClr val="0B786F"/>
                </a:solidFill>
                <a:latin typeface="Arial"/>
                <a:ea typeface="Arial"/>
                <a:cs typeface="Arial"/>
              </a:defRPr>
            </a:lvl6pPr>
            <a:lvl7pPr algn="r">
              <a:buNone/>
              <a:defRPr sz="2250" b="1">
                <a:solidFill>
                  <a:srgbClr val="0B786F"/>
                </a:solidFill>
                <a:latin typeface="Arial"/>
                <a:ea typeface="Arial"/>
                <a:cs typeface="Arial"/>
              </a:defRPr>
            </a:lvl7pPr>
            <a:lvl8pPr algn="r">
              <a:buNone/>
              <a:defRPr sz="2250" b="1">
                <a:solidFill>
                  <a:srgbClr val="0B786F"/>
                </a:solidFill>
                <a:latin typeface="Arial"/>
                <a:ea typeface="Arial"/>
                <a:cs typeface="Arial"/>
              </a:defRPr>
            </a:lvl8pPr>
            <a:lvl9pPr algn="r">
              <a:buNone/>
              <a:defRPr sz="2250" b="1">
                <a:solidFill>
                  <a:srgbClr val="0B786F"/>
                </a:solidFill>
                <a:latin typeface="Arial"/>
                <a:ea typeface="Arial"/>
                <a:cs typeface="Arial"/>
              </a:defRPr>
            </a:lvl9pPr>
          </a:lstStyle>
          <a:p xmlns:a="http://schemas.openxmlformats.org/drawingml/2006/main">
            <a:pPr algn="r">
              <a:buNone/>
              <a:defRPr sz="2850" b="1">
                <a:solidFill>
                  <a:srgbClr val="007F74"/>
                </a:solidFill>
                <a:latin typeface="Arial"/>
                <a:ea typeface="Arial"/>
                <a:cs typeface="Arial"/>
              </a:defRPr>
            </a:pPr>
            <a:r>
              <a:rPr sz="2850" b="1">
                <a:solidFill>
                  <a:srgbClr val="007F74"/>
                </a:solidFill>
                <a:latin typeface="Arial"/>
                <a:ea typeface="Arial"/>
                <a:cs typeface="Arial"/>
              </a:rPr>
              <a:t>≈622.000₫</a:t>
            </a:r>
          </a:p>
        </p:txBody>
      </p:sp>
      <p:graphicFrame>
        <p:nvGraphicFramePr>
          <p:cNvPr id="13" name="">
            <a:extLst xmlns:a="http://schemas.openxmlformats.org/drawingml/2006/main">
              <a:ext uri="{FF2B5EF4-FFF2-40B4-BE49-F238E27FC236}">
                <a16:creationId xmlns:a16="http://schemas.microsoft.com/office/drawing/2014/main" id="{6259E3F4-0C35-428C-9655-DF48FEF3EEC5}"/>
              </a:ext>
            </a:extLst>
          </p:cNvPr>
          <p:cNvGraphicFramePr/>
          <p:nvPr/>
        </p:nvGraphicFramePr>
        <p:xfrm>
          <a:off xmlns:a="http://schemas.openxmlformats.org/drawingml/2006/main" x="628650" y="1666875"/>
          <a:ext xmlns:a="http://schemas.openxmlformats.org/drawingml/2006/main" cx="10868025" cy="3714750"/>
        </p:xfrm>
        <a:graphic xmlns:a="http://schemas.openxmlformats.org/drawingml/2006/main">
          <a:graphicData uri="http://schemas.openxmlformats.org/drawingml/2006/table">
            <a:tbl>
              <a:tblPr/>
              <a:tblGrid>
                <a:gridCol w="809625"/>
                <a:gridCol w="7391400"/>
                <a:gridCol w="2667000"/>
              </a:tblGrid>
              <a:tr h="400050">
                <a:tc>
                  <a:txBody>
                    <a:bodyPr lIns="114300" tIns="28575" rIns="152400" bIns="28575"/>
                    <a:lstStyle/>
                    <a:p>
                      <a:pPr algn="ctr"/>
                      <a:r>
                        <a:rPr sz="1275" b="1">
                          <a:solidFill>
                            <a:srgbClr val="5A7076"/>
                          </a:solidFill>
                          <a:latin typeface="Arial"/>
                          <a:ea typeface="Arial"/>
                          <a:cs typeface="Arial"/>
                        </a:rPr>
                        <a:t>SL</a:t>
                      </a:r>
                    </a:p>
                  </a:txBody>
                  <a:tcPr marL="114300" marR="152400" marT="28575" marB="28575" anchor="ctr">
                    <a:lnL w="5715">
                      <a:solidFill>
                        <a:srgbClr val="DFE7E2"/>
                      </a:solidFill>
                      <a:prstDash val="solid"/>
                    </a:lnL>
                    <a:lnR w="5715">
                      <a:solidFill>
                        <a:srgbClr val="DFE7E2"/>
                      </a:solidFill>
                      <a:prstDash val="solid"/>
                    </a:lnR>
                    <a:lnT w="5715">
                      <a:solidFill>
                        <a:srgbClr val="DFE7E2"/>
                      </a:solidFill>
                      <a:prstDash val="solid"/>
                    </a:lnT>
                    <a:lnB w="5715">
                      <a:solidFill>
                        <a:srgbClr val="DFE7E2"/>
                      </a:solidFill>
                      <a:prstDash val="solid"/>
                    </a:lnB>
                    <a:solidFill>
                      <a:srgbClr val="EAF1ED"/>
                    </a:solidFill>
                  </a:tcPr>
                </a:tc>
                <a:tc>
                  <a:txBody>
                    <a:bodyPr lIns="114300" tIns="28575" rIns="152400" bIns="28575"/>
                    <a:lstStyle/>
                    <a:p>
                      <a:pPr algn="l"/>
                      <a:r>
                        <a:rPr sz="1275" b="1">
                          <a:solidFill>
                            <a:srgbClr val="5A7076"/>
                          </a:solidFill>
                          <a:latin typeface="Arial"/>
                          <a:ea typeface="Arial"/>
                          <a:cs typeface="Arial"/>
                        </a:rPr>
                        <a:t>Linh kiện / cấu hình</a:t>
                      </a:r>
                    </a:p>
                  </a:txBody>
                  <a:tcPr marL="114300" marR="152400" marT="28575" marB="28575" anchor="ctr">
                    <a:lnR w="5715">
                      <a:solidFill>
                        <a:srgbClr val="DFE7E2"/>
                      </a:solidFill>
                      <a:prstDash val="solid"/>
                    </a:lnR>
                    <a:lnT w="5715">
                      <a:solidFill>
                        <a:srgbClr val="DFE7E2"/>
                      </a:solidFill>
                      <a:prstDash val="solid"/>
                    </a:lnT>
                    <a:lnB w="5715">
                      <a:solidFill>
                        <a:srgbClr val="DFE7E2"/>
                      </a:solidFill>
                      <a:prstDash val="solid"/>
                    </a:lnB>
                    <a:solidFill>
                      <a:srgbClr val="EAF1ED"/>
                    </a:solidFill>
                  </a:tcPr>
                </a:tc>
                <a:tc>
                  <a:txBody>
                    <a:bodyPr lIns="114300" tIns="28575" rIns="152400" bIns="28575"/>
                    <a:lstStyle/>
                    <a:p>
                      <a:pPr algn="r"/>
                      <a:r>
                        <a:rPr sz="1275" b="1">
                          <a:solidFill>
                            <a:srgbClr val="5A7076"/>
                          </a:solidFill>
                          <a:latin typeface="Arial"/>
                          <a:ea typeface="Arial"/>
                          <a:cs typeface="Arial"/>
                        </a:rPr>
                        <a:t>Giá dự kiến</a:t>
                      </a:r>
                    </a:p>
                  </a:txBody>
                  <a:tcPr marL="114300" marR="152400" marT="28575" marB="28575" anchor="ctr">
                    <a:lnR w="5715">
                      <a:solidFill>
                        <a:srgbClr val="DFE7E2"/>
                      </a:solidFill>
                      <a:prstDash val="solid"/>
                    </a:lnR>
                    <a:lnT w="5715">
                      <a:solidFill>
                        <a:srgbClr val="DFE7E2"/>
                      </a:solidFill>
                      <a:prstDash val="solid"/>
                    </a:lnT>
                    <a:lnB w="5715">
                      <a:solidFill>
                        <a:srgbClr val="DFE7E2"/>
                      </a:solidFill>
                      <a:prstDash val="solid"/>
                    </a:lnB>
                    <a:solidFill>
                      <a:srgbClr val="EAF1ED"/>
                    </a:solidFill>
                  </a:tcPr>
                </a:tc>
              </a:tr>
              <a:tr h="552450">
                <a:tc>
                  <a:txBody>
                    <a:bodyPr lIns="114300" tIns="28575" rIns="152400" bIns="28575"/>
                    <a:lstStyle/>
                    <a:p>
                      <a:pPr algn="ctr"/>
                      <a:r>
                        <a:rPr sz="1350" b="1">
                          <a:solidFill>
                            <a:srgbClr val="122F38"/>
                          </a:solidFill>
                          <a:latin typeface="Arial"/>
                          <a:ea typeface="Arial"/>
                          <a:cs typeface="Arial"/>
                        </a:rPr>
                        <a:t>1</a:t>
                      </a:r>
                    </a:p>
                  </a:txBody>
                  <a:tcPr marL="114300" marR="152400" marT="28575" marB="28575" anchor="ctr">
                    <a:lnL w="5715">
                      <a:solidFill>
                        <a:srgbClr val="DFE7E2"/>
                      </a:solidFill>
                      <a:prstDash val="solid"/>
                    </a:lnL>
                    <a:lnR w="5715">
                      <a:solidFill>
                        <a:srgbClr val="DFE7E2"/>
                      </a:solidFill>
                      <a:prstDash val="solid"/>
                    </a:lnR>
                    <a:lnB w="5715">
                      <a:solidFill>
                        <a:srgbClr val="DFE7E2"/>
                      </a:solidFill>
                      <a:prstDash val="solid"/>
                    </a:lnB>
                    <a:solidFill>
                      <a:srgbClr val="FFFFFF"/>
                    </a:solidFill>
                  </a:tcPr>
                </a:tc>
                <a:tc>
                  <a:txBody>
                    <a:bodyPr lIns="114300" tIns="28575" rIns="152400" bIns="28575"/>
                    <a:lstStyle/>
                    <a:p>
                      <a:pPr algn="l"/>
                      <a:r>
                        <a:rPr sz="1500" b="0">
                          <a:solidFill>
                            <a:srgbClr val="122F38"/>
                          </a:solidFill>
                          <a:latin typeface="Arial"/>
                          <a:ea typeface="Arial"/>
                          <a:cs typeface="Arial"/>
                        </a:rPr>
                        <a:t>ESP32 DevKit V1</a:t>
                      </a:r>
                    </a:p>
                    <a:p>
                      <a:pPr algn="l"/>
                      <a:r>
                        <a:rPr sz="1500" b="0">
                          <a:solidFill>
                            <a:srgbClr val="122F38"/>
                          </a:solidFill>
                          <a:latin typeface="Arial"/>
                          <a:ea typeface="Arial"/>
                          <a:cs typeface="Arial"/>
                        </a:rPr>
                        <a:t>ESP-WROOM-32</a:t>
                      </a:r>
                    </a:p>
                  </a:txBody>
                  <a:tcPr marL="114300" marR="152400" marT="28575" marB="28575" anchor="ctr">
                    <a:lnR w="5715">
                      <a:solidFill>
                        <a:srgbClr val="DFE7E2"/>
                      </a:solidFill>
                      <a:prstDash val="solid"/>
                    </a:lnR>
                    <a:lnB w="5715">
                      <a:solidFill>
                        <a:srgbClr val="DFE7E2"/>
                      </a:solidFill>
                      <a:prstDash val="solid"/>
                    </a:lnB>
                    <a:solidFill>
                      <a:srgbClr val="FFFFFF"/>
                    </a:solidFill>
                  </a:tcPr>
                </a:tc>
                <a:tc>
                  <a:txBody>
                    <a:bodyPr lIns="114300" tIns="28575" rIns="152400" bIns="28575"/>
                    <a:lstStyle/>
                    <a:p>
                      <a:pPr algn="r"/>
                      <a:r>
                        <a:rPr sz="1650" b="1">
                          <a:solidFill>
                            <a:srgbClr val="007F74"/>
                          </a:solidFill>
                          <a:latin typeface="Arial"/>
                          <a:ea typeface="Arial"/>
                          <a:cs typeface="Arial"/>
                        </a:rPr>
                        <a:t>109.000₫</a:t>
                      </a:r>
                    </a:p>
                  </a:txBody>
                  <a:tcPr marL="114300" marR="152400" marT="28575" marB="28575" anchor="ctr">
                    <a:lnR w="5715">
                      <a:solidFill>
                        <a:srgbClr val="DFE7E2"/>
                      </a:solidFill>
                      <a:prstDash val="solid"/>
                    </a:lnR>
                    <a:lnB w="5715">
                      <a:solidFill>
                        <a:srgbClr val="DFE7E2"/>
                      </a:solidFill>
                      <a:prstDash val="solid"/>
                    </a:lnB>
                    <a:solidFill>
                      <a:srgbClr val="FFFFFF"/>
                    </a:solidFill>
                  </a:tcPr>
                </a:tc>
              </a:tr>
              <a:tr h="552450">
                <a:tc>
                  <a:txBody>
                    <a:bodyPr lIns="114300" tIns="28575" rIns="152400" bIns="28575"/>
                    <a:lstStyle/>
                    <a:p>
                      <a:pPr algn="ctr"/>
                      <a:r>
                        <a:rPr sz="1350" b="1">
                          <a:solidFill>
                            <a:srgbClr val="122F38"/>
                          </a:solidFill>
                          <a:latin typeface="Arial"/>
                          <a:ea typeface="Arial"/>
                          <a:cs typeface="Arial"/>
                        </a:rPr>
                        <a:t>1</a:t>
                      </a:r>
                    </a:p>
                  </a:txBody>
                  <a:tcPr marL="114300" marR="152400" marT="28575" marB="28575" anchor="ctr">
                    <a:lnL w="5715">
                      <a:solidFill>
                        <a:srgbClr val="DFE7E2"/>
                      </a:solidFill>
                      <a:prstDash val="solid"/>
                    </a:lnL>
                    <a:lnR w="5715">
                      <a:solidFill>
                        <a:srgbClr val="DFE7E2"/>
                      </a:solidFill>
                      <a:prstDash val="solid"/>
                    </a:lnR>
                    <a:lnB w="5715">
                      <a:solidFill>
                        <a:srgbClr val="DFE7E2"/>
                      </a:solidFill>
                      <a:prstDash val="solid"/>
                    </a:lnB>
                    <a:solidFill>
                      <a:srgbClr val="FFFFFF"/>
                    </a:solidFill>
                  </a:tcPr>
                </a:tc>
                <a:tc>
                  <a:txBody>
                    <a:bodyPr lIns="114300" tIns="28575" rIns="152400" bIns="28575"/>
                    <a:lstStyle/>
                    <a:p>
                      <a:pPr algn="l"/>
                      <a:r>
                        <a:rPr sz="1500" b="0">
                          <a:solidFill>
                            <a:srgbClr val="122F38"/>
                          </a:solidFill>
                          <a:latin typeface="Arial"/>
                          <a:ea typeface="Arial"/>
                          <a:cs typeface="Arial"/>
                        </a:rPr>
                        <a:t>ESP32-S3 DevKitC-1</a:t>
                      </a:r>
                    </a:p>
                    <a:p>
                      <a:pPr algn="l"/>
                      <a:r>
                        <a:rPr sz="1500" b="0">
                          <a:solidFill>
                            <a:srgbClr val="122F38"/>
                          </a:solidFill>
                          <a:latin typeface="Arial"/>
                          <a:ea typeface="Arial"/>
                          <a:cs typeface="Arial"/>
                        </a:rPr>
                        <a:t>WROOM-1 N8R8</a:t>
                      </a:r>
                    </a:p>
                  </a:txBody>
                  <a:tcPr marL="114300" marR="152400" marT="28575" marB="28575" anchor="ctr">
                    <a:lnR w="5715">
                      <a:solidFill>
                        <a:srgbClr val="DFE7E2"/>
                      </a:solidFill>
                      <a:prstDash val="solid"/>
                    </a:lnR>
                    <a:lnB w="5715">
                      <a:solidFill>
                        <a:srgbClr val="DFE7E2"/>
                      </a:solidFill>
                      <a:prstDash val="solid"/>
                    </a:lnB>
                    <a:solidFill>
                      <a:srgbClr val="FFFFFF"/>
                    </a:solidFill>
                  </a:tcPr>
                </a:tc>
                <a:tc>
                  <a:txBody>
                    <a:bodyPr lIns="114300" tIns="28575" rIns="152400" bIns="28575"/>
                    <a:lstStyle/>
                    <a:p>
                      <a:pPr algn="r"/>
                      <a:r>
                        <a:rPr sz="1650" b="1">
                          <a:solidFill>
                            <a:srgbClr val="007F74"/>
                          </a:solidFill>
                          <a:latin typeface="Arial"/>
                          <a:ea typeface="Arial"/>
                          <a:cs typeface="Arial"/>
                        </a:rPr>
                        <a:t>250.000₫</a:t>
                      </a:r>
                    </a:p>
                  </a:txBody>
                  <a:tcPr marL="114300" marR="152400" marT="28575" marB="28575" anchor="ctr">
                    <a:lnR w="5715">
                      <a:solidFill>
                        <a:srgbClr val="DFE7E2"/>
                      </a:solidFill>
                      <a:prstDash val="solid"/>
                    </a:lnR>
                    <a:lnB w="5715">
                      <a:solidFill>
                        <a:srgbClr val="DFE7E2"/>
                      </a:solidFill>
                      <a:prstDash val="solid"/>
                    </a:lnB>
                    <a:solidFill>
                      <a:srgbClr val="FFFFFF"/>
                    </a:solidFill>
                  </a:tcPr>
                </a:tc>
              </a:tr>
              <a:tr h="552450">
                <a:tc>
                  <a:txBody>
                    <a:bodyPr lIns="114300" tIns="28575" rIns="152400" bIns="28575"/>
                    <a:lstStyle/>
                    <a:p>
                      <a:pPr algn="ctr"/>
                      <a:r>
                        <a:rPr sz="1350" b="1">
                          <a:solidFill>
                            <a:srgbClr val="122F38"/>
                          </a:solidFill>
                          <a:latin typeface="Arial"/>
                          <a:ea typeface="Arial"/>
                          <a:cs typeface="Arial"/>
                        </a:rPr>
                        <a:t>1</a:t>
                      </a:r>
                    </a:p>
                  </a:txBody>
                  <a:tcPr marL="114300" marR="152400" marT="28575" marB="28575" anchor="ctr">
                    <a:lnL w="5715">
                      <a:solidFill>
                        <a:srgbClr val="DFE7E2"/>
                      </a:solidFill>
                      <a:prstDash val="solid"/>
                    </a:lnL>
                    <a:lnR w="5715">
                      <a:solidFill>
                        <a:srgbClr val="DFE7E2"/>
                      </a:solidFill>
                      <a:prstDash val="solid"/>
                    </a:lnR>
                    <a:lnB w="5715">
                      <a:solidFill>
                        <a:srgbClr val="DFE7E2"/>
                      </a:solidFill>
                      <a:prstDash val="solid"/>
                    </a:lnB>
                    <a:solidFill>
                      <a:srgbClr val="FFFFFF"/>
                    </a:solidFill>
                  </a:tcPr>
                </a:tc>
                <a:tc>
                  <a:txBody>
                    <a:bodyPr lIns="114300" tIns="28575" rIns="152400" bIns="28575"/>
                    <a:lstStyle/>
                    <a:p>
                      <a:pPr algn="l"/>
                      <a:r>
                        <a:rPr sz="1500" b="0">
                          <a:solidFill>
                            <a:srgbClr val="122F38"/>
                          </a:solidFill>
                          <a:latin typeface="Arial"/>
                          <a:ea typeface="Arial"/>
                          <a:cs typeface="Arial"/>
                        </a:rPr>
                        <a:t>OLED SSD1306 0,96 in</a:t>
                      </a:r>
                    </a:p>
                    <a:p>
                      <a:pPr algn="l"/>
                      <a:r>
                        <a:rPr sz="1500" b="0">
                          <a:solidFill>
                            <a:srgbClr val="122F38"/>
                          </a:solidFill>
                          <a:latin typeface="Arial"/>
                          <a:ea typeface="Arial"/>
                          <a:cs typeface="Arial"/>
                        </a:rPr>
                        <a:t>128×64, I²C 4 chân</a:t>
                      </a:r>
                    </a:p>
                  </a:txBody>
                  <a:tcPr marL="114300" marR="152400" marT="28575" marB="28575" anchor="ctr">
                    <a:lnR w="5715">
                      <a:solidFill>
                        <a:srgbClr val="DFE7E2"/>
                      </a:solidFill>
                      <a:prstDash val="solid"/>
                    </a:lnR>
                    <a:lnB w="5715">
                      <a:solidFill>
                        <a:srgbClr val="DFE7E2"/>
                      </a:solidFill>
                      <a:prstDash val="solid"/>
                    </a:lnB>
                    <a:solidFill>
                      <a:srgbClr val="FFFFFF"/>
                    </a:solidFill>
                  </a:tcPr>
                </a:tc>
                <a:tc>
                  <a:txBody>
                    <a:bodyPr lIns="114300" tIns="28575" rIns="152400" bIns="28575"/>
                    <a:lstStyle/>
                    <a:p>
                      <a:pPr algn="r"/>
                      <a:r>
                        <a:rPr sz="1650" b="1">
                          <a:solidFill>
                            <a:srgbClr val="007F74"/>
                          </a:solidFill>
                          <a:latin typeface="Arial"/>
                          <a:ea typeface="Arial"/>
                          <a:cs typeface="Arial"/>
                        </a:rPr>
                        <a:t>60.086₫</a:t>
                      </a:r>
                    </a:p>
                  </a:txBody>
                  <a:tcPr marL="114300" marR="152400" marT="28575" marB="28575" anchor="ctr">
                    <a:lnR w="5715">
                      <a:solidFill>
                        <a:srgbClr val="DFE7E2"/>
                      </a:solidFill>
                      <a:prstDash val="solid"/>
                    </a:lnR>
                    <a:lnB w="5715">
                      <a:solidFill>
                        <a:srgbClr val="DFE7E2"/>
                      </a:solidFill>
                      <a:prstDash val="solid"/>
                    </a:lnB>
                    <a:solidFill>
                      <a:srgbClr val="FFFFFF"/>
                    </a:solidFill>
                  </a:tcPr>
                </a:tc>
              </a:tr>
              <a:tr h="552450">
                <a:tc>
                  <a:txBody>
                    <a:bodyPr lIns="114300" tIns="28575" rIns="152400" bIns="28575"/>
                    <a:lstStyle/>
                    <a:p>
                      <a:pPr algn="ctr"/>
                      <a:r>
                        <a:rPr sz="1350" b="1">
                          <a:solidFill>
                            <a:srgbClr val="122F38"/>
                          </a:solidFill>
                          <a:latin typeface="Arial"/>
                          <a:ea typeface="Arial"/>
                          <a:cs typeface="Arial"/>
                        </a:rPr>
                        <a:t>2 gói</a:t>
                      </a:r>
                    </a:p>
                  </a:txBody>
                  <a:tcPr marL="114300" marR="152400" marT="28575" marB="28575" anchor="ctr">
                    <a:lnL w="5715">
                      <a:solidFill>
                        <a:srgbClr val="DFE7E2"/>
                      </a:solidFill>
                      <a:prstDash val="solid"/>
                    </a:lnL>
                    <a:lnR w="5715">
                      <a:solidFill>
                        <a:srgbClr val="DFE7E2"/>
                      </a:solidFill>
                      <a:prstDash val="solid"/>
                    </a:lnR>
                    <a:lnB w="5715">
                      <a:solidFill>
                        <a:srgbClr val="DFE7E2"/>
                      </a:solidFill>
                      <a:prstDash val="solid"/>
                    </a:lnB>
                    <a:solidFill>
                      <a:srgbClr val="FFFFFF"/>
                    </a:solidFill>
                  </a:tcPr>
                </a:tc>
                <a:tc>
                  <a:txBody>
                    <a:bodyPr lIns="114300" tIns="28575" rIns="152400" bIns="28575"/>
                    <a:lstStyle/>
                    <a:p>
                      <a:pPr algn="l"/>
                      <a:r>
                        <a:rPr sz="1500" b="0">
                          <a:solidFill>
                            <a:srgbClr val="122F38"/>
                          </a:solidFill>
                          <a:latin typeface="Arial"/>
                          <a:ea typeface="Arial"/>
                          <a:cs typeface="Arial"/>
                        </a:rPr>
                        <a:t>R1 10 kΩ + R2 56 kΩ</a:t>
                      </a:r>
                    </a:p>
                    <a:p>
                      <a:pPr algn="l"/>
                      <a:r>
                        <a:rPr sz="1500" b="0">
                          <a:solidFill>
                            <a:srgbClr val="122F38"/>
                          </a:solidFill>
                          <a:latin typeface="Arial"/>
                          <a:ea typeface="Arial"/>
                          <a:cs typeface="Arial"/>
                        </a:rPr>
                        <a:t>1/4 W, ±5%, 50 chiếc mỗi giá trị</a:t>
                      </a:r>
                    </a:p>
                  </a:txBody>
                  <a:tcPr marL="114300" marR="152400" marT="28575" marB="28575" anchor="ctr">
                    <a:lnR w="5715">
                      <a:solidFill>
                        <a:srgbClr val="DFE7E2"/>
                      </a:solidFill>
                      <a:prstDash val="solid"/>
                    </a:lnR>
                    <a:lnB w="5715">
                      <a:solidFill>
                        <a:srgbClr val="DFE7E2"/>
                      </a:solidFill>
                      <a:prstDash val="solid"/>
                    </a:lnB>
                    <a:solidFill>
                      <a:srgbClr val="FFFFFF"/>
                    </a:solidFill>
                  </a:tcPr>
                </a:tc>
                <a:tc>
                  <a:txBody>
                    <a:bodyPr lIns="114300" tIns="28575" rIns="152400" bIns="28575"/>
                    <a:lstStyle/>
                    <a:p>
                      <a:pPr algn="r"/>
                      <a:r>
                        <a:rPr sz="1650" b="1">
                          <a:solidFill>
                            <a:srgbClr val="007F74"/>
                          </a:solidFill>
                          <a:latin typeface="Arial"/>
                          <a:ea typeface="Arial"/>
                          <a:cs typeface="Arial"/>
                        </a:rPr>
                        <a:t>≈5.500₫</a:t>
                      </a:r>
                    </a:p>
                  </a:txBody>
                  <a:tcPr marL="114300" marR="152400" marT="28575" marB="28575" anchor="ctr">
                    <a:lnR w="5715">
                      <a:solidFill>
                        <a:srgbClr val="DFE7E2"/>
                      </a:solidFill>
                      <a:prstDash val="solid"/>
                    </a:lnR>
                    <a:lnB w="5715">
                      <a:solidFill>
                        <a:srgbClr val="DFE7E2"/>
                      </a:solidFill>
                      <a:prstDash val="solid"/>
                    </a:lnB>
                    <a:solidFill>
                      <a:srgbClr val="FFFFFF"/>
                    </a:solidFill>
                  </a:tcPr>
                </a:tc>
              </a:tr>
              <a:tr h="552450">
                <a:tc>
                  <a:txBody>
                    <a:bodyPr lIns="114300" tIns="28575" rIns="152400" bIns="28575"/>
                    <a:lstStyle/>
                    <a:p>
                      <a:pPr algn="ctr"/>
                      <a:r>
                        <a:rPr sz="1350" b="1">
                          <a:solidFill>
                            <a:srgbClr val="122F38"/>
                          </a:solidFill>
                          <a:latin typeface="Arial"/>
                          <a:ea typeface="Arial"/>
                          <a:cs typeface="Arial"/>
                        </a:rPr>
                        <a:t>3 món</a:t>
                      </a:r>
                    </a:p>
                  </a:txBody>
                  <a:tcPr marL="114300" marR="152400" marT="28575" marB="28575" anchor="ctr">
                    <a:lnL w="5715">
                      <a:solidFill>
                        <a:srgbClr val="DFE7E2"/>
                      </a:solidFill>
                      <a:prstDash val="solid"/>
                    </a:lnL>
                    <a:lnR w="5715">
                      <a:solidFill>
                        <a:srgbClr val="DFE7E2"/>
                      </a:solidFill>
                      <a:prstDash val="solid"/>
                    </a:lnR>
                    <a:lnB w="5715">
                      <a:solidFill>
                        <a:srgbClr val="DFE7E2"/>
                      </a:solidFill>
                      <a:prstDash val="solid"/>
                    </a:lnB>
                    <a:solidFill>
                      <a:srgbClr val="FFFFFF"/>
                    </a:solidFill>
                  </a:tcPr>
                </a:tc>
                <a:tc>
                  <a:txBody>
                    <a:bodyPr lIns="114300" tIns="28575" rIns="152400" bIns="28575"/>
                    <a:lstStyle/>
                    <a:p>
                      <a:pPr algn="l"/>
                      <a:r>
                        <a:rPr sz="1500" b="0">
                          <a:solidFill>
                            <a:srgbClr val="122F38"/>
                          </a:solidFill>
                          <a:latin typeface="Arial"/>
                          <a:ea typeface="Arial"/>
                          <a:cs typeface="Arial"/>
                        </a:rPr>
                        <a:t>C1 100 nF/50 V + MB-102 830 lỗ</a:t>
                      </a:r>
                    </a:p>
                    <a:p>
                      <a:pPr algn="l"/>
                      <a:r>
                        <a:rPr sz="1500" b="0">
                          <a:solidFill>
                            <a:srgbClr val="122F38"/>
                          </a:solidFill>
                          <a:latin typeface="Arial"/>
                          <a:ea typeface="Arial"/>
                          <a:cs typeface="Arial"/>
                        </a:rPr>
                        <a:t>Dây Dupont 40P</a:t>
                      </a:r>
                    </a:p>
                  </a:txBody>
                  <a:tcPr marL="114300" marR="152400" marT="28575" marB="28575" anchor="ctr">
                    <a:lnR w="5715">
                      <a:solidFill>
                        <a:srgbClr val="DFE7E2"/>
                      </a:solidFill>
                      <a:prstDash val="solid"/>
                    </a:lnR>
                    <a:lnB w="5715">
                      <a:solidFill>
                        <a:srgbClr val="DFE7E2"/>
                      </a:solidFill>
                      <a:prstDash val="solid"/>
                    </a:lnB>
                    <a:solidFill>
                      <a:srgbClr val="FFFFFF"/>
                    </a:solidFill>
                  </a:tcPr>
                </a:tc>
                <a:tc>
                  <a:txBody>
                    <a:bodyPr lIns="114300" tIns="28575" rIns="152400" bIns="28575"/>
                    <a:lstStyle/>
                    <a:p>
                      <a:pPr algn="r"/>
                      <a:r>
                        <a:rPr sz="1650" b="1">
                          <a:solidFill>
                            <a:srgbClr val="007F74"/>
                          </a:solidFill>
                          <a:latin typeface="Arial"/>
                          <a:ea typeface="Arial"/>
                          <a:cs typeface="Arial"/>
                        </a:rPr>
                        <a:t>≈69.900₫</a:t>
                      </a:r>
                    </a:p>
                  </a:txBody>
                  <a:tcPr marL="114300" marR="152400" marT="28575" marB="28575" anchor="ctr">
                    <a:lnR w="5715">
                      <a:solidFill>
                        <a:srgbClr val="DFE7E2"/>
                      </a:solidFill>
                      <a:prstDash val="solid"/>
                    </a:lnR>
                    <a:lnB w="5715">
                      <a:solidFill>
                        <a:srgbClr val="DFE7E2"/>
                      </a:solidFill>
                      <a:prstDash val="solid"/>
                    </a:lnB>
                    <a:solidFill>
                      <a:srgbClr val="FFFFFF"/>
                    </a:solidFill>
                  </a:tcPr>
                </a:tc>
              </a:tr>
              <a:tr h="552450">
                <a:tc>
                  <a:txBody>
                    <a:bodyPr lIns="114300" tIns="28575" rIns="152400" bIns="28575"/>
                    <a:lstStyle/>
                    <a:p>
                      <a:pPr algn="ctr"/>
                      <a:r>
                        <a:rPr sz="1350" b="1">
                          <a:solidFill>
                            <a:srgbClr val="122F38"/>
                          </a:solidFill>
                          <a:latin typeface="Arial"/>
                          <a:ea typeface="Arial"/>
                          <a:cs typeface="Arial"/>
                        </a:rPr>
                        <a:t>2</a:t>
                      </a:r>
                    </a:p>
                  </a:txBody>
                  <a:tcPr marL="114300" marR="152400" marT="28575" marB="28575" anchor="ctr">
                    <a:lnL w="5715">
                      <a:solidFill>
                        <a:srgbClr val="DFE7E2"/>
                      </a:solidFill>
                      <a:prstDash val="solid"/>
                    </a:lnL>
                    <a:lnR w="5715">
                      <a:solidFill>
                        <a:srgbClr val="DFE7E2"/>
                      </a:solidFill>
                      <a:prstDash val="solid"/>
                    </a:lnR>
                    <a:lnB w="5715">
                      <a:solidFill>
                        <a:srgbClr val="DFE7E2"/>
                      </a:solidFill>
                      <a:prstDash val="solid"/>
                    </a:lnB>
                    <a:solidFill>
                      <a:srgbClr val="FFFFFF"/>
                    </a:solidFill>
                  </a:tcPr>
                </a:tc>
                <a:tc>
                  <a:txBody>
                    <a:bodyPr lIns="114300" tIns="28575" rIns="152400" bIns="28575"/>
                    <a:lstStyle/>
                    <a:p>
                      <a:pPr algn="l"/>
                      <a:r>
                        <a:rPr sz="1500" b="0">
                          <a:solidFill>
                            <a:srgbClr val="122F38"/>
                          </a:solidFill>
                          <a:latin typeface="Arial"/>
                          <a:ea typeface="Arial"/>
                          <a:cs typeface="Arial"/>
                        </a:rPr>
                        <a:t>Cáp dữ liệu Micro-USB và USB-A sang USB-C</a:t>
                      </a:r>
                    </a:p>
                    <a:p>
                      <a:pPr algn="l"/>
                      <a:r>
                        <a:rPr sz="1500" b="0">
                          <a:solidFill>
                            <a:srgbClr val="122F38"/>
                          </a:solidFill>
                          <a:latin typeface="Arial"/>
                          <a:ea typeface="Arial"/>
                          <a:cs typeface="Arial"/>
                        </a:rPr>
                        <a:t>Mỗi loại 1 dây, dài 1 m</a:t>
                      </a:r>
                    </a:p>
                  </a:txBody>
                  <a:tcPr marL="114300" marR="152400" marT="28575" marB="28575" anchor="ctr">
                    <a:lnR w="5715">
                      <a:solidFill>
                        <a:srgbClr val="DFE7E2"/>
                      </a:solidFill>
                      <a:prstDash val="solid"/>
                    </a:lnR>
                    <a:lnB w="5715">
                      <a:solidFill>
                        <a:srgbClr val="DFE7E2"/>
                      </a:solidFill>
                      <a:prstDash val="solid"/>
                    </a:lnB>
                    <a:solidFill>
                      <a:srgbClr val="FFFFFF"/>
                    </a:solidFill>
                  </a:tcPr>
                </a:tc>
                <a:tc>
                  <a:txBody>
                    <a:bodyPr lIns="114300" tIns="28575" rIns="152400" bIns="28575"/>
                    <a:lstStyle/>
                    <a:p>
                      <a:pPr algn="r"/>
                      <a:r>
                        <a:rPr sz="1650" b="1">
                          <a:solidFill>
                            <a:srgbClr val="007F74"/>
                          </a:solidFill>
                          <a:latin typeface="Arial"/>
                          <a:ea typeface="Arial"/>
                          <a:cs typeface="Arial"/>
                        </a:rPr>
                        <a:t>≈127.300₫</a:t>
                      </a:r>
                    </a:p>
                  </a:txBody>
                  <a:tcPr marL="114300" marR="152400" marT="28575" marB="28575" anchor="ctr">
                    <a:lnR w="5715">
                      <a:solidFill>
                        <a:srgbClr val="DFE7E2"/>
                      </a:solidFill>
                      <a:prstDash val="solid"/>
                    </a:lnR>
                    <a:lnB w="5715">
                      <a:solidFill>
                        <a:srgbClr val="DFE7E2"/>
                      </a:solidFill>
                      <a:prstDash val="solid"/>
                    </a:lnB>
                    <a:solidFill>
                      <a:srgbClr val="FFFFFF"/>
                    </a:solidFill>
                  </a:tcPr>
                </a:tc>
              </a:tr>
            </a:tbl>
          </a:graphicData>
        </a:graphic>
      </p:graphicFrame>
    </p:spTree>
    <p:extLst>
      <p:ext uri="{BB962C8B-B14F-4D97-AF65-F5344CB8AC3E}">
        <p14:creationId xmlns:p14="http://schemas.microsoft.com/office/powerpoint/2010/main" val="1905642923"/>
      </p:ext>
    </p:extLst>
  </p:cSld>
</p:sld>
</file>

<file path=ppt/slides/slide3.xml><?xml version="1.0" encoding="utf-8"?>
<p:sld xmlns:p="http://schemas.openxmlformats.org/presentationml/2006/main">
  <p:cSld>
    <p:bg>
      <p:bgPr>
        <a:solidFill xmlns:a="http://schemas.openxmlformats.org/drawingml/2006/main">
          <a:srgbClr val="102D38"/>
        </a:solidFill>
      </p:bgPr>
    </p:bg>
    <p:spTree>
      <p:nvGrpSpPr>
        <p:cNvPr id="1" name=""/>
        <p:cNvGrpSpPr/>
        <p:nvPr/>
      </p:nvGrpSpPr>
      <p:grpSpPr>
        <a:xfrm xmlns:a="http://schemas.openxmlformats.org/drawingml/2006/main"/>
      </p:grpSpPr>
      <p:sp>
        <p:nvSpPr>
          <p:cNvPr id="34" name="slide-3-title">
            <a:extLst xmlns:a="http://schemas.openxmlformats.org/drawingml/2006/main">
              <a:ext uri="{FF2B5EF4-FFF2-40B4-BE49-F238E27FC236}">
                <a16:creationId xmlns:a16="http://schemas.microsoft.com/office/drawing/2014/main" id="{CBB52847-8AD7-4517-B5A9-63EC81928B4A}"/>
              </a:ext>
            </a:extLst>
          </p:cNvPr>
          <p:cNvSpPr>
            <a:spLocks xmlns:a="http://schemas.openxmlformats.org/drawingml/2006/main" noGrp="1"/>
          </p:cNvSpPr>
          <p:nvPr/>
        </p:nvSpPr>
        <p:spPr>
          <a:xfrm xmlns:a="http://schemas.openxmlformats.org/drawingml/2006/main">
            <a:off x="609600" y="36195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3300" b="1">
                <a:solidFill>
                  <a:srgbClr val="F4F8F7"/>
                </a:solidFill>
                <a:latin typeface="Arial"/>
                <a:ea typeface="Arial"/>
                <a:cs typeface="Arial"/>
              </a:defRPr>
            </a:defPPr>
            <a:lvl1pPr algn="l">
              <a:buNone/>
              <a:defRPr sz="2700" b="1">
                <a:solidFill>
                  <a:srgbClr val="11232B"/>
                </a:solidFill>
                <a:latin typeface="Arial"/>
                <a:ea typeface="Arial"/>
                <a:cs typeface="Arial"/>
              </a:defRPr>
            </a:lvl1pPr>
            <a:lvl2pPr algn="l">
              <a:buNone/>
              <a:defRPr sz="2700" b="1">
                <a:solidFill>
                  <a:srgbClr val="11232B"/>
                </a:solidFill>
                <a:latin typeface="Arial"/>
                <a:ea typeface="Arial"/>
                <a:cs typeface="Arial"/>
              </a:defRPr>
            </a:lvl2pPr>
            <a:lvl3pPr algn="l">
              <a:buNone/>
              <a:defRPr sz="2700" b="1">
                <a:solidFill>
                  <a:srgbClr val="11232B"/>
                </a:solidFill>
                <a:latin typeface="Arial"/>
                <a:ea typeface="Arial"/>
                <a:cs typeface="Arial"/>
              </a:defRPr>
            </a:lvl3pPr>
            <a:lvl4pPr algn="l">
              <a:buNone/>
              <a:defRPr sz="2700" b="1">
                <a:solidFill>
                  <a:srgbClr val="11232B"/>
                </a:solidFill>
                <a:latin typeface="Arial"/>
                <a:ea typeface="Arial"/>
                <a:cs typeface="Arial"/>
              </a:defRPr>
            </a:lvl4pPr>
            <a:lvl5pPr algn="l">
              <a:buNone/>
              <a:defRPr sz="2700" b="1">
                <a:solidFill>
                  <a:srgbClr val="11232B"/>
                </a:solidFill>
                <a:latin typeface="Arial"/>
                <a:ea typeface="Arial"/>
                <a:cs typeface="Arial"/>
              </a:defRPr>
            </a:lvl5pPr>
            <a:lvl6pPr algn="l">
              <a:buNone/>
              <a:defRPr sz="2700" b="1">
                <a:solidFill>
                  <a:srgbClr val="11232B"/>
                </a:solidFill>
                <a:latin typeface="Arial"/>
                <a:ea typeface="Arial"/>
                <a:cs typeface="Arial"/>
              </a:defRPr>
            </a:lvl6pPr>
            <a:lvl7pPr algn="l">
              <a:buNone/>
              <a:defRPr sz="2700" b="1">
                <a:solidFill>
                  <a:srgbClr val="11232B"/>
                </a:solidFill>
                <a:latin typeface="Arial"/>
                <a:ea typeface="Arial"/>
                <a:cs typeface="Arial"/>
              </a:defRPr>
            </a:lvl7pPr>
            <a:lvl8pPr algn="l">
              <a:buNone/>
              <a:defRPr sz="2700" b="1">
                <a:solidFill>
                  <a:srgbClr val="11232B"/>
                </a:solidFill>
                <a:latin typeface="Arial"/>
                <a:ea typeface="Arial"/>
                <a:cs typeface="Arial"/>
              </a:defRPr>
            </a:lvl8pPr>
            <a:lvl9pPr algn="l">
              <a:buNone/>
              <a:defRPr sz="2700" b="1">
                <a:solidFill>
                  <a:srgbClr val="11232B"/>
                </a:solidFill>
                <a:latin typeface="Arial"/>
                <a:ea typeface="Arial"/>
                <a:cs typeface="Arial"/>
              </a:defRPr>
            </a:lvl9pPr>
          </a:lstStyle>
          <a:p xmlns:a="http://schemas.openxmlformats.org/drawingml/2006/main">
            <a:pPr algn="l">
              <a:buNone/>
              <a:defRPr sz="3300" b="1">
                <a:solidFill>
                  <a:srgbClr val="F4F8F7"/>
                </a:solidFill>
                <a:latin typeface="Arial"/>
                <a:ea typeface="Arial"/>
                <a:cs typeface="Arial"/>
              </a:defRPr>
            </a:pPr>
            <a:r>
              <a:rPr sz="3300" b="1">
                <a:solidFill>
                  <a:srgbClr val="F4F8F7"/>
                </a:solidFill>
                <a:latin typeface="Arial"/>
                <a:ea typeface="Arial"/>
                <a:cs typeface="Arial"/>
              </a:rPr>
              <a:t>Kiểm thử HIL trên phần cứng</a:t>
            </a:r>
          </a:p>
        </p:txBody>
      </p:sp>
      <p:sp>
        <p:nvSpPr>
          <p:cNvPr id="2" name="slide-3-strap">
            <a:extLst xmlns:a="http://schemas.openxmlformats.org/drawingml/2006/main">
              <a:ext uri="{FF2B5EF4-FFF2-40B4-BE49-F238E27FC236}">
                <a16:creationId xmlns:a16="http://schemas.microsoft.com/office/drawing/2014/main" id="{BDA1E8D1-5F96-4D4D-B0ED-AA3E7E7B8E93}"/>
              </a:ext>
            </a:extLst>
          </p:cNvPr>
          <p:cNvSpPr>
            <a:spLocks xmlns:a="http://schemas.openxmlformats.org/drawingml/2006/main" noGrp="1"/>
          </p:cNvSpPr>
          <p:nvPr/>
        </p:nvSpPr>
        <p:spPr>
          <a:xfrm xmlns:a="http://schemas.openxmlformats.org/drawingml/2006/main">
            <a:off x="628650" y="923925"/>
            <a:ext cx="1047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a:bodyPr>
          <a:lstStyle xmlns:a="http://schemas.openxmlformats.org/drawingml/2006/main">
            <a:defPPr algn="l">
              <a:defRPr sz="1275" b="0">
                <a:solidFill>
                  <a:srgbClr val="50636A"/>
                </a:solidFill>
                <a:latin typeface="Arial"/>
                <a:ea typeface="Arial"/>
                <a:cs typeface="Arial"/>
              </a:defRPr>
            </a:defPPr>
            <a:lvl1pPr algn="l">
              <a:buNone/>
              <a:defRPr sz="1275" b="0">
                <a:solidFill>
                  <a:srgbClr val="50636A"/>
                </a:solidFill>
                <a:latin typeface="Arial"/>
                <a:ea typeface="Arial"/>
                <a:cs typeface="Arial"/>
              </a:defRPr>
            </a:lvl1pPr>
            <a:lvl2pPr algn="l">
              <a:buNone/>
              <a:defRPr sz="1275" b="0">
                <a:solidFill>
                  <a:srgbClr val="50636A"/>
                </a:solidFill>
                <a:latin typeface="Arial"/>
                <a:ea typeface="Arial"/>
                <a:cs typeface="Arial"/>
              </a:defRPr>
            </a:lvl2pPr>
            <a:lvl3pPr algn="l">
              <a:buNone/>
              <a:defRPr sz="1275" b="0">
                <a:solidFill>
                  <a:srgbClr val="50636A"/>
                </a:solidFill>
                <a:latin typeface="Arial"/>
                <a:ea typeface="Arial"/>
                <a:cs typeface="Arial"/>
              </a:defRPr>
            </a:lvl3pPr>
            <a:lvl4pPr algn="l">
              <a:buNone/>
              <a:defRPr sz="1275" b="0">
                <a:solidFill>
                  <a:srgbClr val="50636A"/>
                </a:solidFill>
                <a:latin typeface="Arial"/>
                <a:ea typeface="Arial"/>
                <a:cs typeface="Arial"/>
              </a:defRPr>
            </a:lvl4pPr>
            <a:lvl5pPr algn="l">
              <a:buNone/>
              <a:defRPr sz="1275" b="0">
                <a:solidFill>
                  <a:srgbClr val="50636A"/>
                </a:solidFill>
                <a:latin typeface="Arial"/>
                <a:ea typeface="Arial"/>
                <a:cs typeface="Arial"/>
              </a:defRPr>
            </a:lvl5pPr>
            <a:lvl6pPr algn="l">
              <a:buNone/>
              <a:defRPr sz="1275" b="0">
                <a:solidFill>
                  <a:srgbClr val="50636A"/>
                </a:solidFill>
                <a:latin typeface="Arial"/>
                <a:ea typeface="Arial"/>
                <a:cs typeface="Arial"/>
              </a:defRPr>
            </a:lvl6pPr>
            <a:lvl7pPr algn="l">
              <a:buNone/>
              <a:defRPr sz="1275" b="0">
                <a:solidFill>
                  <a:srgbClr val="50636A"/>
                </a:solidFill>
                <a:latin typeface="Arial"/>
                <a:ea typeface="Arial"/>
                <a:cs typeface="Arial"/>
              </a:defRPr>
            </a:lvl7pPr>
            <a:lvl8pPr algn="l">
              <a:buNone/>
              <a:defRPr sz="1275" b="0">
                <a:solidFill>
                  <a:srgbClr val="50636A"/>
                </a:solidFill>
                <a:latin typeface="Arial"/>
                <a:ea typeface="Arial"/>
                <a:cs typeface="Arial"/>
              </a:defRPr>
            </a:lvl8pPr>
            <a:lvl9pPr algn="l">
              <a:buNone/>
              <a:defRPr sz="1275" b="0">
                <a:solidFill>
                  <a:srgbClr val="50636A"/>
                </a:solidFill>
                <a:latin typeface="Arial"/>
                <a:ea typeface="Arial"/>
                <a:cs typeface="Arial"/>
              </a:defRPr>
            </a:lvl9pPr>
          </a:lstStyle>
          <a:p xmlns:a="http://schemas.openxmlformats.org/drawingml/2006/main">
            <a:pPr algn="l">
              <a:buNone/>
              <a:defRPr sz="1275" b="0">
                <a:solidFill>
                  <a:srgbClr val="50636A"/>
                </a:solidFill>
                <a:latin typeface="Arial"/>
                <a:ea typeface="Arial"/>
                <a:cs typeface="Arial"/>
              </a:defRPr>
            </a:pPr>
            <a:r>
              <a:rPr sz="1275" b="0">
                <a:solidFill>
                  <a:srgbClr val="50636A"/>
                </a:solidFill>
                <a:latin typeface="Arial"/>
                <a:ea typeface="Arial"/>
                <a:cs typeface="Arial"/>
              </a:rPr>
              <a:t/>
            </a:r>
          </a:p>
        </p:txBody>
      </p:sp>
      <p:sp>
        <p:nvSpPr>
          <p:cNvPr id="3" name="slide-3-header-rule">
            <a:extLst xmlns:a="http://schemas.openxmlformats.org/drawingml/2006/main">
              <a:ext uri="{FF2B5EF4-FFF2-40B4-BE49-F238E27FC236}">
                <a16:creationId xmlns:a16="http://schemas.microsoft.com/office/drawing/2014/main" id="{D1B626C3-85BA-4D37-A2DD-43ADEBD7F9A0}"/>
              </a:ext>
            </a:extLst>
          </p:cNvPr>
          <p:cNvSpPr>
            <a:spLocks xmlns:a="http://schemas.openxmlformats.org/drawingml/2006/main" noGrp="1"/>
          </p:cNvSpPr>
          <p:nvPr/>
        </p:nvSpPr>
        <p:spPr>
          <a:xfrm xmlns:a="http://schemas.openxmlformats.org/drawingml/2006/main">
            <a:off x="609600" y="1304925"/>
            <a:ext cx="10972800" cy="9525"/>
          </a:xfrm>
          <a:prstGeom xmlns:a="http://schemas.openxmlformats.org/drawingml/2006/main" prst="line">
            <a:avLst/>
          </a:prstGeom>
          <a:noFill xmlns:a="http://schemas.openxmlformats.org/drawingml/2006/main"/>
          <a:ln xmlns:a="http://schemas.openxmlformats.org/drawingml/2006/main" w="9525">
            <a:solidFill>
              <a:srgbClr val="34515B"/>
            </a:solidFill>
            <a:prstDash val="solid"/>
          </a:ln>
        </p:spPr>
      </p:sp>
      <p:sp>
        <p:nvSpPr>
          <p:cNvPr id="4" name="slide-3-index">
            <a:extLst xmlns:a="http://schemas.openxmlformats.org/drawingml/2006/main">
              <a:ext uri="{FF2B5EF4-FFF2-40B4-BE49-F238E27FC236}">
                <a16:creationId xmlns:a16="http://schemas.microsoft.com/office/drawing/2014/main" id="{AB926F67-5999-4916-AFB6-C4D2A9D30E92}"/>
              </a:ext>
            </a:extLst>
          </p:cNvPr>
          <p:cNvSpPr>
            <a:spLocks xmlns:a="http://schemas.openxmlformats.org/drawingml/2006/main" noGrp="1"/>
          </p:cNvSpPr>
          <p:nvPr/>
        </p:nvSpPr>
        <p:spPr>
          <a:xfrm xmlns:a="http://schemas.openxmlformats.org/drawingml/2006/main">
            <a:off x="628650" y="64389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8FAEB7"/>
                </a:solidFill>
                <a:latin typeface="Arial"/>
                <a:ea typeface="Arial"/>
                <a:cs typeface="Arial"/>
              </a:defRPr>
            </a:defPPr>
            <a:lvl1pPr algn="l">
              <a:buNone/>
              <a:defRPr sz="825" b="1">
                <a:solidFill>
                  <a:srgbClr val="50636A"/>
                </a:solidFill>
                <a:latin typeface="Arial"/>
                <a:ea typeface="Arial"/>
                <a:cs typeface="Arial"/>
              </a:defRPr>
            </a:lvl1pPr>
            <a:lvl2pPr algn="l">
              <a:buNone/>
              <a:defRPr sz="825" b="1">
                <a:solidFill>
                  <a:srgbClr val="50636A"/>
                </a:solidFill>
                <a:latin typeface="Arial"/>
                <a:ea typeface="Arial"/>
                <a:cs typeface="Arial"/>
              </a:defRPr>
            </a:lvl2pPr>
            <a:lvl3pPr algn="l">
              <a:buNone/>
              <a:defRPr sz="825" b="1">
                <a:solidFill>
                  <a:srgbClr val="50636A"/>
                </a:solidFill>
                <a:latin typeface="Arial"/>
                <a:ea typeface="Arial"/>
                <a:cs typeface="Arial"/>
              </a:defRPr>
            </a:lvl3pPr>
            <a:lvl4pPr algn="l">
              <a:buNone/>
              <a:defRPr sz="825" b="1">
                <a:solidFill>
                  <a:srgbClr val="50636A"/>
                </a:solidFill>
                <a:latin typeface="Arial"/>
                <a:ea typeface="Arial"/>
                <a:cs typeface="Arial"/>
              </a:defRPr>
            </a:lvl4pPr>
            <a:lvl5pPr algn="l">
              <a:buNone/>
              <a:defRPr sz="825" b="1">
                <a:solidFill>
                  <a:srgbClr val="50636A"/>
                </a:solidFill>
                <a:latin typeface="Arial"/>
                <a:ea typeface="Arial"/>
                <a:cs typeface="Arial"/>
              </a:defRPr>
            </a:lvl5pPr>
            <a:lvl6pPr algn="l">
              <a:buNone/>
              <a:defRPr sz="825" b="1">
                <a:solidFill>
                  <a:srgbClr val="50636A"/>
                </a:solidFill>
                <a:latin typeface="Arial"/>
                <a:ea typeface="Arial"/>
                <a:cs typeface="Arial"/>
              </a:defRPr>
            </a:lvl6pPr>
            <a:lvl7pPr algn="l">
              <a:buNone/>
              <a:defRPr sz="825" b="1">
                <a:solidFill>
                  <a:srgbClr val="50636A"/>
                </a:solidFill>
                <a:latin typeface="Arial"/>
                <a:ea typeface="Arial"/>
                <a:cs typeface="Arial"/>
              </a:defRPr>
            </a:lvl7pPr>
            <a:lvl8pPr algn="l">
              <a:buNone/>
              <a:defRPr sz="825" b="1">
                <a:solidFill>
                  <a:srgbClr val="50636A"/>
                </a:solidFill>
                <a:latin typeface="Arial"/>
                <a:ea typeface="Arial"/>
                <a:cs typeface="Arial"/>
              </a:defRPr>
            </a:lvl8pPr>
            <a:lvl9pPr algn="l">
              <a:buNone/>
              <a:defRPr sz="825" b="1">
                <a:solidFill>
                  <a:srgbClr val="50636A"/>
                </a:solidFill>
                <a:latin typeface="Arial"/>
                <a:ea typeface="Arial"/>
                <a:cs typeface="Arial"/>
              </a:defRPr>
            </a:lvl9pPr>
          </a:lstStyle>
          <a:p xmlns:a="http://schemas.openxmlformats.org/drawingml/2006/main">
            <a:pPr algn="l">
              <a:buNone/>
              <a:defRPr sz="825" b="1">
                <a:solidFill>
                  <a:srgbClr val="6A8585"/>
                </a:solidFill>
                <a:latin typeface="Arial"/>
                <a:ea typeface="Arial"/>
                <a:cs typeface="Arial"/>
              </a:defRPr>
            </a:pPr>
            <a:r>
              <a:rPr sz="825" b="1">
                <a:solidFill>
                  <a:srgbClr val="8FAEB7"/>
                </a:solidFill>
                <a:latin typeface="Arial"/>
                <a:ea typeface="Arial"/>
                <a:cs typeface="Arial"/>
              </a:rPr>
              <a:t>RELYFETAL  /  HIL</a:t>
            </a:r>
          </a:p>
        </p:txBody>
      </p:sp>
      <p:sp>
        <p:nvSpPr>
          <p:cNvPr id="5" name="step-spine">
            <a:extLst xmlns:a="http://schemas.openxmlformats.org/drawingml/2006/main">
              <a:ext uri="{FF2B5EF4-FFF2-40B4-BE49-F238E27FC236}">
                <a16:creationId xmlns:a16="http://schemas.microsoft.com/office/drawing/2014/main" id="{55026DCB-7482-4F13-8157-6E48457F0803}"/>
              </a:ext>
            </a:extLst>
          </p:cNvPr>
          <p:cNvSpPr>
            <a:spLocks xmlns:a="http://schemas.openxmlformats.org/drawingml/2006/main" noGrp="1"/>
          </p:cNvSpPr>
          <p:nvPr/>
        </p:nvSpPr>
        <p:spPr>
          <a:xfrm xmlns:a="http://schemas.openxmlformats.org/drawingml/2006/main">
            <a:off x="1057275" y="1724025"/>
            <a:ext cx="9525" cy="2771775"/>
          </a:xfrm>
          <a:prstGeom xmlns:a="http://schemas.openxmlformats.org/drawingml/2006/main" prst="line">
            <a:avLst/>
          </a:prstGeom>
          <a:noFill xmlns:a="http://schemas.openxmlformats.org/drawingml/2006/main"/>
          <a:ln xmlns:a="http://schemas.openxmlformats.org/drawingml/2006/main" w="0">
            <a:noFill/>
          </a:ln>
        </p:spPr>
      </p:sp>
      <p:sp>
        <p:nvSpPr>
          <p:cNvPr id="6" name="step-01-dot">
            <a:extLst xmlns:a="http://schemas.openxmlformats.org/drawingml/2006/main">
              <a:ext uri="{FF2B5EF4-FFF2-40B4-BE49-F238E27FC236}">
                <a16:creationId xmlns:a16="http://schemas.microsoft.com/office/drawing/2014/main" id="{3E226805-A040-404B-9B4A-2C893DAB9B50}"/>
              </a:ext>
            </a:extLst>
          </p:cNvPr>
          <p:cNvSpPr>
            <a:spLocks xmlns:a="http://schemas.openxmlformats.org/drawingml/2006/main" noGrp="1"/>
          </p:cNvSpPr>
          <p:nvPr/>
        </p:nvSpPr>
        <p:spPr>
          <a:xfrm xmlns:a="http://schemas.openxmlformats.org/drawingml/2006/main">
            <a:off x="685800" y="1590675"/>
            <a:ext cx="476250" cy="476250"/>
          </a:xfrm>
          <a:prstGeom xmlns:a="http://schemas.openxmlformats.org/drawingml/2006/main" prst="ellipse">
            <a:avLst/>
          </a:prstGeom>
          <a:noFill xmlns:a="http://schemas.openxmlformats.org/drawingml/2006/main"/>
          <a:ln xmlns:a="http://schemas.openxmlformats.org/drawingml/2006/main" w="0">
            <a:noFill/>
          </a:ln>
        </p:spPr>
      </p:sp>
      <p:sp>
        <p:nvSpPr>
          <p:cNvPr id="7" name="step-01-number">
            <a:extLst xmlns:a="http://schemas.openxmlformats.org/drawingml/2006/main">
              <a:ext uri="{FF2B5EF4-FFF2-40B4-BE49-F238E27FC236}">
                <a16:creationId xmlns:a16="http://schemas.microsoft.com/office/drawing/2014/main" id="{F0C2282D-C4BC-4A4A-A8E5-293886790005}"/>
              </a:ext>
            </a:extLst>
          </p:cNvPr>
          <p:cNvSpPr>
            <a:spLocks xmlns:a="http://schemas.openxmlformats.org/drawingml/2006/main" noGrp="1"/>
          </p:cNvSpPr>
          <p:nvPr/>
        </p:nvSpPr>
        <p:spPr>
          <a:xfrm xmlns:a="http://schemas.openxmlformats.org/drawingml/2006/main">
            <a:off x="609600" y="1533525"/>
            <a:ext cx="6286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700" b="1">
                <a:solidFill>
                  <a:srgbClr val="D4ED88"/>
                </a:solidFill>
                <a:latin typeface="Arial"/>
                <a:ea typeface="Arial"/>
                <a:cs typeface="Arial"/>
              </a:defRPr>
            </a:defPPr>
            <a:lvl1pPr algn="ctr">
              <a:buNone/>
              <a:defRPr sz="1125" b="1">
                <a:solidFill>
                  <a:srgbClr val="F7F8F3"/>
                </a:solidFill>
                <a:latin typeface="Arial"/>
                <a:ea typeface="Arial"/>
                <a:cs typeface="Arial"/>
              </a:defRPr>
            </a:lvl1pPr>
            <a:lvl2pPr algn="ctr">
              <a:buNone/>
              <a:defRPr sz="1125" b="1">
                <a:solidFill>
                  <a:srgbClr val="F7F8F3"/>
                </a:solidFill>
                <a:latin typeface="Arial"/>
                <a:ea typeface="Arial"/>
                <a:cs typeface="Arial"/>
              </a:defRPr>
            </a:lvl2pPr>
            <a:lvl3pPr algn="ctr">
              <a:buNone/>
              <a:defRPr sz="1125" b="1">
                <a:solidFill>
                  <a:srgbClr val="F7F8F3"/>
                </a:solidFill>
                <a:latin typeface="Arial"/>
                <a:ea typeface="Arial"/>
                <a:cs typeface="Arial"/>
              </a:defRPr>
            </a:lvl3pPr>
            <a:lvl4pPr algn="ctr">
              <a:buNone/>
              <a:defRPr sz="1125" b="1">
                <a:solidFill>
                  <a:srgbClr val="F7F8F3"/>
                </a:solidFill>
                <a:latin typeface="Arial"/>
                <a:ea typeface="Arial"/>
                <a:cs typeface="Arial"/>
              </a:defRPr>
            </a:lvl4pPr>
            <a:lvl5pPr algn="ctr">
              <a:buNone/>
              <a:defRPr sz="1125" b="1">
                <a:solidFill>
                  <a:srgbClr val="F7F8F3"/>
                </a:solidFill>
                <a:latin typeface="Arial"/>
                <a:ea typeface="Arial"/>
                <a:cs typeface="Arial"/>
              </a:defRPr>
            </a:lvl5pPr>
            <a:lvl6pPr algn="ctr">
              <a:buNone/>
              <a:defRPr sz="1125" b="1">
                <a:solidFill>
                  <a:srgbClr val="F7F8F3"/>
                </a:solidFill>
                <a:latin typeface="Arial"/>
                <a:ea typeface="Arial"/>
                <a:cs typeface="Arial"/>
              </a:defRPr>
            </a:lvl6pPr>
            <a:lvl7pPr algn="ctr">
              <a:buNone/>
              <a:defRPr sz="1125" b="1">
                <a:solidFill>
                  <a:srgbClr val="F7F8F3"/>
                </a:solidFill>
                <a:latin typeface="Arial"/>
                <a:ea typeface="Arial"/>
                <a:cs typeface="Arial"/>
              </a:defRPr>
            </a:lvl7pPr>
            <a:lvl8pPr algn="ctr">
              <a:buNone/>
              <a:defRPr sz="1125" b="1">
                <a:solidFill>
                  <a:srgbClr val="F7F8F3"/>
                </a:solidFill>
                <a:latin typeface="Arial"/>
                <a:ea typeface="Arial"/>
                <a:cs typeface="Arial"/>
              </a:defRPr>
            </a:lvl8pPr>
            <a:lvl9pPr algn="ctr">
              <a:buNone/>
              <a:defRPr sz="1125" b="1">
                <a:solidFill>
                  <a:srgbClr val="F7F8F3"/>
                </a:solidFill>
                <a:latin typeface="Arial"/>
                <a:ea typeface="Arial"/>
                <a:cs typeface="Arial"/>
              </a:defRPr>
            </a:lvl9pPr>
          </a:lstStyle>
          <a:p xmlns:a="http://schemas.openxmlformats.org/drawingml/2006/main">
            <a:pPr algn="l">
              <a:buNone/>
              <a:defRPr sz="2700" b="1">
                <a:solidFill>
                  <a:srgbClr val="D4ED88"/>
                </a:solidFill>
                <a:latin typeface="Arial"/>
                <a:ea typeface="Arial"/>
                <a:cs typeface="Arial"/>
              </a:defRPr>
            </a:pPr>
            <a:r>
              <a:rPr sz="2700" b="1">
                <a:solidFill>
                  <a:srgbClr val="D4ED88"/>
                </a:solidFill>
                <a:latin typeface="Arial"/>
                <a:ea typeface="Arial"/>
                <a:cs typeface="Arial"/>
              </a:rPr>
              <a:t>01</a:t>
            </a:r>
          </a:p>
        </p:txBody>
      </p:sp>
      <p:sp>
        <p:nvSpPr>
          <p:cNvPr id="8" name="step-01-title">
            <a:extLst xmlns:a="http://schemas.openxmlformats.org/drawingml/2006/main">
              <a:ext uri="{FF2B5EF4-FFF2-40B4-BE49-F238E27FC236}">
                <a16:creationId xmlns:a16="http://schemas.microsoft.com/office/drawing/2014/main" id="{059C9542-5DCD-4515-9753-6347282F9F09}"/>
              </a:ext>
            </a:extLst>
          </p:cNvPr>
          <p:cNvSpPr>
            <a:spLocks xmlns:a="http://schemas.openxmlformats.org/drawingml/2006/main" noGrp="1"/>
          </p:cNvSpPr>
          <p:nvPr/>
        </p:nvSpPr>
        <p:spPr>
          <a:xfrm xmlns:a="http://schemas.openxmlformats.org/drawingml/2006/main">
            <a:off x="1409700" y="1533525"/>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97222"/>
          </a:bodyPr>
          <a:lstStyle xmlns:a="http://schemas.openxmlformats.org/drawingml/2006/main">
            <a:defPPr algn="l">
              <a:defRPr sz="1800" b="1">
                <a:solidFill>
                  <a:srgbClr val="F4F8F7"/>
                </a:solidFill>
                <a:latin typeface="Arial"/>
                <a:ea typeface="Arial"/>
                <a:cs typeface="Arial"/>
              </a:defRPr>
            </a:defPPr>
            <a:lvl1pPr algn="l">
              <a:buNone/>
              <a:defRPr sz="1500" b="1">
                <a:solidFill>
                  <a:srgbClr val="11232B"/>
                </a:solidFill>
                <a:latin typeface="Arial"/>
                <a:ea typeface="Arial"/>
                <a:cs typeface="Arial"/>
              </a:defRPr>
            </a:lvl1pPr>
            <a:lvl2pPr algn="l">
              <a:buNone/>
              <a:defRPr sz="1500" b="1">
                <a:solidFill>
                  <a:srgbClr val="11232B"/>
                </a:solidFill>
                <a:latin typeface="Arial"/>
                <a:ea typeface="Arial"/>
                <a:cs typeface="Arial"/>
              </a:defRPr>
            </a:lvl2pPr>
            <a:lvl3pPr algn="l">
              <a:buNone/>
              <a:defRPr sz="1500" b="1">
                <a:solidFill>
                  <a:srgbClr val="11232B"/>
                </a:solidFill>
                <a:latin typeface="Arial"/>
                <a:ea typeface="Arial"/>
                <a:cs typeface="Arial"/>
              </a:defRPr>
            </a:lvl3pPr>
            <a:lvl4pPr algn="l">
              <a:buNone/>
              <a:defRPr sz="1500" b="1">
                <a:solidFill>
                  <a:srgbClr val="11232B"/>
                </a:solidFill>
                <a:latin typeface="Arial"/>
                <a:ea typeface="Arial"/>
                <a:cs typeface="Arial"/>
              </a:defRPr>
            </a:lvl4pPr>
            <a:lvl5pPr algn="l">
              <a:buNone/>
              <a:defRPr sz="1500" b="1">
                <a:solidFill>
                  <a:srgbClr val="11232B"/>
                </a:solidFill>
                <a:latin typeface="Arial"/>
                <a:ea typeface="Arial"/>
                <a:cs typeface="Arial"/>
              </a:defRPr>
            </a:lvl5pPr>
            <a:lvl6pPr algn="l">
              <a:buNone/>
              <a:defRPr sz="1500" b="1">
                <a:solidFill>
                  <a:srgbClr val="11232B"/>
                </a:solidFill>
                <a:latin typeface="Arial"/>
                <a:ea typeface="Arial"/>
                <a:cs typeface="Arial"/>
              </a:defRPr>
            </a:lvl6pPr>
            <a:lvl7pPr algn="l">
              <a:buNone/>
              <a:defRPr sz="1500" b="1">
                <a:solidFill>
                  <a:srgbClr val="11232B"/>
                </a:solidFill>
                <a:latin typeface="Arial"/>
                <a:ea typeface="Arial"/>
                <a:cs typeface="Arial"/>
              </a:defRPr>
            </a:lvl7pPr>
            <a:lvl8pPr algn="l">
              <a:buNone/>
              <a:defRPr sz="1500" b="1">
                <a:solidFill>
                  <a:srgbClr val="11232B"/>
                </a:solidFill>
                <a:latin typeface="Arial"/>
                <a:ea typeface="Arial"/>
                <a:cs typeface="Arial"/>
              </a:defRPr>
            </a:lvl8pPr>
            <a:lvl9pPr algn="l">
              <a:buNone/>
              <a:defRPr sz="1500" b="1">
                <a:solidFill>
                  <a:srgbClr val="11232B"/>
                </a:solidFill>
                <a:latin typeface="Arial"/>
                <a:ea typeface="Arial"/>
                <a:cs typeface="Arial"/>
              </a:defRPr>
            </a:lvl9pPr>
          </a:lstStyle>
          <a:p xmlns:a="http://schemas.openxmlformats.org/drawingml/2006/main">
            <a:pPr algn="l">
              <a:buNone/>
              <a:defRPr sz="1800" b="1">
                <a:solidFill>
                  <a:srgbClr val="F4F8F7"/>
                </a:solidFill>
                <a:latin typeface="Arial"/>
                <a:ea typeface="Arial"/>
                <a:cs typeface="Arial"/>
              </a:defRPr>
            </a:pPr>
            <a:r>
              <a:rPr sz="1800" b="1">
                <a:solidFill>
                  <a:srgbClr val="F4F8F7"/>
                </a:solidFill>
                <a:latin typeface="Arial"/>
                <a:ea typeface="Arial"/>
                <a:cs typeface="Arial"/>
              </a:rPr>
              <a:t>Chốt data + firmware</a:t>
            </a:r>
          </a:p>
        </p:txBody>
      </p:sp>
      <p:sp>
        <p:nvSpPr>
          <p:cNvPr id="9" name="step-01-body">
            <a:extLst xmlns:a="http://schemas.openxmlformats.org/drawingml/2006/main">
              <a:ext uri="{FF2B5EF4-FFF2-40B4-BE49-F238E27FC236}">
                <a16:creationId xmlns:a16="http://schemas.microsoft.com/office/drawing/2014/main" id="{923248DF-B319-4530-971E-E763BB5B98CE}"/>
              </a:ext>
            </a:extLst>
          </p:cNvPr>
          <p:cNvSpPr>
            <a:spLocks xmlns:a="http://schemas.openxmlformats.org/drawingml/2006/main" noGrp="1"/>
          </p:cNvSpPr>
          <p:nvPr/>
        </p:nvSpPr>
        <p:spPr>
          <a:xfrm xmlns:a="http://schemas.openxmlformats.org/drawingml/2006/main">
            <a:off x="1409700" y="1819275"/>
            <a:ext cx="66389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0">
                <a:solidFill>
                  <a:srgbClr val="B8CCD1"/>
                </a:solidFill>
                <a:latin typeface="Arial"/>
                <a:ea typeface="Arial"/>
                <a:cs typeface="Arial"/>
              </a:defRPr>
            </a:defPPr>
            <a:lvl1pPr algn="l">
              <a:buNone/>
              <a:defRPr sz="1125" b="0">
                <a:solidFill>
                  <a:srgbClr val="50636A"/>
                </a:solidFill>
                <a:latin typeface="Arial"/>
                <a:ea typeface="Arial"/>
                <a:cs typeface="Arial"/>
              </a:defRPr>
            </a:lvl1pPr>
            <a:lvl2pPr algn="l">
              <a:buNone/>
              <a:defRPr sz="1125" b="0">
                <a:solidFill>
                  <a:srgbClr val="50636A"/>
                </a:solidFill>
                <a:latin typeface="Arial"/>
                <a:ea typeface="Arial"/>
                <a:cs typeface="Arial"/>
              </a:defRPr>
            </a:lvl2pPr>
            <a:lvl3pPr algn="l">
              <a:buNone/>
              <a:defRPr sz="1125" b="0">
                <a:solidFill>
                  <a:srgbClr val="50636A"/>
                </a:solidFill>
                <a:latin typeface="Arial"/>
                <a:ea typeface="Arial"/>
                <a:cs typeface="Arial"/>
              </a:defRPr>
            </a:lvl3pPr>
            <a:lvl4pPr algn="l">
              <a:buNone/>
              <a:defRPr sz="1125" b="0">
                <a:solidFill>
                  <a:srgbClr val="50636A"/>
                </a:solidFill>
                <a:latin typeface="Arial"/>
                <a:ea typeface="Arial"/>
                <a:cs typeface="Arial"/>
              </a:defRPr>
            </a:lvl4pPr>
            <a:lvl5pPr algn="l">
              <a:buNone/>
              <a:defRPr sz="1125" b="0">
                <a:solidFill>
                  <a:srgbClr val="50636A"/>
                </a:solidFill>
                <a:latin typeface="Arial"/>
                <a:ea typeface="Arial"/>
                <a:cs typeface="Arial"/>
              </a:defRPr>
            </a:lvl5pPr>
            <a:lvl6pPr algn="l">
              <a:buNone/>
              <a:defRPr sz="1125" b="0">
                <a:solidFill>
                  <a:srgbClr val="50636A"/>
                </a:solidFill>
                <a:latin typeface="Arial"/>
                <a:ea typeface="Arial"/>
                <a:cs typeface="Arial"/>
              </a:defRPr>
            </a:lvl6pPr>
            <a:lvl7pPr algn="l">
              <a:buNone/>
              <a:defRPr sz="1125" b="0">
                <a:solidFill>
                  <a:srgbClr val="50636A"/>
                </a:solidFill>
                <a:latin typeface="Arial"/>
                <a:ea typeface="Arial"/>
                <a:cs typeface="Arial"/>
              </a:defRPr>
            </a:lvl7pPr>
            <a:lvl8pPr algn="l">
              <a:buNone/>
              <a:defRPr sz="1125" b="0">
                <a:solidFill>
                  <a:srgbClr val="50636A"/>
                </a:solidFill>
                <a:latin typeface="Arial"/>
                <a:ea typeface="Arial"/>
                <a:cs typeface="Arial"/>
              </a:defRPr>
            </a:lvl8pPr>
            <a:lvl9pPr algn="l">
              <a:buNone/>
              <a:defRPr sz="1125" b="0">
                <a:solidFill>
                  <a:srgbClr val="50636A"/>
                </a:solidFill>
                <a:latin typeface="Arial"/>
                <a:ea typeface="Arial"/>
                <a:cs typeface="Arial"/>
              </a:defRPr>
            </a:lvl9pPr>
          </a:lstStyle>
          <a:p xmlns:a="http://schemas.openxmlformats.org/drawingml/2006/main">
            <a:pPr algn="l">
              <a:buNone/>
              <a:defRPr sz="1500" b="0">
                <a:solidFill>
                  <a:srgbClr val="B8CCD1"/>
                </a:solidFill>
                <a:latin typeface="Arial"/>
                <a:ea typeface="Arial"/>
                <a:cs typeface="Arial"/>
              </a:defRPr>
            </a:pPr>
            <a:r>
              <a:rPr sz="1500" b="0">
                <a:solidFill>
                  <a:srgbClr val="B8CCD1"/>
                </a:solidFill>
                <a:latin typeface="Arial"/>
                <a:ea typeface="Arial"/>
                <a:cs typeface="Arial"/>
              </a:rPr>
              <a:t>Tạo lại r01/a02 ở 1 kHz; phát bằng timer/DMA để giảm jitter.</a:t>
            </a:r>
          </a:p>
        </p:txBody>
      </p:sp>
      <p:sp>
        <p:nvSpPr>
          <p:cNvPr id="10" name="step-divider-0">
            <a:extLst xmlns:a="http://schemas.openxmlformats.org/drawingml/2006/main">
              <a:ext uri="{FF2B5EF4-FFF2-40B4-BE49-F238E27FC236}">
                <a16:creationId xmlns:a16="http://schemas.microsoft.com/office/drawing/2014/main" id="{CE4C718D-4FF9-445C-B025-CC3B78C441ED}"/>
              </a:ext>
            </a:extLst>
          </p:cNvPr>
          <p:cNvSpPr>
            <a:spLocks xmlns:a="http://schemas.openxmlformats.org/drawingml/2006/main" noGrp="1"/>
          </p:cNvSpPr>
          <p:nvPr/>
        </p:nvSpPr>
        <p:spPr>
          <a:xfrm xmlns:a="http://schemas.openxmlformats.org/drawingml/2006/main">
            <a:off x="1409700" y="2352675"/>
            <a:ext cx="6619875" cy="9525"/>
          </a:xfrm>
          <a:prstGeom xmlns:a="http://schemas.openxmlformats.org/drawingml/2006/main" prst="line">
            <a:avLst/>
          </a:prstGeom>
          <a:noFill xmlns:a="http://schemas.openxmlformats.org/drawingml/2006/main"/>
          <a:ln xmlns:a="http://schemas.openxmlformats.org/drawingml/2006/main" w="9525">
            <a:solidFill>
              <a:srgbClr val="294650"/>
            </a:solidFill>
            <a:prstDash val="solid"/>
          </a:ln>
        </p:spPr>
      </p:sp>
      <p:sp>
        <p:nvSpPr>
          <p:cNvPr id="11" name="step-02-dot">
            <a:extLst xmlns:a="http://schemas.openxmlformats.org/drawingml/2006/main">
              <a:ext uri="{FF2B5EF4-FFF2-40B4-BE49-F238E27FC236}">
                <a16:creationId xmlns:a16="http://schemas.microsoft.com/office/drawing/2014/main" id="{6B3E03F6-A1DB-4A82-876A-E1816F75B13D}"/>
              </a:ext>
            </a:extLst>
          </p:cNvPr>
          <p:cNvSpPr>
            <a:spLocks xmlns:a="http://schemas.openxmlformats.org/drawingml/2006/main" noGrp="1"/>
          </p:cNvSpPr>
          <p:nvPr/>
        </p:nvSpPr>
        <p:spPr>
          <a:xfrm xmlns:a="http://schemas.openxmlformats.org/drawingml/2006/main">
            <a:off x="685800" y="2505075"/>
            <a:ext cx="476250" cy="476250"/>
          </a:xfrm>
          <a:prstGeom xmlns:a="http://schemas.openxmlformats.org/drawingml/2006/main" prst="ellipse">
            <a:avLst/>
          </a:prstGeom>
          <a:noFill xmlns:a="http://schemas.openxmlformats.org/drawingml/2006/main"/>
          <a:ln xmlns:a="http://schemas.openxmlformats.org/drawingml/2006/main" w="0">
            <a:noFill/>
          </a:ln>
        </p:spPr>
      </p:sp>
      <p:sp>
        <p:nvSpPr>
          <p:cNvPr id="12" name="step-02-number">
            <a:extLst xmlns:a="http://schemas.openxmlformats.org/drawingml/2006/main">
              <a:ext uri="{FF2B5EF4-FFF2-40B4-BE49-F238E27FC236}">
                <a16:creationId xmlns:a16="http://schemas.microsoft.com/office/drawing/2014/main" id="{99DEE413-15D6-42F4-BE67-189CF8543362}"/>
              </a:ext>
            </a:extLst>
          </p:cNvPr>
          <p:cNvSpPr>
            <a:spLocks xmlns:a="http://schemas.openxmlformats.org/drawingml/2006/main" noGrp="1"/>
          </p:cNvSpPr>
          <p:nvPr/>
        </p:nvSpPr>
        <p:spPr>
          <a:xfrm xmlns:a="http://schemas.openxmlformats.org/drawingml/2006/main">
            <a:off x="609600" y="2447925"/>
            <a:ext cx="6286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700" b="1">
                <a:solidFill>
                  <a:srgbClr val="D4ED88"/>
                </a:solidFill>
                <a:latin typeface="Arial"/>
                <a:ea typeface="Arial"/>
                <a:cs typeface="Arial"/>
              </a:defRPr>
            </a:defPPr>
            <a:lvl1pPr algn="ctr">
              <a:buNone/>
              <a:defRPr sz="1125" b="1">
                <a:solidFill>
                  <a:srgbClr val="F7F8F3"/>
                </a:solidFill>
                <a:latin typeface="Arial"/>
                <a:ea typeface="Arial"/>
                <a:cs typeface="Arial"/>
              </a:defRPr>
            </a:lvl1pPr>
            <a:lvl2pPr algn="ctr">
              <a:buNone/>
              <a:defRPr sz="1125" b="1">
                <a:solidFill>
                  <a:srgbClr val="F7F8F3"/>
                </a:solidFill>
                <a:latin typeface="Arial"/>
                <a:ea typeface="Arial"/>
                <a:cs typeface="Arial"/>
              </a:defRPr>
            </a:lvl2pPr>
            <a:lvl3pPr algn="ctr">
              <a:buNone/>
              <a:defRPr sz="1125" b="1">
                <a:solidFill>
                  <a:srgbClr val="F7F8F3"/>
                </a:solidFill>
                <a:latin typeface="Arial"/>
                <a:ea typeface="Arial"/>
                <a:cs typeface="Arial"/>
              </a:defRPr>
            </a:lvl3pPr>
            <a:lvl4pPr algn="ctr">
              <a:buNone/>
              <a:defRPr sz="1125" b="1">
                <a:solidFill>
                  <a:srgbClr val="F7F8F3"/>
                </a:solidFill>
                <a:latin typeface="Arial"/>
                <a:ea typeface="Arial"/>
                <a:cs typeface="Arial"/>
              </a:defRPr>
            </a:lvl4pPr>
            <a:lvl5pPr algn="ctr">
              <a:buNone/>
              <a:defRPr sz="1125" b="1">
                <a:solidFill>
                  <a:srgbClr val="F7F8F3"/>
                </a:solidFill>
                <a:latin typeface="Arial"/>
                <a:ea typeface="Arial"/>
                <a:cs typeface="Arial"/>
              </a:defRPr>
            </a:lvl5pPr>
            <a:lvl6pPr algn="ctr">
              <a:buNone/>
              <a:defRPr sz="1125" b="1">
                <a:solidFill>
                  <a:srgbClr val="F7F8F3"/>
                </a:solidFill>
                <a:latin typeface="Arial"/>
                <a:ea typeface="Arial"/>
                <a:cs typeface="Arial"/>
              </a:defRPr>
            </a:lvl6pPr>
            <a:lvl7pPr algn="ctr">
              <a:buNone/>
              <a:defRPr sz="1125" b="1">
                <a:solidFill>
                  <a:srgbClr val="F7F8F3"/>
                </a:solidFill>
                <a:latin typeface="Arial"/>
                <a:ea typeface="Arial"/>
                <a:cs typeface="Arial"/>
              </a:defRPr>
            </a:lvl7pPr>
            <a:lvl8pPr algn="ctr">
              <a:buNone/>
              <a:defRPr sz="1125" b="1">
                <a:solidFill>
                  <a:srgbClr val="F7F8F3"/>
                </a:solidFill>
                <a:latin typeface="Arial"/>
                <a:ea typeface="Arial"/>
                <a:cs typeface="Arial"/>
              </a:defRPr>
            </a:lvl8pPr>
            <a:lvl9pPr algn="ctr">
              <a:buNone/>
              <a:defRPr sz="1125" b="1">
                <a:solidFill>
                  <a:srgbClr val="F7F8F3"/>
                </a:solidFill>
                <a:latin typeface="Arial"/>
                <a:ea typeface="Arial"/>
                <a:cs typeface="Arial"/>
              </a:defRPr>
            </a:lvl9pPr>
          </a:lstStyle>
          <a:p xmlns:a="http://schemas.openxmlformats.org/drawingml/2006/main">
            <a:pPr algn="l">
              <a:buNone/>
              <a:defRPr sz="2700" b="1">
                <a:solidFill>
                  <a:srgbClr val="D4ED88"/>
                </a:solidFill>
                <a:latin typeface="Arial"/>
                <a:ea typeface="Arial"/>
                <a:cs typeface="Arial"/>
              </a:defRPr>
            </a:pPr>
            <a:r>
              <a:rPr sz="2700" b="1">
                <a:solidFill>
                  <a:srgbClr val="D4ED88"/>
                </a:solidFill>
                <a:latin typeface="Arial"/>
                <a:ea typeface="Arial"/>
                <a:cs typeface="Arial"/>
              </a:rPr>
              <a:t>02</a:t>
            </a:r>
          </a:p>
        </p:txBody>
      </p:sp>
      <p:sp>
        <p:nvSpPr>
          <p:cNvPr id="13" name="step-02-title">
            <a:extLst xmlns:a="http://schemas.openxmlformats.org/drawingml/2006/main">
              <a:ext uri="{FF2B5EF4-FFF2-40B4-BE49-F238E27FC236}">
                <a16:creationId xmlns:a16="http://schemas.microsoft.com/office/drawing/2014/main" id="{4D027490-6E82-4582-9148-C7C52645165A}"/>
              </a:ext>
            </a:extLst>
          </p:cNvPr>
          <p:cNvSpPr>
            <a:spLocks xmlns:a="http://schemas.openxmlformats.org/drawingml/2006/main" noGrp="1"/>
          </p:cNvSpPr>
          <p:nvPr/>
        </p:nvSpPr>
        <p:spPr>
          <a:xfrm xmlns:a="http://schemas.openxmlformats.org/drawingml/2006/main">
            <a:off x="1409700" y="2447925"/>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97222"/>
          </a:bodyPr>
          <a:lstStyle xmlns:a="http://schemas.openxmlformats.org/drawingml/2006/main">
            <a:defPPr algn="l">
              <a:defRPr sz="1800" b="1">
                <a:solidFill>
                  <a:srgbClr val="F4F8F7"/>
                </a:solidFill>
                <a:latin typeface="Arial"/>
                <a:ea typeface="Arial"/>
                <a:cs typeface="Arial"/>
              </a:defRPr>
            </a:defPPr>
            <a:lvl1pPr algn="l">
              <a:buNone/>
              <a:defRPr sz="1500" b="1">
                <a:solidFill>
                  <a:srgbClr val="11232B"/>
                </a:solidFill>
                <a:latin typeface="Arial"/>
                <a:ea typeface="Arial"/>
                <a:cs typeface="Arial"/>
              </a:defRPr>
            </a:lvl1pPr>
            <a:lvl2pPr algn="l">
              <a:buNone/>
              <a:defRPr sz="1500" b="1">
                <a:solidFill>
                  <a:srgbClr val="11232B"/>
                </a:solidFill>
                <a:latin typeface="Arial"/>
                <a:ea typeface="Arial"/>
                <a:cs typeface="Arial"/>
              </a:defRPr>
            </a:lvl2pPr>
            <a:lvl3pPr algn="l">
              <a:buNone/>
              <a:defRPr sz="1500" b="1">
                <a:solidFill>
                  <a:srgbClr val="11232B"/>
                </a:solidFill>
                <a:latin typeface="Arial"/>
                <a:ea typeface="Arial"/>
                <a:cs typeface="Arial"/>
              </a:defRPr>
            </a:lvl3pPr>
            <a:lvl4pPr algn="l">
              <a:buNone/>
              <a:defRPr sz="1500" b="1">
                <a:solidFill>
                  <a:srgbClr val="11232B"/>
                </a:solidFill>
                <a:latin typeface="Arial"/>
                <a:ea typeface="Arial"/>
                <a:cs typeface="Arial"/>
              </a:defRPr>
            </a:lvl4pPr>
            <a:lvl5pPr algn="l">
              <a:buNone/>
              <a:defRPr sz="1500" b="1">
                <a:solidFill>
                  <a:srgbClr val="11232B"/>
                </a:solidFill>
                <a:latin typeface="Arial"/>
                <a:ea typeface="Arial"/>
                <a:cs typeface="Arial"/>
              </a:defRPr>
            </a:lvl5pPr>
            <a:lvl6pPr algn="l">
              <a:buNone/>
              <a:defRPr sz="1500" b="1">
                <a:solidFill>
                  <a:srgbClr val="11232B"/>
                </a:solidFill>
                <a:latin typeface="Arial"/>
                <a:ea typeface="Arial"/>
                <a:cs typeface="Arial"/>
              </a:defRPr>
            </a:lvl6pPr>
            <a:lvl7pPr algn="l">
              <a:buNone/>
              <a:defRPr sz="1500" b="1">
                <a:solidFill>
                  <a:srgbClr val="11232B"/>
                </a:solidFill>
                <a:latin typeface="Arial"/>
                <a:ea typeface="Arial"/>
                <a:cs typeface="Arial"/>
              </a:defRPr>
            </a:lvl7pPr>
            <a:lvl8pPr algn="l">
              <a:buNone/>
              <a:defRPr sz="1500" b="1">
                <a:solidFill>
                  <a:srgbClr val="11232B"/>
                </a:solidFill>
                <a:latin typeface="Arial"/>
                <a:ea typeface="Arial"/>
                <a:cs typeface="Arial"/>
              </a:defRPr>
            </a:lvl8pPr>
            <a:lvl9pPr algn="l">
              <a:buNone/>
              <a:defRPr sz="1500" b="1">
                <a:solidFill>
                  <a:srgbClr val="11232B"/>
                </a:solidFill>
                <a:latin typeface="Arial"/>
                <a:ea typeface="Arial"/>
                <a:cs typeface="Arial"/>
              </a:defRPr>
            </a:lvl9pPr>
          </a:lstStyle>
          <a:p xmlns:a="http://schemas.openxmlformats.org/drawingml/2006/main">
            <a:pPr algn="l">
              <a:buNone/>
              <a:defRPr sz="1800" b="1">
                <a:solidFill>
                  <a:srgbClr val="F4F8F7"/>
                </a:solidFill>
                <a:latin typeface="Arial"/>
                <a:ea typeface="Arial"/>
                <a:cs typeface="Arial"/>
              </a:defRPr>
            </a:pPr>
            <a:r>
              <a:rPr sz="1800" b="1">
                <a:solidFill>
                  <a:srgbClr val="F4F8F7"/>
                </a:solidFill>
                <a:latin typeface="Arial"/>
                <a:ea typeface="Arial"/>
                <a:cs typeface="Arial"/>
              </a:rPr>
              <a:t>Kiểm tra điện áp</a:t>
            </a:r>
          </a:p>
        </p:txBody>
      </p:sp>
      <p:sp>
        <p:nvSpPr>
          <p:cNvPr id="14" name="step-02-body">
            <a:extLst xmlns:a="http://schemas.openxmlformats.org/drawingml/2006/main">
              <a:ext uri="{FF2B5EF4-FFF2-40B4-BE49-F238E27FC236}">
                <a16:creationId xmlns:a16="http://schemas.microsoft.com/office/drawing/2014/main" id="{8F1CA71E-0598-4537-9464-5B6142DB10E8}"/>
              </a:ext>
            </a:extLst>
          </p:cNvPr>
          <p:cNvSpPr>
            <a:spLocks xmlns:a="http://schemas.openxmlformats.org/drawingml/2006/main" noGrp="1"/>
          </p:cNvSpPr>
          <p:nvPr/>
        </p:nvSpPr>
        <p:spPr>
          <a:xfrm xmlns:a="http://schemas.openxmlformats.org/drawingml/2006/main">
            <a:off x="1409700" y="2733675"/>
            <a:ext cx="66389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0">
                <a:solidFill>
                  <a:srgbClr val="B8CCD1"/>
                </a:solidFill>
                <a:latin typeface="Arial"/>
                <a:ea typeface="Arial"/>
                <a:cs typeface="Arial"/>
              </a:defRPr>
            </a:defPPr>
            <a:lvl1pPr algn="l">
              <a:buNone/>
              <a:defRPr sz="1125" b="0">
                <a:solidFill>
                  <a:srgbClr val="50636A"/>
                </a:solidFill>
                <a:latin typeface="Arial"/>
                <a:ea typeface="Arial"/>
                <a:cs typeface="Arial"/>
              </a:defRPr>
            </a:lvl1pPr>
            <a:lvl2pPr algn="l">
              <a:buNone/>
              <a:defRPr sz="1125" b="0">
                <a:solidFill>
                  <a:srgbClr val="50636A"/>
                </a:solidFill>
                <a:latin typeface="Arial"/>
                <a:ea typeface="Arial"/>
                <a:cs typeface="Arial"/>
              </a:defRPr>
            </a:lvl2pPr>
            <a:lvl3pPr algn="l">
              <a:buNone/>
              <a:defRPr sz="1125" b="0">
                <a:solidFill>
                  <a:srgbClr val="50636A"/>
                </a:solidFill>
                <a:latin typeface="Arial"/>
                <a:ea typeface="Arial"/>
                <a:cs typeface="Arial"/>
              </a:defRPr>
            </a:lvl3pPr>
            <a:lvl4pPr algn="l">
              <a:buNone/>
              <a:defRPr sz="1125" b="0">
                <a:solidFill>
                  <a:srgbClr val="50636A"/>
                </a:solidFill>
                <a:latin typeface="Arial"/>
                <a:ea typeface="Arial"/>
                <a:cs typeface="Arial"/>
              </a:defRPr>
            </a:lvl4pPr>
            <a:lvl5pPr algn="l">
              <a:buNone/>
              <a:defRPr sz="1125" b="0">
                <a:solidFill>
                  <a:srgbClr val="50636A"/>
                </a:solidFill>
                <a:latin typeface="Arial"/>
                <a:ea typeface="Arial"/>
                <a:cs typeface="Arial"/>
              </a:defRPr>
            </a:lvl5pPr>
            <a:lvl6pPr algn="l">
              <a:buNone/>
              <a:defRPr sz="1125" b="0">
                <a:solidFill>
                  <a:srgbClr val="50636A"/>
                </a:solidFill>
                <a:latin typeface="Arial"/>
                <a:ea typeface="Arial"/>
                <a:cs typeface="Arial"/>
              </a:defRPr>
            </a:lvl6pPr>
            <a:lvl7pPr algn="l">
              <a:buNone/>
              <a:defRPr sz="1125" b="0">
                <a:solidFill>
                  <a:srgbClr val="50636A"/>
                </a:solidFill>
                <a:latin typeface="Arial"/>
                <a:ea typeface="Arial"/>
                <a:cs typeface="Arial"/>
              </a:defRPr>
            </a:lvl7pPr>
            <a:lvl8pPr algn="l">
              <a:buNone/>
              <a:defRPr sz="1125" b="0">
                <a:solidFill>
                  <a:srgbClr val="50636A"/>
                </a:solidFill>
                <a:latin typeface="Arial"/>
                <a:ea typeface="Arial"/>
                <a:cs typeface="Arial"/>
              </a:defRPr>
            </a:lvl8pPr>
            <a:lvl9pPr algn="l">
              <a:buNone/>
              <a:defRPr sz="1125" b="0">
                <a:solidFill>
                  <a:srgbClr val="50636A"/>
                </a:solidFill>
                <a:latin typeface="Arial"/>
                <a:ea typeface="Arial"/>
                <a:cs typeface="Arial"/>
              </a:defRPr>
            </a:lvl9pPr>
          </a:lstStyle>
          <a:p xmlns:a="http://schemas.openxmlformats.org/drawingml/2006/main">
            <a:pPr algn="l">
              <a:buNone/>
              <a:defRPr sz="1500" b="0">
                <a:solidFill>
                  <a:srgbClr val="B8CCD1"/>
                </a:solidFill>
                <a:latin typeface="Arial"/>
                <a:ea typeface="Arial"/>
                <a:cs typeface="Arial"/>
              </a:defRPr>
            </a:pPr>
            <a:r>
              <a:rPr sz="1500" b="0">
                <a:solidFill>
                  <a:srgbClr val="B8CCD1"/>
                </a:solidFill>
                <a:latin typeface="Arial"/>
                <a:ea typeface="Arial"/>
                <a:cs typeface="Arial"/>
              </a:rPr>
              <a:t>GPIO25 → R1 → ADC GPIO1; R2 // C1 xuống GND. Kiểm tra đỉnh ADC.</a:t>
            </a:r>
          </a:p>
        </p:txBody>
      </p:sp>
      <p:sp>
        <p:nvSpPr>
          <p:cNvPr id="15" name="step-divider-1">
            <a:extLst xmlns:a="http://schemas.openxmlformats.org/drawingml/2006/main">
              <a:ext uri="{FF2B5EF4-FFF2-40B4-BE49-F238E27FC236}">
                <a16:creationId xmlns:a16="http://schemas.microsoft.com/office/drawing/2014/main" id="{17D8CACB-F3FD-4B99-9630-1129632994D9}"/>
              </a:ext>
            </a:extLst>
          </p:cNvPr>
          <p:cNvSpPr>
            <a:spLocks xmlns:a="http://schemas.openxmlformats.org/drawingml/2006/main" noGrp="1"/>
          </p:cNvSpPr>
          <p:nvPr/>
        </p:nvSpPr>
        <p:spPr>
          <a:xfrm xmlns:a="http://schemas.openxmlformats.org/drawingml/2006/main">
            <a:off x="1409700" y="3267075"/>
            <a:ext cx="6619875" cy="9525"/>
          </a:xfrm>
          <a:prstGeom xmlns:a="http://schemas.openxmlformats.org/drawingml/2006/main" prst="line">
            <a:avLst/>
          </a:prstGeom>
          <a:noFill xmlns:a="http://schemas.openxmlformats.org/drawingml/2006/main"/>
          <a:ln xmlns:a="http://schemas.openxmlformats.org/drawingml/2006/main" w="9525">
            <a:solidFill>
              <a:srgbClr val="294650"/>
            </a:solidFill>
            <a:prstDash val="solid"/>
          </a:ln>
        </p:spPr>
      </p:sp>
      <p:sp>
        <p:nvSpPr>
          <p:cNvPr id="16" name="step-03-dot">
            <a:extLst xmlns:a="http://schemas.openxmlformats.org/drawingml/2006/main">
              <a:ext uri="{FF2B5EF4-FFF2-40B4-BE49-F238E27FC236}">
                <a16:creationId xmlns:a16="http://schemas.microsoft.com/office/drawing/2014/main" id="{A7DA0DC1-3A49-49B3-88CE-710BA5CDBBEA}"/>
              </a:ext>
            </a:extLst>
          </p:cNvPr>
          <p:cNvSpPr>
            <a:spLocks xmlns:a="http://schemas.openxmlformats.org/drawingml/2006/main" noGrp="1"/>
          </p:cNvSpPr>
          <p:nvPr/>
        </p:nvSpPr>
        <p:spPr>
          <a:xfrm xmlns:a="http://schemas.openxmlformats.org/drawingml/2006/main">
            <a:off x="685800" y="3419475"/>
            <a:ext cx="476250" cy="476250"/>
          </a:xfrm>
          <a:prstGeom xmlns:a="http://schemas.openxmlformats.org/drawingml/2006/main" prst="ellipse">
            <a:avLst/>
          </a:prstGeom>
          <a:noFill xmlns:a="http://schemas.openxmlformats.org/drawingml/2006/main"/>
          <a:ln xmlns:a="http://schemas.openxmlformats.org/drawingml/2006/main" w="0">
            <a:noFill/>
          </a:ln>
        </p:spPr>
      </p:sp>
      <p:sp>
        <p:nvSpPr>
          <p:cNvPr id="17" name="step-03-number">
            <a:extLst xmlns:a="http://schemas.openxmlformats.org/drawingml/2006/main">
              <a:ext uri="{FF2B5EF4-FFF2-40B4-BE49-F238E27FC236}">
                <a16:creationId xmlns:a16="http://schemas.microsoft.com/office/drawing/2014/main" id="{F616068E-D2B9-4B4B-A7EB-213DFBE7552C}"/>
              </a:ext>
            </a:extLst>
          </p:cNvPr>
          <p:cNvSpPr>
            <a:spLocks xmlns:a="http://schemas.openxmlformats.org/drawingml/2006/main" noGrp="1"/>
          </p:cNvSpPr>
          <p:nvPr/>
        </p:nvSpPr>
        <p:spPr>
          <a:xfrm xmlns:a="http://schemas.openxmlformats.org/drawingml/2006/main">
            <a:off x="609600" y="3362325"/>
            <a:ext cx="6286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700" b="1">
                <a:solidFill>
                  <a:srgbClr val="D4ED88"/>
                </a:solidFill>
                <a:latin typeface="Arial"/>
                <a:ea typeface="Arial"/>
                <a:cs typeface="Arial"/>
              </a:defRPr>
            </a:defPPr>
            <a:lvl1pPr algn="ctr">
              <a:buNone/>
              <a:defRPr sz="1125" b="1">
                <a:solidFill>
                  <a:srgbClr val="F7F8F3"/>
                </a:solidFill>
                <a:latin typeface="Arial"/>
                <a:ea typeface="Arial"/>
                <a:cs typeface="Arial"/>
              </a:defRPr>
            </a:lvl1pPr>
            <a:lvl2pPr algn="ctr">
              <a:buNone/>
              <a:defRPr sz="1125" b="1">
                <a:solidFill>
                  <a:srgbClr val="F7F8F3"/>
                </a:solidFill>
                <a:latin typeface="Arial"/>
                <a:ea typeface="Arial"/>
                <a:cs typeface="Arial"/>
              </a:defRPr>
            </a:lvl2pPr>
            <a:lvl3pPr algn="ctr">
              <a:buNone/>
              <a:defRPr sz="1125" b="1">
                <a:solidFill>
                  <a:srgbClr val="F7F8F3"/>
                </a:solidFill>
                <a:latin typeface="Arial"/>
                <a:ea typeface="Arial"/>
                <a:cs typeface="Arial"/>
              </a:defRPr>
            </a:lvl3pPr>
            <a:lvl4pPr algn="ctr">
              <a:buNone/>
              <a:defRPr sz="1125" b="1">
                <a:solidFill>
                  <a:srgbClr val="F7F8F3"/>
                </a:solidFill>
                <a:latin typeface="Arial"/>
                <a:ea typeface="Arial"/>
                <a:cs typeface="Arial"/>
              </a:defRPr>
            </a:lvl4pPr>
            <a:lvl5pPr algn="ctr">
              <a:buNone/>
              <a:defRPr sz="1125" b="1">
                <a:solidFill>
                  <a:srgbClr val="F7F8F3"/>
                </a:solidFill>
                <a:latin typeface="Arial"/>
                <a:ea typeface="Arial"/>
                <a:cs typeface="Arial"/>
              </a:defRPr>
            </a:lvl5pPr>
            <a:lvl6pPr algn="ctr">
              <a:buNone/>
              <a:defRPr sz="1125" b="1">
                <a:solidFill>
                  <a:srgbClr val="F7F8F3"/>
                </a:solidFill>
                <a:latin typeface="Arial"/>
                <a:ea typeface="Arial"/>
                <a:cs typeface="Arial"/>
              </a:defRPr>
            </a:lvl6pPr>
            <a:lvl7pPr algn="ctr">
              <a:buNone/>
              <a:defRPr sz="1125" b="1">
                <a:solidFill>
                  <a:srgbClr val="F7F8F3"/>
                </a:solidFill>
                <a:latin typeface="Arial"/>
                <a:ea typeface="Arial"/>
                <a:cs typeface="Arial"/>
              </a:defRPr>
            </a:lvl7pPr>
            <a:lvl8pPr algn="ctr">
              <a:buNone/>
              <a:defRPr sz="1125" b="1">
                <a:solidFill>
                  <a:srgbClr val="F7F8F3"/>
                </a:solidFill>
                <a:latin typeface="Arial"/>
                <a:ea typeface="Arial"/>
                <a:cs typeface="Arial"/>
              </a:defRPr>
            </a:lvl8pPr>
            <a:lvl9pPr algn="ctr">
              <a:buNone/>
              <a:defRPr sz="1125" b="1">
                <a:solidFill>
                  <a:srgbClr val="F7F8F3"/>
                </a:solidFill>
                <a:latin typeface="Arial"/>
                <a:ea typeface="Arial"/>
                <a:cs typeface="Arial"/>
              </a:defRPr>
            </a:lvl9pPr>
          </a:lstStyle>
          <a:p xmlns:a="http://schemas.openxmlformats.org/drawingml/2006/main">
            <a:pPr algn="l">
              <a:buNone/>
              <a:defRPr sz="2700" b="1">
                <a:solidFill>
                  <a:srgbClr val="D4ED88"/>
                </a:solidFill>
                <a:latin typeface="Arial"/>
                <a:ea typeface="Arial"/>
                <a:cs typeface="Arial"/>
              </a:defRPr>
            </a:pPr>
            <a:r>
              <a:rPr sz="2700" b="1">
                <a:solidFill>
                  <a:srgbClr val="D4ED88"/>
                </a:solidFill>
                <a:latin typeface="Arial"/>
                <a:ea typeface="Arial"/>
                <a:cs typeface="Arial"/>
              </a:rPr>
              <a:t>03</a:t>
            </a:r>
          </a:p>
        </p:txBody>
      </p:sp>
      <p:sp>
        <p:nvSpPr>
          <p:cNvPr id="18" name="step-03-title">
            <a:extLst xmlns:a="http://schemas.openxmlformats.org/drawingml/2006/main">
              <a:ext uri="{FF2B5EF4-FFF2-40B4-BE49-F238E27FC236}">
                <a16:creationId xmlns:a16="http://schemas.microsoft.com/office/drawing/2014/main" id="{A3F17B5D-08EB-440D-9DC3-ED7EAFD80B9B}"/>
              </a:ext>
            </a:extLst>
          </p:cNvPr>
          <p:cNvSpPr>
            <a:spLocks xmlns:a="http://schemas.openxmlformats.org/drawingml/2006/main" noGrp="1"/>
          </p:cNvSpPr>
          <p:nvPr/>
        </p:nvSpPr>
        <p:spPr>
          <a:xfrm xmlns:a="http://schemas.openxmlformats.org/drawingml/2006/main">
            <a:off x="1409700" y="3362325"/>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97222"/>
          </a:bodyPr>
          <a:lstStyle xmlns:a="http://schemas.openxmlformats.org/drawingml/2006/main">
            <a:defPPr algn="l">
              <a:defRPr sz="1800" b="1">
                <a:solidFill>
                  <a:srgbClr val="F4F8F7"/>
                </a:solidFill>
                <a:latin typeface="Arial"/>
                <a:ea typeface="Arial"/>
                <a:cs typeface="Arial"/>
              </a:defRPr>
            </a:defPPr>
            <a:lvl1pPr algn="l">
              <a:buNone/>
              <a:defRPr sz="1500" b="1">
                <a:solidFill>
                  <a:srgbClr val="11232B"/>
                </a:solidFill>
                <a:latin typeface="Arial"/>
                <a:ea typeface="Arial"/>
                <a:cs typeface="Arial"/>
              </a:defRPr>
            </a:lvl1pPr>
            <a:lvl2pPr algn="l">
              <a:buNone/>
              <a:defRPr sz="1500" b="1">
                <a:solidFill>
                  <a:srgbClr val="11232B"/>
                </a:solidFill>
                <a:latin typeface="Arial"/>
                <a:ea typeface="Arial"/>
                <a:cs typeface="Arial"/>
              </a:defRPr>
            </a:lvl2pPr>
            <a:lvl3pPr algn="l">
              <a:buNone/>
              <a:defRPr sz="1500" b="1">
                <a:solidFill>
                  <a:srgbClr val="11232B"/>
                </a:solidFill>
                <a:latin typeface="Arial"/>
                <a:ea typeface="Arial"/>
                <a:cs typeface="Arial"/>
              </a:defRPr>
            </a:lvl3pPr>
            <a:lvl4pPr algn="l">
              <a:buNone/>
              <a:defRPr sz="1500" b="1">
                <a:solidFill>
                  <a:srgbClr val="11232B"/>
                </a:solidFill>
                <a:latin typeface="Arial"/>
                <a:ea typeface="Arial"/>
                <a:cs typeface="Arial"/>
              </a:defRPr>
            </a:lvl4pPr>
            <a:lvl5pPr algn="l">
              <a:buNone/>
              <a:defRPr sz="1500" b="1">
                <a:solidFill>
                  <a:srgbClr val="11232B"/>
                </a:solidFill>
                <a:latin typeface="Arial"/>
                <a:ea typeface="Arial"/>
                <a:cs typeface="Arial"/>
              </a:defRPr>
            </a:lvl5pPr>
            <a:lvl6pPr algn="l">
              <a:buNone/>
              <a:defRPr sz="1500" b="1">
                <a:solidFill>
                  <a:srgbClr val="11232B"/>
                </a:solidFill>
                <a:latin typeface="Arial"/>
                <a:ea typeface="Arial"/>
                <a:cs typeface="Arial"/>
              </a:defRPr>
            </a:lvl6pPr>
            <a:lvl7pPr algn="l">
              <a:buNone/>
              <a:defRPr sz="1500" b="1">
                <a:solidFill>
                  <a:srgbClr val="11232B"/>
                </a:solidFill>
                <a:latin typeface="Arial"/>
                <a:ea typeface="Arial"/>
                <a:cs typeface="Arial"/>
              </a:defRPr>
            </a:lvl7pPr>
            <a:lvl8pPr algn="l">
              <a:buNone/>
              <a:defRPr sz="1500" b="1">
                <a:solidFill>
                  <a:srgbClr val="11232B"/>
                </a:solidFill>
                <a:latin typeface="Arial"/>
                <a:ea typeface="Arial"/>
                <a:cs typeface="Arial"/>
              </a:defRPr>
            </a:lvl8pPr>
            <a:lvl9pPr algn="l">
              <a:buNone/>
              <a:defRPr sz="1500" b="1">
                <a:solidFill>
                  <a:srgbClr val="11232B"/>
                </a:solidFill>
                <a:latin typeface="Arial"/>
                <a:ea typeface="Arial"/>
                <a:cs typeface="Arial"/>
              </a:defRPr>
            </a:lvl9pPr>
          </a:lstStyle>
          <a:p xmlns:a="http://schemas.openxmlformats.org/drawingml/2006/main">
            <a:pPr algn="l">
              <a:buNone/>
              <a:defRPr sz="1800" b="1">
                <a:solidFill>
                  <a:srgbClr val="F4F8F7"/>
                </a:solidFill>
                <a:latin typeface="Arial"/>
                <a:ea typeface="Arial"/>
                <a:cs typeface="Arial"/>
              </a:defRPr>
            </a:pPr>
            <a:r>
              <a:rPr sz="1800" b="1">
                <a:solidFill>
                  <a:srgbClr val="F4F8F7"/>
                </a:solidFill>
                <a:latin typeface="Arial"/>
                <a:ea typeface="Arial"/>
                <a:cs typeface="Arial"/>
              </a:rPr>
              <a:t>Nạp pipeline thật</a:t>
            </a:r>
          </a:p>
        </p:txBody>
      </p:sp>
      <p:sp>
        <p:nvSpPr>
          <p:cNvPr id="19" name="step-03-body">
            <a:extLst xmlns:a="http://schemas.openxmlformats.org/drawingml/2006/main">
              <a:ext uri="{FF2B5EF4-FFF2-40B4-BE49-F238E27FC236}">
                <a16:creationId xmlns:a16="http://schemas.microsoft.com/office/drawing/2014/main" id="{606C418F-9970-4E86-85FF-8AA017E099A6}"/>
              </a:ext>
            </a:extLst>
          </p:cNvPr>
          <p:cNvSpPr>
            <a:spLocks xmlns:a="http://schemas.openxmlformats.org/drawingml/2006/main" noGrp="1"/>
          </p:cNvSpPr>
          <p:nvPr/>
        </p:nvSpPr>
        <p:spPr>
          <a:xfrm xmlns:a="http://schemas.openxmlformats.org/drawingml/2006/main">
            <a:off x="1409700" y="3648075"/>
            <a:ext cx="66389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0">
                <a:solidFill>
                  <a:srgbClr val="B8CCD1"/>
                </a:solidFill>
                <a:latin typeface="Arial"/>
                <a:ea typeface="Arial"/>
                <a:cs typeface="Arial"/>
              </a:defRPr>
            </a:defPPr>
            <a:lvl1pPr algn="l">
              <a:buNone/>
              <a:defRPr sz="1125" b="0">
                <a:solidFill>
                  <a:srgbClr val="50636A"/>
                </a:solidFill>
                <a:latin typeface="Arial"/>
                <a:ea typeface="Arial"/>
                <a:cs typeface="Arial"/>
              </a:defRPr>
            </a:lvl1pPr>
            <a:lvl2pPr algn="l">
              <a:buNone/>
              <a:defRPr sz="1125" b="0">
                <a:solidFill>
                  <a:srgbClr val="50636A"/>
                </a:solidFill>
                <a:latin typeface="Arial"/>
                <a:ea typeface="Arial"/>
                <a:cs typeface="Arial"/>
              </a:defRPr>
            </a:lvl2pPr>
            <a:lvl3pPr algn="l">
              <a:buNone/>
              <a:defRPr sz="1125" b="0">
                <a:solidFill>
                  <a:srgbClr val="50636A"/>
                </a:solidFill>
                <a:latin typeface="Arial"/>
                <a:ea typeface="Arial"/>
                <a:cs typeface="Arial"/>
              </a:defRPr>
            </a:lvl3pPr>
            <a:lvl4pPr algn="l">
              <a:buNone/>
              <a:defRPr sz="1125" b="0">
                <a:solidFill>
                  <a:srgbClr val="50636A"/>
                </a:solidFill>
                <a:latin typeface="Arial"/>
                <a:ea typeface="Arial"/>
                <a:cs typeface="Arial"/>
              </a:defRPr>
            </a:lvl4pPr>
            <a:lvl5pPr algn="l">
              <a:buNone/>
              <a:defRPr sz="1125" b="0">
                <a:solidFill>
                  <a:srgbClr val="50636A"/>
                </a:solidFill>
                <a:latin typeface="Arial"/>
                <a:ea typeface="Arial"/>
                <a:cs typeface="Arial"/>
              </a:defRPr>
            </a:lvl5pPr>
            <a:lvl6pPr algn="l">
              <a:buNone/>
              <a:defRPr sz="1125" b="0">
                <a:solidFill>
                  <a:srgbClr val="50636A"/>
                </a:solidFill>
                <a:latin typeface="Arial"/>
                <a:ea typeface="Arial"/>
                <a:cs typeface="Arial"/>
              </a:defRPr>
            </a:lvl6pPr>
            <a:lvl7pPr algn="l">
              <a:buNone/>
              <a:defRPr sz="1125" b="0">
                <a:solidFill>
                  <a:srgbClr val="50636A"/>
                </a:solidFill>
                <a:latin typeface="Arial"/>
                <a:ea typeface="Arial"/>
                <a:cs typeface="Arial"/>
              </a:defRPr>
            </a:lvl7pPr>
            <a:lvl8pPr algn="l">
              <a:buNone/>
              <a:defRPr sz="1125" b="0">
                <a:solidFill>
                  <a:srgbClr val="50636A"/>
                </a:solidFill>
                <a:latin typeface="Arial"/>
                <a:ea typeface="Arial"/>
                <a:cs typeface="Arial"/>
              </a:defRPr>
            </a:lvl8pPr>
            <a:lvl9pPr algn="l">
              <a:buNone/>
              <a:defRPr sz="1125" b="0">
                <a:solidFill>
                  <a:srgbClr val="50636A"/>
                </a:solidFill>
                <a:latin typeface="Arial"/>
                <a:ea typeface="Arial"/>
                <a:cs typeface="Arial"/>
              </a:defRPr>
            </a:lvl9pPr>
          </a:lstStyle>
          <a:p xmlns:a="http://schemas.openxmlformats.org/drawingml/2006/main">
            <a:pPr algn="l">
              <a:buNone/>
              <a:defRPr sz="1500" b="0">
                <a:solidFill>
                  <a:srgbClr val="B8CCD1"/>
                </a:solidFill>
                <a:latin typeface="Arial"/>
                <a:ea typeface="Arial"/>
                <a:cs typeface="Arial"/>
              </a:defRPr>
            </a:pPr>
            <a:r>
              <a:rPr sz="1500" b="0">
                <a:solidFill>
                  <a:srgbClr val="B8CCD1"/>
                </a:solidFill>
                <a:latin typeface="Arial"/>
                <a:ea typeface="Arial"/>
                <a:cs typeface="Arial"/>
              </a:rPr>
              <a:t>Thu 1 kS/s trong cửa sổ 4 s; chạy tiền xử lý và TCN INT8 trên bo.</a:t>
            </a:r>
          </a:p>
        </p:txBody>
      </p:sp>
      <p:sp>
        <p:nvSpPr>
          <p:cNvPr id="20" name="step-divider-2">
            <a:extLst xmlns:a="http://schemas.openxmlformats.org/drawingml/2006/main">
              <a:ext uri="{FF2B5EF4-FFF2-40B4-BE49-F238E27FC236}">
                <a16:creationId xmlns:a16="http://schemas.microsoft.com/office/drawing/2014/main" id="{246DCF6B-43F8-48AA-B4F3-B08E9DD5F0F3}"/>
              </a:ext>
            </a:extLst>
          </p:cNvPr>
          <p:cNvSpPr>
            <a:spLocks xmlns:a="http://schemas.openxmlformats.org/drawingml/2006/main" noGrp="1"/>
          </p:cNvSpPr>
          <p:nvPr/>
        </p:nvSpPr>
        <p:spPr>
          <a:xfrm xmlns:a="http://schemas.openxmlformats.org/drawingml/2006/main">
            <a:off x="1409700" y="4181475"/>
            <a:ext cx="6619875" cy="9525"/>
          </a:xfrm>
          <a:prstGeom xmlns:a="http://schemas.openxmlformats.org/drawingml/2006/main" prst="line">
            <a:avLst/>
          </a:prstGeom>
          <a:noFill xmlns:a="http://schemas.openxmlformats.org/drawingml/2006/main"/>
          <a:ln xmlns:a="http://schemas.openxmlformats.org/drawingml/2006/main" w="9525">
            <a:solidFill>
              <a:srgbClr val="294650"/>
            </a:solidFill>
            <a:prstDash val="solid"/>
          </a:ln>
        </p:spPr>
      </p:sp>
      <p:sp>
        <p:nvSpPr>
          <p:cNvPr id="21" name="step-04-dot">
            <a:extLst xmlns:a="http://schemas.openxmlformats.org/drawingml/2006/main">
              <a:ext uri="{FF2B5EF4-FFF2-40B4-BE49-F238E27FC236}">
                <a16:creationId xmlns:a16="http://schemas.microsoft.com/office/drawing/2014/main" id="{1E77DC48-EB68-486A-8214-8E643B67CF58}"/>
              </a:ext>
            </a:extLst>
          </p:cNvPr>
          <p:cNvSpPr>
            <a:spLocks xmlns:a="http://schemas.openxmlformats.org/drawingml/2006/main" noGrp="1"/>
          </p:cNvSpPr>
          <p:nvPr/>
        </p:nvSpPr>
        <p:spPr>
          <a:xfrm xmlns:a="http://schemas.openxmlformats.org/drawingml/2006/main">
            <a:off x="685800" y="4333875"/>
            <a:ext cx="476250" cy="476250"/>
          </a:xfrm>
          <a:prstGeom xmlns:a="http://schemas.openxmlformats.org/drawingml/2006/main" prst="ellipse">
            <a:avLst/>
          </a:prstGeom>
          <a:noFill xmlns:a="http://schemas.openxmlformats.org/drawingml/2006/main"/>
          <a:ln xmlns:a="http://schemas.openxmlformats.org/drawingml/2006/main" w="0">
            <a:noFill/>
          </a:ln>
        </p:spPr>
      </p:sp>
      <p:sp>
        <p:nvSpPr>
          <p:cNvPr id="22" name="step-04-number">
            <a:extLst xmlns:a="http://schemas.openxmlformats.org/drawingml/2006/main">
              <a:ext uri="{FF2B5EF4-FFF2-40B4-BE49-F238E27FC236}">
                <a16:creationId xmlns:a16="http://schemas.microsoft.com/office/drawing/2014/main" id="{CC1F5085-2DB4-4F17-BFE8-D78D0DDD9C09}"/>
              </a:ext>
            </a:extLst>
          </p:cNvPr>
          <p:cNvSpPr>
            <a:spLocks xmlns:a="http://schemas.openxmlformats.org/drawingml/2006/main" noGrp="1"/>
          </p:cNvSpPr>
          <p:nvPr/>
        </p:nvSpPr>
        <p:spPr>
          <a:xfrm xmlns:a="http://schemas.openxmlformats.org/drawingml/2006/main">
            <a:off x="609600" y="4276725"/>
            <a:ext cx="6286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700" b="1">
                <a:solidFill>
                  <a:srgbClr val="D4ED88"/>
                </a:solidFill>
                <a:latin typeface="Arial"/>
                <a:ea typeface="Arial"/>
                <a:cs typeface="Arial"/>
              </a:defRPr>
            </a:defPPr>
            <a:lvl1pPr algn="ctr">
              <a:buNone/>
              <a:defRPr sz="1125" b="1">
                <a:solidFill>
                  <a:srgbClr val="F7F8F3"/>
                </a:solidFill>
                <a:latin typeface="Arial"/>
                <a:ea typeface="Arial"/>
                <a:cs typeface="Arial"/>
              </a:defRPr>
            </a:lvl1pPr>
            <a:lvl2pPr algn="ctr">
              <a:buNone/>
              <a:defRPr sz="1125" b="1">
                <a:solidFill>
                  <a:srgbClr val="F7F8F3"/>
                </a:solidFill>
                <a:latin typeface="Arial"/>
                <a:ea typeface="Arial"/>
                <a:cs typeface="Arial"/>
              </a:defRPr>
            </a:lvl2pPr>
            <a:lvl3pPr algn="ctr">
              <a:buNone/>
              <a:defRPr sz="1125" b="1">
                <a:solidFill>
                  <a:srgbClr val="F7F8F3"/>
                </a:solidFill>
                <a:latin typeface="Arial"/>
                <a:ea typeface="Arial"/>
                <a:cs typeface="Arial"/>
              </a:defRPr>
            </a:lvl3pPr>
            <a:lvl4pPr algn="ctr">
              <a:buNone/>
              <a:defRPr sz="1125" b="1">
                <a:solidFill>
                  <a:srgbClr val="F7F8F3"/>
                </a:solidFill>
                <a:latin typeface="Arial"/>
                <a:ea typeface="Arial"/>
                <a:cs typeface="Arial"/>
              </a:defRPr>
            </a:lvl4pPr>
            <a:lvl5pPr algn="ctr">
              <a:buNone/>
              <a:defRPr sz="1125" b="1">
                <a:solidFill>
                  <a:srgbClr val="F7F8F3"/>
                </a:solidFill>
                <a:latin typeface="Arial"/>
                <a:ea typeface="Arial"/>
                <a:cs typeface="Arial"/>
              </a:defRPr>
            </a:lvl5pPr>
            <a:lvl6pPr algn="ctr">
              <a:buNone/>
              <a:defRPr sz="1125" b="1">
                <a:solidFill>
                  <a:srgbClr val="F7F8F3"/>
                </a:solidFill>
                <a:latin typeface="Arial"/>
                <a:ea typeface="Arial"/>
                <a:cs typeface="Arial"/>
              </a:defRPr>
            </a:lvl6pPr>
            <a:lvl7pPr algn="ctr">
              <a:buNone/>
              <a:defRPr sz="1125" b="1">
                <a:solidFill>
                  <a:srgbClr val="F7F8F3"/>
                </a:solidFill>
                <a:latin typeface="Arial"/>
                <a:ea typeface="Arial"/>
                <a:cs typeface="Arial"/>
              </a:defRPr>
            </a:lvl7pPr>
            <a:lvl8pPr algn="ctr">
              <a:buNone/>
              <a:defRPr sz="1125" b="1">
                <a:solidFill>
                  <a:srgbClr val="F7F8F3"/>
                </a:solidFill>
                <a:latin typeface="Arial"/>
                <a:ea typeface="Arial"/>
                <a:cs typeface="Arial"/>
              </a:defRPr>
            </a:lvl8pPr>
            <a:lvl9pPr algn="ctr">
              <a:buNone/>
              <a:defRPr sz="1125" b="1">
                <a:solidFill>
                  <a:srgbClr val="F7F8F3"/>
                </a:solidFill>
                <a:latin typeface="Arial"/>
                <a:ea typeface="Arial"/>
                <a:cs typeface="Arial"/>
              </a:defRPr>
            </a:lvl9pPr>
          </a:lstStyle>
          <a:p xmlns:a="http://schemas.openxmlformats.org/drawingml/2006/main">
            <a:pPr algn="l">
              <a:buNone/>
              <a:defRPr sz="2700" b="1">
                <a:solidFill>
                  <a:srgbClr val="D4ED88"/>
                </a:solidFill>
                <a:latin typeface="Arial"/>
                <a:ea typeface="Arial"/>
                <a:cs typeface="Arial"/>
              </a:defRPr>
            </a:pPr>
            <a:r>
              <a:rPr sz="2700" b="1">
                <a:solidFill>
                  <a:srgbClr val="D4ED88"/>
                </a:solidFill>
                <a:latin typeface="Arial"/>
                <a:ea typeface="Arial"/>
                <a:cs typeface="Arial"/>
              </a:rPr>
              <a:t>04</a:t>
            </a:r>
          </a:p>
        </p:txBody>
      </p:sp>
      <p:sp>
        <p:nvSpPr>
          <p:cNvPr id="23" name="step-04-title">
            <a:extLst xmlns:a="http://schemas.openxmlformats.org/drawingml/2006/main">
              <a:ext uri="{FF2B5EF4-FFF2-40B4-BE49-F238E27FC236}">
                <a16:creationId xmlns:a16="http://schemas.microsoft.com/office/drawing/2014/main" id="{F9E5543B-3865-4F79-A7E2-4A42F7969AA6}"/>
              </a:ext>
            </a:extLst>
          </p:cNvPr>
          <p:cNvSpPr>
            <a:spLocks xmlns:a="http://schemas.openxmlformats.org/drawingml/2006/main" noGrp="1"/>
          </p:cNvSpPr>
          <p:nvPr/>
        </p:nvSpPr>
        <p:spPr>
          <a:xfrm xmlns:a="http://schemas.openxmlformats.org/drawingml/2006/main">
            <a:off x="1409700" y="4276725"/>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97222"/>
          </a:bodyPr>
          <a:lstStyle xmlns:a="http://schemas.openxmlformats.org/drawingml/2006/main">
            <a:defPPr algn="l">
              <a:defRPr sz="1800" b="1">
                <a:solidFill>
                  <a:srgbClr val="F4F8F7"/>
                </a:solidFill>
                <a:latin typeface="Arial"/>
                <a:ea typeface="Arial"/>
                <a:cs typeface="Arial"/>
              </a:defRPr>
            </a:defPPr>
            <a:lvl1pPr algn="l">
              <a:buNone/>
              <a:defRPr sz="1500" b="1">
                <a:solidFill>
                  <a:srgbClr val="11232B"/>
                </a:solidFill>
                <a:latin typeface="Arial"/>
                <a:ea typeface="Arial"/>
                <a:cs typeface="Arial"/>
              </a:defRPr>
            </a:lvl1pPr>
            <a:lvl2pPr algn="l">
              <a:buNone/>
              <a:defRPr sz="1500" b="1">
                <a:solidFill>
                  <a:srgbClr val="11232B"/>
                </a:solidFill>
                <a:latin typeface="Arial"/>
                <a:ea typeface="Arial"/>
                <a:cs typeface="Arial"/>
              </a:defRPr>
            </a:lvl2pPr>
            <a:lvl3pPr algn="l">
              <a:buNone/>
              <a:defRPr sz="1500" b="1">
                <a:solidFill>
                  <a:srgbClr val="11232B"/>
                </a:solidFill>
                <a:latin typeface="Arial"/>
                <a:ea typeface="Arial"/>
                <a:cs typeface="Arial"/>
              </a:defRPr>
            </a:lvl3pPr>
            <a:lvl4pPr algn="l">
              <a:buNone/>
              <a:defRPr sz="1500" b="1">
                <a:solidFill>
                  <a:srgbClr val="11232B"/>
                </a:solidFill>
                <a:latin typeface="Arial"/>
                <a:ea typeface="Arial"/>
                <a:cs typeface="Arial"/>
              </a:defRPr>
            </a:lvl4pPr>
            <a:lvl5pPr algn="l">
              <a:buNone/>
              <a:defRPr sz="1500" b="1">
                <a:solidFill>
                  <a:srgbClr val="11232B"/>
                </a:solidFill>
                <a:latin typeface="Arial"/>
                <a:ea typeface="Arial"/>
                <a:cs typeface="Arial"/>
              </a:defRPr>
            </a:lvl5pPr>
            <a:lvl6pPr algn="l">
              <a:buNone/>
              <a:defRPr sz="1500" b="1">
                <a:solidFill>
                  <a:srgbClr val="11232B"/>
                </a:solidFill>
                <a:latin typeface="Arial"/>
                <a:ea typeface="Arial"/>
                <a:cs typeface="Arial"/>
              </a:defRPr>
            </a:lvl6pPr>
            <a:lvl7pPr algn="l">
              <a:buNone/>
              <a:defRPr sz="1500" b="1">
                <a:solidFill>
                  <a:srgbClr val="11232B"/>
                </a:solidFill>
                <a:latin typeface="Arial"/>
                <a:ea typeface="Arial"/>
                <a:cs typeface="Arial"/>
              </a:defRPr>
            </a:lvl7pPr>
            <a:lvl8pPr algn="l">
              <a:buNone/>
              <a:defRPr sz="1500" b="1">
                <a:solidFill>
                  <a:srgbClr val="11232B"/>
                </a:solidFill>
                <a:latin typeface="Arial"/>
                <a:ea typeface="Arial"/>
                <a:cs typeface="Arial"/>
              </a:defRPr>
            </a:lvl8pPr>
            <a:lvl9pPr algn="l">
              <a:buNone/>
              <a:defRPr sz="1500" b="1">
                <a:solidFill>
                  <a:srgbClr val="11232B"/>
                </a:solidFill>
                <a:latin typeface="Arial"/>
                <a:ea typeface="Arial"/>
                <a:cs typeface="Arial"/>
              </a:defRPr>
            </a:lvl9pPr>
          </a:lstStyle>
          <a:p xmlns:a="http://schemas.openxmlformats.org/drawingml/2006/main">
            <a:pPr algn="l">
              <a:buNone/>
              <a:defRPr sz="1800" b="1">
                <a:solidFill>
                  <a:srgbClr val="F4F8F7"/>
                </a:solidFill>
                <a:latin typeface="Arial"/>
                <a:ea typeface="Arial"/>
                <a:cs typeface="Arial"/>
              </a:defRPr>
            </a:pPr>
            <a:r>
              <a:rPr sz="1800" b="1">
                <a:solidFill>
                  <a:srgbClr val="F4F8F7"/>
                </a:solidFill>
                <a:latin typeface="Arial"/>
                <a:ea typeface="Arial"/>
                <a:cs typeface="Arial"/>
              </a:rPr>
              <a:t>So khớp hai ca</a:t>
            </a:r>
          </a:p>
        </p:txBody>
      </p:sp>
      <p:sp>
        <p:nvSpPr>
          <p:cNvPr id="24" name="step-04-body">
            <a:extLst xmlns:a="http://schemas.openxmlformats.org/drawingml/2006/main">
              <a:ext uri="{FF2B5EF4-FFF2-40B4-BE49-F238E27FC236}">
                <a16:creationId xmlns:a16="http://schemas.microsoft.com/office/drawing/2014/main" id="{CDC79DE4-EE5A-46A1-9A22-0CF9CE37C31A}"/>
              </a:ext>
            </a:extLst>
          </p:cNvPr>
          <p:cNvSpPr>
            <a:spLocks xmlns:a="http://schemas.openxmlformats.org/drawingml/2006/main" noGrp="1"/>
          </p:cNvSpPr>
          <p:nvPr/>
        </p:nvSpPr>
        <p:spPr>
          <a:xfrm xmlns:a="http://schemas.openxmlformats.org/drawingml/2006/main">
            <a:off x="1409700" y="4562475"/>
            <a:ext cx="66389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0">
                <a:solidFill>
                  <a:srgbClr val="B8CCD1"/>
                </a:solidFill>
                <a:latin typeface="Arial"/>
                <a:ea typeface="Arial"/>
                <a:cs typeface="Arial"/>
              </a:defRPr>
            </a:defPPr>
            <a:lvl1pPr algn="l">
              <a:buNone/>
              <a:defRPr sz="1125" b="0">
                <a:solidFill>
                  <a:srgbClr val="50636A"/>
                </a:solidFill>
                <a:latin typeface="Arial"/>
                <a:ea typeface="Arial"/>
                <a:cs typeface="Arial"/>
              </a:defRPr>
            </a:lvl1pPr>
            <a:lvl2pPr algn="l">
              <a:buNone/>
              <a:defRPr sz="1125" b="0">
                <a:solidFill>
                  <a:srgbClr val="50636A"/>
                </a:solidFill>
                <a:latin typeface="Arial"/>
                <a:ea typeface="Arial"/>
                <a:cs typeface="Arial"/>
              </a:defRPr>
            </a:lvl2pPr>
            <a:lvl3pPr algn="l">
              <a:buNone/>
              <a:defRPr sz="1125" b="0">
                <a:solidFill>
                  <a:srgbClr val="50636A"/>
                </a:solidFill>
                <a:latin typeface="Arial"/>
                <a:ea typeface="Arial"/>
                <a:cs typeface="Arial"/>
              </a:defRPr>
            </a:lvl3pPr>
            <a:lvl4pPr algn="l">
              <a:buNone/>
              <a:defRPr sz="1125" b="0">
                <a:solidFill>
                  <a:srgbClr val="50636A"/>
                </a:solidFill>
                <a:latin typeface="Arial"/>
                <a:ea typeface="Arial"/>
                <a:cs typeface="Arial"/>
              </a:defRPr>
            </a:lvl4pPr>
            <a:lvl5pPr algn="l">
              <a:buNone/>
              <a:defRPr sz="1125" b="0">
                <a:solidFill>
                  <a:srgbClr val="50636A"/>
                </a:solidFill>
                <a:latin typeface="Arial"/>
                <a:ea typeface="Arial"/>
                <a:cs typeface="Arial"/>
              </a:defRPr>
            </a:lvl5pPr>
            <a:lvl6pPr algn="l">
              <a:buNone/>
              <a:defRPr sz="1125" b="0">
                <a:solidFill>
                  <a:srgbClr val="50636A"/>
                </a:solidFill>
                <a:latin typeface="Arial"/>
                <a:ea typeface="Arial"/>
                <a:cs typeface="Arial"/>
              </a:defRPr>
            </a:lvl6pPr>
            <a:lvl7pPr algn="l">
              <a:buNone/>
              <a:defRPr sz="1125" b="0">
                <a:solidFill>
                  <a:srgbClr val="50636A"/>
                </a:solidFill>
                <a:latin typeface="Arial"/>
                <a:ea typeface="Arial"/>
                <a:cs typeface="Arial"/>
              </a:defRPr>
            </a:lvl7pPr>
            <a:lvl8pPr algn="l">
              <a:buNone/>
              <a:defRPr sz="1125" b="0">
                <a:solidFill>
                  <a:srgbClr val="50636A"/>
                </a:solidFill>
                <a:latin typeface="Arial"/>
                <a:ea typeface="Arial"/>
                <a:cs typeface="Arial"/>
              </a:defRPr>
            </a:lvl8pPr>
            <a:lvl9pPr algn="l">
              <a:buNone/>
              <a:defRPr sz="1125" b="0">
                <a:solidFill>
                  <a:srgbClr val="50636A"/>
                </a:solidFill>
                <a:latin typeface="Arial"/>
                <a:ea typeface="Arial"/>
                <a:cs typeface="Arial"/>
              </a:defRPr>
            </a:lvl9pPr>
          </a:lstStyle>
          <a:p xmlns:a="http://schemas.openxmlformats.org/drawingml/2006/main">
            <a:pPr algn="l">
              <a:buNone/>
              <a:defRPr sz="1500" b="0">
                <a:solidFill>
                  <a:srgbClr val="B8CCD1"/>
                </a:solidFill>
                <a:latin typeface="Arial"/>
                <a:ea typeface="Arial"/>
                <a:cs typeface="Arial"/>
              </a:defRPr>
            </a:pPr>
            <a:r>
              <a:rPr sz="1500" b="0">
                <a:solidFill>
                  <a:srgbClr val="B8CCD1"/>
                </a:solidFill>
                <a:latin typeface="Arial"/>
                <a:ea typeface="Arial"/>
                <a:cs typeface="Arial"/>
              </a:rPr>
              <a:t>r01: đối chiếu F1 và jitter. a02: kiểm tra gate, ẩn fHR.</a:t>
            </a:r>
          </a:p>
          <a:p xmlns:a="http://schemas.openxmlformats.org/drawingml/2006/main">
            <a:pPr algn="l">
              <a:buNone/>
              <a:defRPr sz="1500" b="0">
                <a:solidFill>
                  <a:srgbClr val="B8CCD1"/>
                </a:solidFill>
                <a:latin typeface="Arial"/>
                <a:ea typeface="Arial"/>
                <a:cs typeface="Arial"/>
              </a:defRPr>
            </a:pPr>
            <a:r>
              <a:rPr sz="1500" b="0">
                <a:solidFill>
                  <a:srgbClr val="B8CCD1"/>
                </a:solidFill>
                <a:latin typeface="Arial"/>
                <a:ea typeface="Arial"/>
                <a:cs typeface="Arial"/>
              </a:rPr>
              <a:t>Lưu raw ADC và log.</a:t>
            </a:r>
          </a:p>
        </p:txBody>
      </p:sp>
      <p:sp>
        <p:nvSpPr>
          <p:cNvPr id="25" name="acceptance-panel">
            <a:extLst xmlns:a="http://schemas.openxmlformats.org/drawingml/2006/main">
              <a:ext uri="{FF2B5EF4-FFF2-40B4-BE49-F238E27FC236}">
                <a16:creationId xmlns:a16="http://schemas.microsoft.com/office/drawing/2014/main" id="{0CFFC332-1DB8-46DF-9F39-D9E4EDD19E6E}"/>
              </a:ext>
            </a:extLst>
          </p:cNvPr>
          <p:cNvSpPr>
            <a:spLocks xmlns:a="http://schemas.openxmlformats.org/drawingml/2006/main" noGrp="1"/>
          </p:cNvSpPr>
          <p:nvPr/>
        </p:nvSpPr>
        <p:spPr>
          <a:xfrm xmlns:a="http://schemas.openxmlformats.org/drawingml/2006/main">
            <a:off x="8410575" y="1685925"/>
            <a:ext cx="3086100" cy="3667125"/>
          </a:xfrm>
          <a:prstGeom xmlns:a="http://schemas.openxmlformats.org/drawingml/2006/main" prst="roundRect">
            <a:avLst>
              <a:gd name="adj" fmla="val 3704"/>
            </a:avLst>
          </a:prstGeom>
          <a:noFill xmlns:a="http://schemas.openxmlformats.org/drawingml/2006/main"/>
          <a:ln xmlns:a="http://schemas.openxmlformats.org/drawingml/2006/main" w="0">
            <a:noFill/>
          </a:ln>
        </p:spPr>
      </p:sp>
      <p:sp>
        <p:nvSpPr>
          <p:cNvPr id="26" name="acceptance-heading">
            <a:extLst xmlns:a="http://schemas.openxmlformats.org/drawingml/2006/main">
              <a:ext uri="{FF2B5EF4-FFF2-40B4-BE49-F238E27FC236}">
                <a16:creationId xmlns:a16="http://schemas.microsoft.com/office/drawing/2014/main" id="{B7E448FD-3E51-4E73-83C3-6C326551D34F}"/>
              </a:ext>
            </a:extLst>
          </p:cNvPr>
          <p:cNvSpPr>
            <a:spLocks xmlns:a="http://schemas.openxmlformats.org/drawingml/2006/main" noGrp="1"/>
          </p:cNvSpPr>
          <p:nvPr/>
        </p:nvSpPr>
        <p:spPr>
          <a:xfrm xmlns:a="http://schemas.openxmlformats.org/drawingml/2006/main">
            <a:off x="8572500" y="1714500"/>
            <a:ext cx="2762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1">
                <a:solidFill>
                  <a:srgbClr val="D4ED88"/>
                </a:solidFill>
                <a:latin typeface="Arial"/>
                <a:ea typeface="Arial"/>
                <a:cs typeface="Arial"/>
              </a:defRPr>
            </a:defPPr>
            <a:lvl1pPr algn="l">
              <a:buNone/>
              <a:defRPr sz="1050" b="1">
                <a:solidFill>
                  <a:srgbClr val="CDEB5A"/>
                </a:solidFill>
                <a:latin typeface="Arial"/>
                <a:ea typeface="Arial"/>
                <a:cs typeface="Arial"/>
              </a:defRPr>
            </a:lvl1pPr>
            <a:lvl2pPr algn="l">
              <a:buNone/>
              <a:defRPr sz="1050" b="1">
                <a:solidFill>
                  <a:srgbClr val="CDEB5A"/>
                </a:solidFill>
                <a:latin typeface="Arial"/>
                <a:ea typeface="Arial"/>
                <a:cs typeface="Arial"/>
              </a:defRPr>
            </a:lvl2pPr>
            <a:lvl3pPr algn="l">
              <a:buNone/>
              <a:defRPr sz="1050" b="1">
                <a:solidFill>
                  <a:srgbClr val="CDEB5A"/>
                </a:solidFill>
                <a:latin typeface="Arial"/>
                <a:ea typeface="Arial"/>
                <a:cs typeface="Arial"/>
              </a:defRPr>
            </a:lvl3pPr>
            <a:lvl4pPr algn="l">
              <a:buNone/>
              <a:defRPr sz="1050" b="1">
                <a:solidFill>
                  <a:srgbClr val="CDEB5A"/>
                </a:solidFill>
                <a:latin typeface="Arial"/>
                <a:ea typeface="Arial"/>
                <a:cs typeface="Arial"/>
              </a:defRPr>
            </a:lvl4pPr>
            <a:lvl5pPr algn="l">
              <a:buNone/>
              <a:defRPr sz="1050" b="1">
                <a:solidFill>
                  <a:srgbClr val="CDEB5A"/>
                </a:solidFill>
                <a:latin typeface="Arial"/>
                <a:ea typeface="Arial"/>
                <a:cs typeface="Arial"/>
              </a:defRPr>
            </a:lvl5pPr>
            <a:lvl6pPr algn="l">
              <a:buNone/>
              <a:defRPr sz="1050" b="1">
                <a:solidFill>
                  <a:srgbClr val="CDEB5A"/>
                </a:solidFill>
                <a:latin typeface="Arial"/>
                <a:ea typeface="Arial"/>
                <a:cs typeface="Arial"/>
              </a:defRPr>
            </a:lvl6pPr>
            <a:lvl7pPr algn="l">
              <a:buNone/>
              <a:defRPr sz="1050" b="1">
                <a:solidFill>
                  <a:srgbClr val="CDEB5A"/>
                </a:solidFill>
                <a:latin typeface="Arial"/>
                <a:ea typeface="Arial"/>
                <a:cs typeface="Arial"/>
              </a:defRPr>
            </a:lvl7pPr>
            <a:lvl8pPr algn="l">
              <a:buNone/>
              <a:defRPr sz="1050" b="1">
                <a:solidFill>
                  <a:srgbClr val="CDEB5A"/>
                </a:solidFill>
                <a:latin typeface="Arial"/>
                <a:ea typeface="Arial"/>
                <a:cs typeface="Arial"/>
              </a:defRPr>
            </a:lvl8pPr>
            <a:lvl9pPr algn="l">
              <a:buNone/>
              <a:defRPr sz="1050" b="1">
                <a:solidFill>
                  <a:srgbClr val="CDEB5A"/>
                </a:solidFill>
                <a:latin typeface="Arial"/>
                <a:ea typeface="Arial"/>
                <a:cs typeface="Arial"/>
              </a:defRPr>
            </a:lvl9pPr>
          </a:lstStyle>
          <a:p xmlns:a="http://schemas.openxmlformats.org/drawingml/2006/main">
            <a:pPr algn="l">
              <a:buNone/>
              <a:defRPr sz="1200" b="1">
                <a:solidFill>
                  <a:srgbClr val="D4ED88"/>
                </a:solidFill>
                <a:latin typeface="Arial"/>
                <a:ea typeface="Arial"/>
                <a:cs typeface="Arial"/>
              </a:defRPr>
            </a:pPr>
            <a:r>
              <a:rPr sz="1200" b="1">
                <a:solidFill>
                  <a:srgbClr val="D4ED88"/>
                </a:solidFill>
                <a:latin typeface="Arial"/>
                <a:ea typeface="Arial"/>
                <a:cs typeface="Arial"/>
              </a:rPr>
              <a:t>TIÊU CHÍ HIL</a:t>
            </a:r>
          </a:p>
        </p:txBody>
      </p:sp>
      <p:sp>
        <p:nvSpPr>
          <p:cNvPr id="27" name="acceptance-point-1">
            <a:extLst xmlns:a="http://schemas.openxmlformats.org/drawingml/2006/main">
              <a:ext uri="{FF2B5EF4-FFF2-40B4-BE49-F238E27FC236}">
                <a16:creationId xmlns:a16="http://schemas.microsoft.com/office/drawing/2014/main" id="{881BEABB-F7AE-41BE-8C4D-1C8EA847DB0A}"/>
              </a:ext>
            </a:extLst>
          </p:cNvPr>
          <p:cNvSpPr>
            <a:spLocks xmlns:a="http://schemas.openxmlformats.org/drawingml/2006/main" noGrp="1"/>
          </p:cNvSpPr>
          <p:nvPr/>
        </p:nvSpPr>
        <p:spPr>
          <a:xfrm xmlns:a="http://schemas.openxmlformats.org/drawingml/2006/main">
            <a:off x="8572500" y="2228850"/>
            <a:ext cx="27622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75" b="1">
                <a:solidFill>
                  <a:srgbClr val="F4F8F7"/>
                </a:solidFill>
                <a:latin typeface="Arial"/>
                <a:ea typeface="Arial"/>
                <a:cs typeface="Arial"/>
              </a:defRPr>
            </a:defPPr>
            <a:lvl1pPr algn="l">
              <a:buNone/>
              <a:defRPr sz="1200" b="1">
                <a:solidFill>
                  <a:srgbClr val="F7F8F3"/>
                </a:solidFill>
                <a:latin typeface="Arial"/>
                <a:ea typeface="Arial"/>
                <a:cs typeface="Arial"/>
              </a:defRPr>
            </a:lvl1pPr>
            <a:lvl2pPr algn="l">
              <a:buNone/>
              <a:defRPr sz="1200" b="1">
                <a:solidFill>
                  <a:srgbClr val="F7F8F3"/>
                </a:solidFill>
                <a:latin typeface="Arial"/>
                <a:ea typeface="Arial"/>
                <a:cs typeface="Arial"/>
              </a:defRPr>
            </a:lvl2pPr>
            <a:lvl3pPr algn="l">
              <a:buNone/>
              <a:defRPr sz="1200" b="1">
                <a:solidFill>
                  <a:srgbClr val="F7F8F3"/>
                </a:solidFill>
                <a:latin typeface="Arial"/>
                <a:ea typeface="Arial"/>
                <a:cs typeface="Arial"/>
              </a:defRPr>
            </a:lvl3pPr>
            <a:lvl4pPr algn="l">
              <a:buNone/>
              <a:defRPr sz="1200" b="1">
                <a:solidFill>
                  <a:srgbClr val="F7F8F3"/>
                </a:solidFill>
                <a:latin typeface="Arial"/>
                <a:ea typeface="Arial"/>
                <a:cs typeface="Arial"/>
              </a:defRPr>
            </a:lvl4pPr>
            <a:lvl5pPr algn="l">
              <a:buNone/>
              <a:defRPr sz="1200" b="1">
                <a:solidFill>
                  <a:srgbClr val="F7F8F3"/>
                </a:solidFill>
                <a:latin typeface="Arial"/>
                <a:ea typeface="Arial"/>
                <a:cs typeface="Arial"/>
              </a:defRPr>
            </a:lvl5pPr>
            <a:lvl6pPr algn="l">
              <a:buNone/>
              <a:defRPr sz="1200" b="1">
                <a:solidFill>
                  <a:srgbClr val="F7F8F3"/>
                </a:solidFill>
                <a:latin typeface="Arial"/>
                <a:ea typeface="Arial"/>
                <a:cs typeface="Arial"/>
              </a:defRPr>
            </a:lvl6pPr>
            <a:lvl7pPr algn="l">
              <a:buNone/>
              <a:defRPr sz="1200" b="1">
                <a:solidFill>
                  <a:srgbClr val="F7F8F3"/>
                </a:solidFill>
                <a:latin typeface="Arial"/>
                <a:ea typeface="Arial"/>
                <a:cs typeface="Arial"/>
              </a:defRPr>
            </a:lvl7pPr>
            <a:lvl8pPr algn="l">
              <a:buNone/>
              <a:defRPr sz="1200" b="1">
                <a:solidFill>
                  <a:srgbClr val="F7F8F3"/>
                </a:solidFill>
                <a:latin typeface="Arial"/>
                <a:ea typeface="Arial"/>
                <a:cs typeface="Arial"/>
              </a:defRPr>
            </a:lvl8pPr>
            <a:lvl9pPr algn="l">
              <a:buNone/>
              <a:defRPr sz="1200" b="1">
                <a:solidFill>
                  <a:srgbClr val="F7F8F3"/>
                </a:solidFill>
                <a:latin typeface="Arial"/>
                <a:ea typeface="Arial"/>
                <a:cs typeface="Arial"/>
              </a:defRPr>
            </a:lvl9pPr>
          </a:lstStyle>
          <a:p xmlns:a="http://schemas.openxmlformats.org/drawingml/2006/main">
            <a:pPr algn="l">
              <a:buNone/>
              <a:defRPr sz="1575" b="1">
                <a:solidFill>
                  <a:srgbClr val="F4F8F7"/>
                </a:solidFill>
                <a:latin typeface="Arial"/>
                <a:ea typeface="Arial"/>
                <a:cs typeface="Arial"/>
              </a:defRPr>
            </a:pPr>
            <a:r>
              <a:rPr sz="1575" b="1">
                <a:solidFill>
                  <a:srgbClr val="F4F8F7"/>
                </a:solidFill>
                <a:latin typeface="Arial"/>
                <a:ea typeface="Arial"/>
                <a:cs typeface="Arial"/>
              </a:rPr>
              <a:t>Lấy mẫu 1 kHz</a:t>
            </a:r>
          </a:p>
          <a:p xmlns:a="http://schemas.openxmlformats.org/drawingml/2006/main">
            <a:pPr algn="l">
              <a:buNone/>
              <a:defRPr sz="1575" b="1">
                <a:solidFill>
                  <a:srgbClr val="F4F8F7"/>
                </a:solidFill>
                <a:latin typeface="Arial"/>
                <a:ea typeface="Arial"/>
                <a:cs typeface="Arial"/>
              </a:defRPr>
            </a:pPr>
            <a:r>
              <a:rPr sz="1575" b="1">
                <a:solidFill>
                  <a:srgbClr val="F4F8F7"/>
                </a:solidFill>
                <a:latin typeface="Arial"/>
                <a:ea typeface="Arial"/>
                <a:cs typeface="Arial"/>
              </a:rPr>
              <a:t>Không mất mẫu, có log jitter</a:t>
            </a:r>
          </a:p>
        </p:txBody>
      </p:sp>
      <p:sp>
        <p:nvSpPr>
          <p:cNvPr id="28" name="acceptance-rule-1">
            <a:extLst xmlns:a="http://schemas.openxmlformats.org/drawingml/2006/main">
              <a:ext uri="{FF2B5EF4-FFF2-40B4-BE49-F238E27FC236}">
                <a16:creationId xmlns:a16="http://schemas.microsoft.com/office/drawing/2014/main" id="{AF62950E-3E7D-447F-8978-9C163E64688F}"/>
              </a:ext>
            </a:extLst>
          </p:cNvPr>
          <p:cNvSpPr>
            <a:spLocks xmlns:a="http://schemas.openxmlformats.org/drawingml/2006/main" noGrp="1"/>
          </p:cNvSpPr>
          <p:nvPr/>
        </p:nvSpPr>
        <p:spPr>
          <a:xfrm xmlns:a="http://schemas.openxmlformats.org/drawingml/2006/main">
            <a:off x="8572500" y="3057525"/>
            <a:ext cx="2762250" cy="9525"/>
          </a:xfrm>
          <a:prstGeom xmlns:a="http://schemas.openxmlformats.org/drawingml/2006/main" prst="line">
            <a:avLst/>
          </a:prstGeom>
          <a:noFill xmlns:a="http://schemas.openxmlformats.org/drawingml/2006/main"/>
          <a:ln xmlns:a="http://schemas.openxmlformats.org/drawingml/2006/main" w="9525">
            <a:solidFill>
              <a:srgbClr val="34515B"/>
            </a:solidFill>
            <a:prstDash val="solid"/>
          </a:ln>
        </p:spPr>
      </p:sp>
      <p:sp>
        <p:nvSpPr>
          <p:cNvPr id="29" name="acceptance-point-2">
            <a:extLst xmlns:a="http://schemas.openxmlformats.org/drawingml/2006/main">
              <a:ext uri="{FF2B5EF4-FFF2-40B4-BE49-F238E27FC236}">
                <a16:creationId xmlns:a16="http://schemas.microsoft.com/office/drawing/2014/main" id="{A005875F-A54B-44F3-BC5F-4194EC3E03C6}"/>
              </a:ext>
            </a:extLst>
          </p:cNvPr>
          <p:cNvSpPr>
            <a:spLocks xmlns:a="http://schemas.openxmlformats.org/drawingml/2006/main" noGrp="1"/>
          </p:cNvSpPr>
          <p:nvPr/>
        </p:nvSpPr>
        <p:spPr>
          <a:xfrm xmlns:a="http://schemas.openxmlformats.org/drawingml/2006/main">
            <a:off x="8572500" y="3219450"/>
            <a:ext cx="27622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75" b="0">
                <a:solidFill>
                  <a:srgbClr val="F4F8F7"/>
                </a:solidFill>
                <a:latin typeface="Arial"/>
                <a:ea typeface="Arial"/>
                <a:cs typeface="Arial"/>
              </a:defRPr>
            </a:defPPr>
            <a:lvl1pPr algn="l">
              <a:buNone/>
              <a:defRPr sz="1125" b="0">
                <a:solidFill>
                  <a:srgbClr val="F7F8F3"/>
                </a:solidFill>
                <a:latin typeface="Arial"/>
                <a:ea typeface="Arial"/>
                <a:cs typeface="Arial"/>
              </a:defRPr>
            </a:lvl1pPr>
            <a:lvl2pPr algn="l">
              <a:buNone/>
              <a:defRPr sz="1125" b="0">
                <a:solidFill>
                  <a:srgbClr val="F7F8F3"/>
                </a:solidFill>
                <a:latin typeface="Arial"/>
                <a:ea typeface="Arial"/>
                <a:cs typeface="Arial"/>
              </a:defRPr>
            </a:lvl2pPr>
            <a:lvl3pPr algn="l">
              <a:buNone/>
              <a:defRPr sz="1125" b="0">
                <a:solidFill>
                  <a:srgbClr val="F7F8F3"/>
                </a:solidFill>
                <a:latin typeface="Arial"/>
                <a:ea typeface="Arial"/>
                <a:cs typeface="Arial"/>
              </a:defRPr>
            </a:lvl3pPr>
            <a:lvl4pPr algn="l">
              <a:buNone/>
              <a:defRPr sz="1125" b="0">
                <a:solidFill>
                  <a:srgbClr val="F7F8F3"/>
                </a:solidFill>
                <a:latin typeface="Arial"/>
                <a:ea typeface="Arial"/>
                <a:cs typeface="Arial"/>
              </a:defRPr>
            </a:lvl4pPr>
            <a:lvl5pPr algn="l">
              <a:buNone/>
              <a:defRPr sz="1125" b="0">
                <a:solidFill>
                  <a:srgbClr val="F7F8F3"/>
                </a:solidFill>
                <a:latin typeface="Arial"/>
                <a:ea typeface="Arial"/>
                <a:cs typeface="Arial"/>
              </a:defRPr>
            </a:lvl5pPr>
            <a:lvl6pPr algn="l">
              <a:buNone/>
              <a:defRPr sz="1125" b="0">
                <a:solidFill>
                  <a:srgbClr val="F7F8F3"/>
                </a:solidFill>
                <a:latin typeface="Arial"/>
                <a:ea typeface="Arial"/>
                <a:cs typeface="Arial"/>
              </a:defRPr>
            </a:lvl6pPr>
            <a:lvl7pPr algn="l">
              <a:buNone/>
              <a:defRPr sz="1125" b="0">
                <a:solidFill>
                  <a:srgbClr val="F7F8F3"/>
                </a:solidFill>
                <a:latin typeface="Arial"/>
                <a:ea typeface="Arial"/>
                <a:cs typeface="Arial"/>
              </a:defRPr>
            </a:lvl7pPr>
            <a:lvl8pPr algn="l">
              <a:buNone/>
              <a:defRPr sz="1125" b="0">
                <a:solidFill>
                  <a:srgbClr val="F7F8F3"/>
                </a:solidFill>
                <a:latin typeface="Arial"/>
                <a:ea typeface="Arial"/>
                <a:cs typeface="Arial"/>
              </a:defRPr>
            </a:lvl8pPr>
            <a:lvl9pPr algn="l">
              <a:buNone/>
              <a:defRPr sz="1125" b="0">
                <a:solidFill>
                  <a:srgbClr val="F7F8F3"/>
                </a:solidFill>
                <a:latin typeface="Arial"/>
                <a:ea typeface="Arial"/>
                <a:cs typeface="Arial"/>
              </a:defRPr>
            </a:lvl9pPr>
          </a:lstStyle>
          <a:p xmlns:a="http://schemas.openxmlformats.org/drawingml/2006/main">
            <a:pPr algn="l">
              <a:buNone/>
              <a:defRPr sz="1575" b="0">
                <a:solidFill>
                  <a:srgbClr val="F4F8F7"/>
                </a:solidFill>
                <a:latin typeface="Arial"/>
                <a:ea typeface="Arial"/>
                <a:cs typeface="Arial"/>
              </a:defRPr>
            </a:pPr>
            <a:r>
              <a:rPr sz="1575" b="0">
                <a:solidFill>
                  <a:srgbClr val="F4F8F7"/>
                </a:solidFill>
                <a:latin typeface="Arial"/>
                <a:ea typeface="Arial"/>
                <a:cs typeface="Arial"/>
              </a:rPr>
              <a:t>ADC không clipping</a:t>
            </a:r>
          </a:p>
          <a:p xmlns:a="http://schemas.openxmlformats.org/drawingml/2006/main">
            <a:pPr algn="l">
              <a:buNone/>
              <a:defRPr sz="1575" b="0">
                <a:solidFill>
                  <a:srgbClr val="F4F8F7"/>
                </a:solidFill>
                <a:latin typeface="Arial"/>
                <a:ea typeface="Arial"/>
                <a:cs typeface="Arial"/>
              </a:defRPr>
            </a:pPr>
            <a:r>
              <a:rPr sz="1575" b="0">
                <a:solidFill>
                  <a:srgbClr val="F4F8F7"/>
                </a:solidFill>
                <a:latin typeface="Arial"/>
                <a:ea typeface="Arial"/>
                <a:cs typeface="Arial"/>
              </a:rPr>
              <a:t>Tín hiệu thu khớp dạng phát</a:t>
            </a:r>
          </a:p>
        </p:txBody>
      </p:sp>
      <p:sp>
        <p:nvSpPr>
          <p:cNvPr id="30" name="acceptance-rule-2">
            <a:extLst xmlns:a="http://schemas.openxmlformats.org/drawingml/2006/main">
              <a:ext uri="{FF2B5EF4-FFF2-40B4-BE49-F238E27FC236}">
                <a16:creationId xmlns:a16="http://schemas.microsoft.com/office/drawing/2014/main" id="{DB6A442D-8184-476B-A525-9913A6E9C7B8}"/>
              </a:ext>
            </a:extLst>
          </p:cNvPr>
          <p:cNvSpPr>
            <a:spLocks xmlns:a="http://schemas.openxmlformats.org/drawingml/2006/main" noGrp="1"/>
          </p:cNvSpPr>
          <p:nvPr/>
        </p:nvSpPr>
        <p:spPr>
          <a:xfrm xmlns:a="http://schemas.openxmlformats.org/drawingml/2006/main">
            <a:off x="8572500" y="4048125"/>
            <a:ext cx="2762250" cy="9525"/>
          </a:xfrm>
          <a:prstGeom xmlns:a="http://schemas.openxmlformats.org/drawingml/2006/main" prst="line">
            <a:avLst/>
          </a:prstGeom>
          <a:noFill xmlns:a="http://schemas.openxmlformats.org/drawingml/2006/main"/>
          <a:ln xmlns:a="http://schemas.openxmlformats.org/drawingml/2006/main" w="9525">
            <a:solidFill>
              <a:srgbClr val="34515B"/>
            </a:solidFill>
            <a:prstDash val="solid"/>
          </a:ln>
        </p:spPr>
      </p:sp>
      <p:sp>
        <p:nvSpPr>
          <p:cNvPr id="31" name="acceptance-point-3">
            <a:extLst xmlns:a="http://schemas.openxmlformats.org/drawingml/2006/main">
              <a:ext uri="{FF2B5EF4-FFF2-40B4-BE49-F238E27FC236}">
                <a16:creationId xmlns:a16="http://schemas.microsoft.com/office/drawing/2014/main" id="{085D955E-0B60-438E-8682-EC5044F8D053}"/>
              </a:ext>
            </a:extLst>
          </p:cNvPr>
          <p:cNvSpPr>
            <a:spLocks xmlns:a="http://schemas.openxmlformats.org/drawingml/2006/main" noGrp="1"/>
          </p:cNvSpPr>
          <p:nvPr/>
        </p:nvSpPr>
        <p:spPr>
          <a:xfrm xmlns:a="http://schemas.openxmlformats.org/drawingml/2006/main">
            <a:off x="8572500" y="4210050"/>
            <a:ext cx="27622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75" b="0">
                <a:solidFill>
                  <a:srgbClr val="F4F8F7"/>
                </a:solidFill>
                <a:latin typeface="Arial"/>
                <a:ea typeface="Arial"/>
                <a:cs typeface="Arial"/>
              </a:defRPr>
            </a:defPPr>
            <a:lvl1pPr algn="l">
              <a:buNone/>
              <a:defRPr sz="1125" b="0">
                <a:solidFill>
                  <a:srgbClr val="F7F8F3"/>
                </a:solidFill>
                <a:latin typeface="Arial"/>
                <a:ea typeface="Arial"/>
                <a:cs typeface="Arial"/>
              </a:defRPr>
            </a:lvl1pPr>
            <a:lvl2pPr algn="l">
              <a:buNone/>
              <a:defRPr sz="1125" b="0">
                <a:solidFill>
                  <a:srgbClr val="F7F8F3"/>
                </a:solidFill>
                <a:latin typeface="Arial"/>
                <a:ea typeface="Arial"/>
                <a:cs typeface="Arial"/>
              </a:defRPr>
            </a:lvl2pPr>
            <a:lvl3pPr algn="l">
              <a:buNone/>
              <a:defRPr sz="1125" b="0">
                <a:solidFill>
                  <a:srgbClr val="F7F8F3"/>
                </a:solidFill>
                <a:latin typeface="Arial"/>
                <a:ea typeface="Arial"/>
                <a:cs typeface="Arial"/>
              </a:defRPr>
            </a:lvl3pPr>
            <a:lvl4pPr algn="l">
              <a:buNone/>
              <a:defRPr sz="1125" b="0">
                <a:solidFill>
                  <a:srgbClr val="F7F8F3"/>
                </a:solidFill>
                <a:latin typeface="Arial"/>
                <a:ea typeface="Arial"/>
                <a:cs typeface="Arial"/>
              </a:defRPr>
            </a:lvl4pPr>
            <a:lvl5pPr algn="l">
              <a:buNone/>
              <a:defRPr sz="1125" b="0">
                <a:solidFill>
                  <a:srgbClr val="F7F8F3"/>
                </a:solidFill>
                <a:latin typeface="Arial"/>
                <a:ea typeface="Arial"/>
                <a:cs typeface="Arial"/>
              </a:defRPr>
            </a:lvl5pPr>
            <a:lvl6pPr algn="l">
              <a:buNone/>
              <a:defRPr sz="1125" b="0">
                <a:solidFill>
                  <a:srgbClr val="F7F8F3"/>
                </a:solidFill>
                <a:latin typeface="Arial"/>
                <a:ea typeface="Arial"/>
                <a:cs typeface="Arial"/>
              </a:defRPr>
            </a:lvl6pPr>
            <a:lvl7pPr algn="l">
              <a:buNone/>
              <a:defRPr sz="1125" b="0">
                <a:solidFill>
                  <a:srgbClr val="F7F8F3"/>
                </a:solidFill>
                <a:latin typeface="Arial"/>
                <a:ea typeface="Arial"/>
                <a:cs typeface="Arial"/>
              </a:defRPr>
            </a:lvl7pPr>
            <a:lvl8pPr algn="l">
              <a:buNone/>
              <a:defRPr sz="1125" b="0">
                <a:solidFill>
                  <a:srgbClr val="F7F8F3"/>
                </a:solidFill>
                <a:latin typeface="Arial"/>
                <a:ea typeface="Arial"/>
                <a:cs typeface="Arial"/>
              </a:defRPr>
            </a:lvl8pPr>
            <a:lvl9pPr algn="l">
              <a:buNone/>
              <a:defRPr sz="1125" b="0">
                <a:solidFill>
                  <a:srgbClr val="F7F8F3"/>
                </a:solidFill>
                <a:latin typeface="Arial"/>
                <a:ea typeface="Arial"/>
                <a:cs typeface="Arial"/>
              </a:defRPr>
            </a:lvl9pPr>
          </a:lstStyle>
          <a:p xmlns:a="http://schemas.openxmlformats.org/drawingml/2006/main">
            <a:pPr algn="l">
              <a:buNone/>
              <a:defRPr sz="1575" b="0">
                <a:solidFill>
                  <a:srgbClr val="F4F8F7"/>
                </a:solidFill>
                <a:latin typeface="Arial"/>
                <a:ea typeface="Arial"/>
                <a:cs typeface="Arial"/>
              </a:defRPr>
            </a:pPr>
            <a:r>
              <a:rPr sz="1575" b="0">
                <a:solidFill>
                  <a:srgbClr val="F4F8F7"/>
                </a:solidFill>
                <a:latin typeface="Arial"/>
                <a:ea typeface="Arial"/>
                <a:cs typeface="Arial"/>
              </a:rPr>
              <a:t>TCN chạy trên bo</a:t>
            </a:r>
          </a:p>
          <a:p xmlns:a="http://schemas.openxmlformats.org/drawingml/2006/main">
            <a:pPr algn="l">
              <a:buNone/>
              <a:defRPr sz="1575" b="0">
                <a:solidFill>
                  <a:srgbClr val="F4F8F7"/>
                </a:solidFill>
                <a:latin typeface="Arial"/>
                <a:ea typeface="Arial"/>
                <a:cs typeface="Arial"/>
              </a:defRPr>
            </a:pPr>
            <a:r>
              <a:rPr sz="1575" b="0">
                <a:solidFill>
                  <a:srgbClr val="F4F8F7"/>
                </a:solidFill>
                <a:latin typeface="Arial"/>
                <a:ea typeface="Arial"/>
                <a:cs typeface="Arial"/>
              </a:rPr>
              <a:t>Khớp offline theo dung sai</a:t>
            </a:r>
          </a:p>
        </p:txBody>
      </p:sp>
      <p:sp>
        <p:nvSpPr>
          <p:cNvPr id="32" name="status-bar">
            <a:extLst xmlns:a="http://schemas.openxmlformats.org/drawingml/2006/main">
              <a:ext uri="{FF2B5EF4-FFF2-40B4-BE49-F238E27FC236}">
                <a16:creationId xmlns:a16="http://schemas.microsoft.com/office/drawing/2014/main" id="{399B404F-5EFC-41F2-AA1D-91E49B3E7F9B}"/>
              </a:ext>
            </a:extLst>
          </p:cNvPr>
          <p:cNvSpPr>
            <a:spLocks xmlns:a="http://schemas.openxmlformats.org/drawingml/2006/main" noGrp="1"/>
          </p:cNvSpPr>
          <p:nvPr/>
        </p:nvSpPr>
        <p:spPr>
          <a:xfrm xmlns:a="http://schemas.openxmlformats.org/drawingml/2006/main">
            <a:off x="628650" y="5591175"/>
            <a:ext cx="10868025" cy="476250"/>
          </a:xfrm>
          <a:prstGeom xmlns:a="http://schemas.openxmlformats.org/drawingml/2006/main" prst="roundRect">
            <a:avLst>
              <a:gd name="adj" fmla="val 20000"/>
            </a:avLst>
          </a:prstGeom>
          <a:noFill xmlns:a="http://schemas.openxmlformats.org/drawingml/2006/main"/>
          <a:ln xmlns:a="http://schemas.openxmlformats.org/drawingml/2006/main" w="0">
            <a:noFill/>
            <a:prstDash val="solid"/>
          </a:ln>
        </p:spPr>
      </p:sp>
      <p:sp>
        <p:nvSpPr>
          <p:cNvPr id="33" name="status-copy">
            <a:extLst xmlns:a="http://schemas.openxmlformats.org/drawingml/2006/main">
              <a:ext uri="{FF2B5EF4-FFF2-40B4-BE49-F238E27FC236}">
                <a16:creationId xmlns:a16="http://schemas.microsoft.com/office/drawing/2014/main" id="{6A89FFC2-17C8-4483-960C-05431E5DEB56}"/>
              </a:ext>
            </a:extLst>
          </p:cNvPr>
          <p:cNvSpPr>
            <a:spLocks xmlns:a="http://schemas.openxmlformats.org/drawingml/2006/main" noGrp="1"/>
          </p:cNvSpPr>
          <p:nvPr/>
        </p:nvSpPr>
        <p:spPr>
          <a:xfrm xmlns:a="http://schemas.openxmlformats.org/drawingml/2006/main">
            <a:off x="628650" y="5743575"/>
            <a:ext cx="108680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0">
                <a:solidFill>
                  <a:srgbClr val="B8CCD1"/>
                </a:solidFill>
                <a:latin typeface="Arial"/>
                <a:ea typeface="Arial"/>
                <a:cs typeface="Arial"/>
              </a:defRPr>
            </a:defPPr>
            <a:lvl1pPr algn="l">
              <a:buNone/>
              <a:defRPr sz="1200" b="1">
                <a:solidFill>
                  <a:srgbClr val="11232B"/>
                </a:solidFill>
                <a:latin typeface="Arial"/>
                <a:ea typeface="Arial"/>
                <a:cs typeface="Arial"/>
              </a:defRPr>
            </a:lvl1pPr>
            <a:lvl2pPr algn="l">
              <a:buNone/>
              <a:defRPr sz="1200" b="1">
                <a:solidFill>
                  <a:srgbClr val="11232B"/>
                </a:solidFill>
                <a:latin typeface="Arial"/>
                <a:ea typeface="Arial"/>
                <a:cs typeface="Arial"/>
              </a:defRPr>
            </a:lvl2pPr>
            <a:lvl3pPr algn="l">
              <a:buNone/>
              <a:defRPr sz="1200" b="1">
                <a:solidFill>
                  <a:srgbClr val="11232B"/>
                </a:solidFill>
                <a:latin typeface="Arial"/>
                <a:ea typeface="Arial"/>
                <a:cs typeface="Arial"/>
              </a:defRPr>
            </a:lvl3pPr>
            <a:lvl4pPr algn="l">
              <a:buNone/>
              <a:defRPr sz="1200" b="1">
                <a:solidFill>
                  <a:srgbClr val="11232B"/>
                </a:solidFill>
                <a:latin typeface="Arial"/>
                <a:ea typeface="Arial"/>
                <a:cs typeface="Arial"/>
              </a:defRPr>
            </a:lvl4pPr>
            <a:lvl5pPr algn="l">
              <a:buNone/>
              <a:defRPr sz="1200" b="1">
                <a:solidFill>
                  <a:srgbClr val="11232B"/>
                </a:solidFill>
                <a:latin typeface="Arial"/>
                <a:ea typeface="Arial"/>
                <a:cs typeface="Arial"/>
              </a:defRPr>
            </a:lvl5pPr>
            <a:lvl6pPr algn="l">
              <a:buNone/>
              <a:defRPr sz="1200" b="1">
                <a:solidFill>
                  <a:srgbClr val="11232B"/>
                </a:solidFill>
                <a:latin typeface="Arial"/>
                <a:ea typeface="Arial"/>
                <a:cs typeface="Arial"/>
              </a:defRPr>
            </a:lvl6pPr>
            <a:lvl7pPr algn="l">
              <a:buNone/>
              <a:defRPr sz="1200" b="1">
                <a:solidFill>
                  <a:srgbClr val="11232B"/>
                </a:solidFill>
                <a:latin typeface="Arial"/>
                <a:ea typeface="Arial"/>
                <a:cs typeface="Arial"/>
              </a:defRPr>
            </a:lvl7pPr>
            <a:lvl8pPr algn="l">
              <a:buNone/>
              <a:defRPr sz="1200" b="1">
                <a:solidFill>
                  <a:srgbClr val="11232B"/>
                </a:solidFill>
                <a:latin typeface="Arial"/>
                <a:ea typeface="Arial"/>
                <a:cs typeface="Arial"/>
              </a:defRPr>
            </a:lvl8pPr>
            <a:lvl9pPr algn="l">
              <a:buNone/>
              <a:defRPr sz="1200" b="1">
                <a:solidFill>
                  <a:srgbClr val="11232B"/>
                </a:solidFill>
                <a:latin typeface="Arial"/>
                <a:ea typeface="Arial"/>
                <a:cs typeface="Arial"/>
              </a:defRPr>
            </a:lvl9pPr>
          </a:lstStyle>
          <a:p xmlns:a="http://schemas.openxmlformats.org/drawingml/2006/main">
            <a:pPr algn="l">
              <a:buNone/>
              <a:defRPr sz="1275" b="0">
                <a:solidFill>
                  <a:srgbClr val="B8CCD1"/>
                </a:solidFill>
                <a:latin typeface="Arial"/>
                <a:ea typeface="Arial"/>
                <a:cs typeface="Arial"/>
              </a:defRPr>
            </a:pPr>
            <a:r>
              <a:rPr sz="1275" b="0">
                <a:solidFill>
                  <a:srgbClr val="B8CCD1"/>
                </a:solidFill>
                <a:latin typeface="Arial"/>
                <a:ea typeface="Arial"/>
                <a:cs typeface="Arial"/>
              </a:rPr>
              <a:t>Hiện tại: playback 250 Hz + firmware thu demo; chưa kiểm chứng TCN trên bo.</a:t>
            </a:r>
          </a:p>
        </p:txBody>
      </p:sp>
      <p:sp>
        <p:nvSpPr>
          <p:cNvPr id="35" name="slide-3-page">
            <a:extLst xmlns:a="http://schemas.openxmlformats.org/drawingml/2006/main">
              <a:ext uri="{FF2B5EF4-FFF2-40B4-BE49-F238E27FC236}">
                <a16:creationId xmlns:a16="http://schemas.microsoft.com/office/drawing/2014/main" id="{76069783-78CF-4FF4-95E4-2D648194EFAA}"/>
              </a:ext>
            </a:extLst>
          </p:cNvPr>
          <p:cNvSpPr>
            <a:spLocks xmlns:a="http://schemas.openxmlformats.org/drawingml/2006/main" noGrp="1"/>
          </p:cNvSpPr>
          <p:nvPr/>
        </p:nvSpPr>
        <p:spPr>
          <a:xfrm xmlns:a="http://schemas.openxmlformats.org/drawingml/2006/main">
            <a:off x="10620375" y="6429375"/>
            <a:ext cx="8667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900" b="1">
                <a:solidFill>
                  <a:srgbClr val="B5CACE"/>
                </a:solidFill>
                <a:latin typeface="Arial"/>
                <a:ea typeface="Arial"/>
                <a:cs typeface="Arial"/>
              </a:defRPr>
            </a:defPPr>
            <a:lvl1pPr algn="r">
              <a:buNone/>
              <a:defRPr sz="900" b="1">
                <a:solidFill>
                  <a:srgbClr val="0B786F"/>
                </a:solidFill>
                <a:latin typeface="Arial"/>
                <a:ea typeface="Arial"/>
                <a:cs typeface="Arial"/>
              </a:defRPr>
            </a:lvl1pPr>
            <a:lvl2pPr algn="r">
              <a:buNone/>
              <a:defRPr sz="900" b="1">
                <a:solidFill>
                  <a:srgbClr val="0B786F"/>
                </a:solidFill>
                <a:latin typeface="Arial"/>
                <a:ea typeface="Arial"/>
                <a:cs typeface="Arial"/>
              </a:defRPr>
            </a:lvl2pPr>
            <a:lvl3pPr algn="r">
              <a:buNone/>
              <a:defRPr sz="900" b="1">
                <a:solidFill>
                  <a:srgbClr val="0B786F"/>
                </a:solidFill>
                <a:latin typeface="Arial"/>
                <a:ea typeface="Arial"/>
                <a:cs typeface="Arial"/>
              </a:defRPr>
            </a:lvl3pPr>
            <a:lvl4pPr algn="r">
              <a:buNone/>
              <a:defRPr sz="900" b="1">
                <a:solidFill>
                  <a:srgbClr val="0B786F"/>
                </a:solidFill>
                <a:latin typeface="Arial"/>
                <a:ea typeface="Arial"/>
                <a:cs typeface="Arial"/>
              </a:defRPr>
            </a:lvl4pPr>
            <a:lvl5pPr algn="r">
              <a:buNone/>
              <a:defRPr sz="900" b="1">
                <a:solidFill>
                  <a:srgbClr val="0B786F"/>
                </a:solidFill>
                <a:latin typeface="Arial"/>
                <a:ea typeface="Arial"/>
                <a:cs typeface="Arial"/>
              </a:defRPr>
            </a:lvl5pPr>
            <a:lvl6pPr algn="r">
              <a:buNone/>
              <a:defRPr sz="900" b="1">
                <a:solidFill>
                  <a:srgbClr val="0B786F"/>
                </a:solidFill>
                <a:latin typeface="Arial"/>
                <a:ea typeface="Arial"/>
                <a:cs typeface="Arial"/>
              </a:defRPr>
            </a:lvl6pPr>
            <a:lvl7pPr algn="r">
              <a:buNone/>
              <a:defRPr sz="900" b="1">
                <a:solidFill>
                  <a:srgbClr val="0B786F"/>
                </a:solidFill>
                <a:latin typeface="Arial"/>
                <a:ea typeface="Arial"/>
                <a:cs typeface="Arial"/>
              </a:defRPr>
            </a:lvl7pPr>
            <a:lvl8pPr algn="r">
              <a:buNone/>
              <a:defRPr sz="900" b="1">
                <a:solidFill>
                  <a:srgbClr val="0B786F"/>
                </a:solidFill>
                <a:latin typeface="Arial"/>
                <a:ea typeface="Arial"/>
                <a:cs typeface="Arial"/>
              </a:defRPr>
            </a:lvl8pPr>
            <a:lvl9pPr algn="r">
              <a:buNone/>
              <a:defRPr sz="900" b="1">
                <a:solidFill>
                  <a:srgbClr val="0B786F"/>
                </a:solidFill>
                <a:latin typeface="Arial"/>
                <a:ea typeface="Arial"/>
                <a:cs typeface="Arial"/>
              </a:defRPr>
            </a:lvl9pPr>
          </a:lstStyle>
          <a:p xmlns:a="http://schemas.openxmlformats.org/drawingml/2006/main">
            <a:pPr algn="r">
              <a:buNone/>
              <a:defRPr sz="900" b="1">
                <a:solidFill>
                  <a:srgbClr val="0B786F"/>
                </a:solidFill>
                <a:latin typeface="Arial"/>
                <a:ea typeface="Arial"/>
                <a:cs typeface="Arial"/>
              </a:defRPr>
            </a:pPr>
            <a:r>
              <a:rPr sz="900" b="1">
                <a:solidFill>
                  <a:srgbClr val="B5CACE"/>
                </a:solidFill>
                <a:latin typeface="Arial"/>
                <a:ea typeface="Arial"/>
                <a:cs typeface="Arial"/>
              </a:rPr>
              <a:t>03 / 03</a:t>
            </a:r>
          </a:p>
        </p:txBody>
      </p:sp>
    </p:spTree>
    <p:extLst>
      <p:ext uri="{BB962C8B-B14F-4D97-AF65-F5344CB8AC3E}">
        <p14:creationId xmlns:p14="http://schemas.microsoft.com/office/powerpoint/2010/main" val="98437472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2026-10-18T04:01:55.3480000Z</dcterms:created>
  <dcterms:modified xsi:type="dcterms:W3CDTF">2026-10-18T04:01:55.3480000Z</dcterms:modified>
</coreProperties>
</file>