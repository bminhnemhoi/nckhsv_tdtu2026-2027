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ea2aef94904ccf" /><Relationship Type="http://schemas.openxmlformats.org/officeDocument/2006/relationships/extended-properties" Target="/docProps/app.xml" Id="Rda84dafbfe734405" /><Relationship Type="http://schemas.openxmlformats.org/officeDocument/2006/relationships/officeDocument" Target="/ppt/presentation.xml" Id="Ra33ff5dfb6c742b5" /></Relationships>
</file>

<file path=ppt/presentation.xml><?xml version="1.0" encoding="utf-8"?>
<p:presentation xmlns:p="http://schemas.openxmlformats.org/presentationml/2006/main">
  <p:sldMasterIdLst>
    <p:sldMasterId xmlns:r="http://schemas.openxmlformats.org/officeDocument/2006/relationships" id="2147483648" r:id="Ra2b050744dc84e7a"/>
  </p:sldMasterIdLst>
  <p:notesMasterIdLst>
    <p:notesMasterId xmlns:r="http://schemas.openxmlformats.org/officeDocument/2006/relationships" r:id="R95b553e501db4a71"/>
  </p:notesMasterIdLst>
  <p:sldIdLst>
    <p:sldId xmlns:r="http://schemas.openxmlformats.org/officeDocument/2006/relationships" id="256" r:id="R12153268ea1d4395"/>
    <p:sldId xmlns:r="http://schemas.openxmlformats.org/officeDocument/2006/relationships" id="257" r:id="R5b1757a931c642b3"/>
    <p:sldId xmlns:r="http://schemas.openxmlformats.org/officeDocument/2006/relationships" id="258" r:id="R1aa3a5d61a8c41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55cad2c71846b1" /><Relationship Type="http://schemas.openxmlformats.org/officeDocument/2006/relationships/slideMaster" Target="/ppt/slideMasters/slideMaster1.xml" Id="Ra2b050744dc84e7a" /><Relationship Type="http://schemas.openxmlformats.org/officeDocument/2006/relationships/notesMaster" Target="/ppt/notesMasters/notesMaster1.xml" Id="R95b553e501db4a71" /><Relationship Type="http://schemas.openxmlformats.org/officeDocument/2006/relationships/presProps" Target="/ppt/presProps.xml" Id="R82353073d25049a6" /><Relationship Type="http://schemas.openxmlformats.org/officeDocument/2006/relationships/tableStyles" Target="/ppt/tableStyles.xml" Id="Rf1ed0459bf794587" /><Relationship Type="http://schemas.openxmlformats.org/officeDocument/2006/relationships/slide" Target="/ppt/slides/slide1.xml" Id="R12153268ea1d4395" /><Relationship Type="http://schemas.openxmlformats.org/officeDocument/2006/relationships/slide" Target="/ppt/slides/slide2.xml" Id="R5b1757a931c642b3" /><Relationship Type="http://schemas.openxmlformats.org/officeDocument/2006/relationships/slide" Target="/ppt/slides/slide3.xml" Id="R1aa3a5d61a8c41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bb1a4f287644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532bd796a84549" /><Relationship Type="http://schemas.openxmlformats.org/officeDocument/2006/relationships/notesMaster" Target="/ppt/notesMasters/notesMaster1.xml" Id="Ra1bd7275b2ea4f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a1beba3d4348c5" /><Relationship Type="http://schemas.openxmlformats.org/officeDocument/2006/relationships/notesMaster" Target="/ppt/notesMasters/notesMaster1.xml" Id="R4b923f1d27c049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874386422c4d0c" /><Relationship Type="http://schemas.openxmlformats.org/officeDocument/2006/relationships/notesMaster" Target="/ppt/notesMasters/notesMaster1.xml" Id="R7890b4d841cd4e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r>
              <a:t/>
            </a:r>
          </a:p>
          <a:p xmlns:a="http://schemas.openxmlformats.org/drawingml/2006/main">
            <a:r>
              <a:t/>
            </a:r>
          </a:p>
          <a:p xmlns:a="http://schemas.openxmlformats.org/drawingml/2006/main">
            <a:r>
              <a:t>KIỂM THỬ MÔ PHỎNG (18/10/2026)</a:t>
            </a:r>
          </a:p>
          <a:p xmlns:a="http://schemas.openxmlformats.org/drawingml/2006/main">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p>
          <a:p xmlns:a="http://schemas.openxmlformats.org/drawingml/2006/main">
            <a:r>
              <a:t/>
            </a:r>
          </a:p>
          <a:p xmlns:a="http://schemas.openxmlformats.org/drawingml/2006/main">
            <a:r>
              <a:t>GIÁ TRA CỨU (VNĐ, chưa gồm vận chuyển; giá/biến thể có thể đổi)</a:t>
            </a:r>
          </a:p>
          <a:p xmlns:a="http://schemas.openxmlformats.org/drawingml/2006/main">
            <a:r>
              <a:t>J1 Shopee, ESP32 DevKit V1 ESP-WROOM-32, 109.000: https://shopee.vn/ESP32-DevKit-V1-ESP32-WROOM-32-WiFi-Bluetooth-Development-Board-%E2%80%93-Kit-Ph%C3%A1t-Tri%E1%BB%83n-IoT-Ch%C3%ADnh-H%C3%A3ng-i.65776741.42482058047</a:t>
            </a:r>
          </a:p>
          <a:p xmlns:a="http://schemas.openxmlformats.org/drawingml/2006/main">
            <a:r>
              <a:t>J2 TMe, ESP32-S3 Dev dựa ESP32-S3-WROOM-1 N8R8, mã trang 2504, 250.000: https://tme.vn/Product.aspx?id=2504</a:t>
            </a:r>
          </a:p>
          <a:p xmlns:a="http://schemas.openxmlformats.org/drawingml/2006/main">
            <a:r>
              <a:t>J3 Shopee PCBLab, SSD1306 0.96in 128x64 4-pin, 60.086: https://shopee.vn/M%C3%A0n-h%C3%ACnh-OLED-0.96-inch-I2C-SSD1306-128x64-giao-ti%E1%BA%BFp-I2C-4-ch%C3%A2n-VCC-GND-SCL-SDA-d%C3%B9ng-cho-Arduino-ESP32-STM32-i.1723076079.51514172829</a:t>
            </a:r>
          </a:p>
          <a:p xmlns:a="http://schemas.openxmlformats.org/drawingml/2006/main">
            <a:r>
              <a:t>R1 10 kΩ and R2 56 kΩ, carbon film through-hole 1/4 W 5%, Thegioiic 55 each, MOQ 50 each; R2 seller code IC929: https://www.thegioiic.com/dien-tro-56-kohm-1-4w-5-4-vong-mau ; 10 kΩ listing: https://www.thegioiic.com/dien-tro-10-kohm-1-4w-5-4-vong-mau</a:t>
            </a:r>
          </a:p>
          <a:p xmlns:a="http://schemas.openxmlformats.org/drawingml/2006/main">
            <a:r>
              <a:t>C1 ceramic 104 100 nF 50 V, Shopee 10 pcs 6.000: https://shopee.vn/T%E1%BB%A5-g%E1%BB%91m-104-100nF-50V-Ceramic-%2810pcs%29-i.29186330.43423148258</a:t>
            </a:r>
          </a:p>
          <a:p xmlns:a="http://schemas.openxmlformats.org/drawingml/2006/main">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p>
          <a:p xmlns:a="http://schemas.openxmlformats.org/drawingml/2006/main">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p>
          <a:p xmlns:a="http://schemas.openxmlformats.org/drawingml/2006/main">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p>
          <a:p xmlns:a="http://schemas.openxmlformats.org/drawingml/2006/main">
            <a:r>
              <a:t>*Total is approximately 622.000 VND including minimum resistor packs; excludes shipping and marketplace promotions.</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a:p xmlns:a="http://schemas.openxmlformats.org/drawingml/2006/main">
            <a:r>
              <a:t>REV B UPDATE:</a:t>
            </a:r>
          </a:p>
          <a:p xmlns:a="http://schemas.openxmlformats.org/drawingml/2006/main">
            <a:r>
              <a:t>RF-HIL-001 Rev B. Module-interface schematic only, not a PCB production release.</a:t>
            </a:r>
          </a:p>
          <a:p xmlns:a="http://schemas.openxmlformats.org/drawingml/2006/main">
            <a:r>
              <a:t>Drawing conventions informed by IEC 61082-1:2014 public scope and IEC 60617. No clause-by-clause conformance certification.</a:t>
            </a:r>
          </a:p>
          <a:p xmlns:a="http://schemas.openxmlformats.org/drawingml/2006/main">
            <a:r>
              <a:t>https://webstore.iec.ch/en/publication/4469</a:t>
            </a:r>
          </a:p>
          <a:p xmlns:a="http://schemas.openxmlformats.org/drawingml/2006/main">
            <a:r>
              <a:t>https://tc3.iec.ch/tc-activity/graphical-symbols-for-diagrams/</a:t>
            </a:r>
          </a:p>
          <a:p xmlns:a="http://schemas.openxmlformats.org/drawingml/2006/main">
            <a:r>
              <a:t>GPIO25 DAC: https://docs.espressif.com/projects/esp-idf/en/latest/esp32/api-reference/peripherals/dac.html</a:t>
            </a:r>
          </a:p>
          <a:p xmlns:a="http://schemas.openxmlformats.org/drawingml/2006/main">
            <a:r>
              <a:t>GPIO1 ADC1_CH0 and 100 nF: https://docs.espressif.com/projects/esp-hardware-design-guidelines/en/latest/esp32s3/schematic-checklist.html</a:t>
            </a:r>
          </a:p>
          <a:p xmlns:a="http://schemas.openxmlformats.org/drawingml/2006/main">
            <a:r>
              <a:t>ADC accuracy guidance states 0..2900 mV at highest attenuation; Arduino measurable range is broader (0..3100 mV). This drawing targets the narrower range.</a:t>
            </a:r>
          </a:p>
          <a:p xmlns:a="http://schemas.openxmlformats.org/drawingml/2006/main">
            <a:r>
              <a:t>I2C: https://www.nxp.com/docs/en/user-guide/UM10204.pdf and https://www.ti.com/lit/an/slva689/slva689.pdf</a:t>
            </a:r>
          </a:p>
          <a:p xmlns:a="http://schemas.openxmlformats.org/drawingml/2006/main">
            <a:r>
              <a:t>A2 intended purchase is TMe ESP32-S3 Dev (https://www.tme.vn/Products.aspx?CateId=457), not Espressif DevKitC-1. TMe individual product/PDF could not be re-fetched. Verify actual board revision and silk labels before assembly.</a:t>
            </a:r>
          </a:p>
          <a:p xmlns:a="http://schemas.openxmlformats.org/drawingml/2006/main">
            <a:r>
              <a:t>OLED pin order and installed pull-ups are not frozen. R3/R4 are optional 4k7 to 3V3_A2. DNP when existing module pull-ups meet the effective resistance and rise-time acceptance conditions. C2 local decoupling is added.</a:t>
            </a:r>
          </a:p>
          <a:p xmlns:a="http://schemas.openxmlformats.org/drawingml/2006/main">
            <a:r>
              <a:t>R2 changed 56k to 39k. For ideal DAC output bounded by 3.3 V +5% and resistor tolerances +/-5%, worst ADC_IN is below 2.85 V. Actual DAC source impedance and S3 ADC transfer curve are not modeled.</a:t>
            </a:r>
          </a:p>
          <a:p xmlns:a="http://schemas.openxmlformats.org/drawingml/2006/main">
            <a:r>
              <a:t>R1/R2 budget and module prices remain previous estimates. New 39k procurement and optional 4k7 require quotation. Hardware fit and production approval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b269de28349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3e3d0655a34a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cd3b889a794e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9f317349af4b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7df36bb3ef43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befa2f1dfb48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9f6bbd79434401" /><Relationship Type="http://schemas.openxmlformats.org/officeDocument/2006/relationships/slideLayout" Target="/ppt/slideLayouts/slideLayout1.xml" Id="Rcdccdf72f1004fd5" /><Relationship Type="http://schemas.openxmlformats.org/officeDocument/2006/relationships/slideLayout" Target="/ppt/slideLayouts/slideLayout2.xml" Id="R87a40cc10e0f4c2d" /><Relationship Type="http://schemas.openxmlformats.org/officeDocument/2006/relationships/slideLayout" Target="/ppt/slideLayouts/slideLayout3.xml" Id="R2afd17b4649b48e6" /><Relationship Type="http://schemas.openxmlformats.org/officeDocument/2006/relationships/slideLayout" Target="/ppt/slideLayouts/slideLayout4.xml" Id="R598e50b3687442de" /><Relationship Type="http://schemas.openxmlformats.org/officeDocument/2006/relationships/slideLayout" Target="/ppt/slideLayouts/slideLayout5.xml" Id="Rc4bba9d879a8469b" /><Relationship Type="http://schemas.openxmlformats.org/officeDocument/2006/relationships/slideLayout" Target="/ppt/slideLayouts/slideLayout6.xml" Id="R70286989c3ea45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ccdf72f1004fd5"/>
    <p:sldLayoutId xmlns:r="http://schemas.openxmlformats.org/officeDocument/2006/relationships" id="2147483650" r:id="R87a40cc10e0f4c2d"/>
    <p:sldLayoutId xmlns:r="http://schemas.openxmlformats.org/officeDocument/2006/relationships" id="2147483651" r:id="R2afd17b4649b48e6"/>
    <p:sldLayoutId xmlns:r="http://schemas.openxmlformats.org/officeDocument/2006/relationships" id="2147483652" r:id="R598e50b3687442de"/>
    <p:sldLayoutId xmlns:r="http://schemas.openxmlformats.org/officeDocument/2006/relationships" id="2147483653" r:id="Rc4bba9d879a8469b"/>
    <p:sldLayoutId xmlns:r="http://schemas.openxmlformats.org/officeDocument/2006/relationships" id="2147483654" r:id="R70286989c3ea45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8c20c7a54548ba" /><Relationship Type="http://schemas.openxmlformats.org/officeDocument/2006/relationships/notesSlide" Target="/ppt/notesSlides/notesSlide1.xml" Id="Rf4e38a4d1e3741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4142a117634b94" /><Relationship Type="http://schemas.openxmlformats.org/officeDocument/2006/relationships/notesSlide" Target="/ppt/notesSlides/notesSlide2.xml" Id="Rb412e33a987f40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2c13346e934306" /><Relationship Type="http://schemas.openxmlformats.org/officeDocument/2006/relationships/notesSlide" Target="/ppt/notesSlides/notesSlide3.xml" Id="R70c532a837fd42da" /></Relationships>
</file>

<file path=ppt/slides/slide1.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150" b="1">
                <a:solidFill>
                  <a:srgbClr val="122F38"/>
                </a:solidFill>
                <a:latin typeface="Arial"/>
                <a:ea typeface="Arial"/>
                <a:cs typeface="Arial"/>
              </a:rPr>
              <a:t>Sơ đồ nguyên lý liên kết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425" b="0">
                <a:solidFill>
                  <a:srgbClr val="5A7076"/>
                </a:solidFill>
                <a:latin typeface="Arial"/>
                <a:ea typeface="Arial"/>
                <a:cs typeface="Arial"/>
              </a:defRPr>
            </a:pPr>
            <a:r>
              <a:rPr sz="1275" b="0">
                <a:solidFill>
                  <a:srgbClr val="5A7076"/>
                </a:solidFill>
                <a:latin typeface="Arial"/>
                <a:ea typeface="Arial"/>
                <a:cs typeface="Arial"/>
              </a:rPr>
              <a:t>A1/A2/A3 là mã cụm. Đấu theo tên chân in trên bo, không suy số chân theo vị trí trên hình.</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31" name="A1">
            <a:extLst xmlns:a="http://schemas.openxmlformats.org/drawingml/2006/main">
              <a:ext uri="{FF2B5EF4-FFF2-40B4-BE49-F238E27FC236}">
                <a16:creationId xmlns:a16="http://schemas.microsoft.com/office/drawing/2014/main" id="{15C0F81F-C04E-4725-8761-875105AF0169}"/>
              </a:ext>
            </a:extLst>
          </p:cNvPr>
          <p:cNvSpPr>
            <a:spLocks xmlns:a="http://schemas.openxmlformats.org/drawingml/2006/main" noGrp="1"/>
          </p:cNvSpPr>
          <p:nvPr/>
        </p:nvSpPr>
        <p:spPr>
          <a:xfrm xmlns:a="http://schemas.openxmlformats.org/drawingml/2006/main">
            <a:off x="571500" y="1809750"/>
            <a:ext cx="1762125" cy="238125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32" name="A1-ref">
            <a:extLst xmlns:a="http://schemas.openxmlformats.org/drawingml/2006/main">
              <a:ext uri="{FF2B5EF4-FFF2-40B4-BE49-F238E27FC236}">
                <a16:creationId xmlns:a16="http://schemas.microsoft.com/office/drawing/2014/main" id="{934A2486-1489-4025-9A65-4FAA3D1630B9}"/>
              </a:ext>
            </a:extLst>
          </p:cNvPr>
          <p:cNvSpPr>
            <a:spLocks xmlns:a="http://schemas.openxmlformats.org/drawingml/2006/main" noGrp="1"/>
          </p:cNvSpPr>
          <p:nvPr/>
        </p:nvSpPr>
        <p:spPr>
          <a:xfrm xmlns:a="http://schemas.openxmlformats.org/drawingml/2006/main">
            <a:off x="704850" y="1914525"/>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A1  BỘ PHÁT</a:t>
            </a:r>
          </a:p>
        </p:txBody>
      </p:sp>
      <p:sp>
        <p:nvSpPr>
          <p:cNvPr id="33" name="A1-model">
            <a:extLst xmlns:a="http://schemas.openxmlformats.org/drawingml/2006/main">
              <a:ext uri="{FF2B5EF4-FFF2-40B4-BE49-F238E27FC236}">
                <a16:creationId xmlns:a16="http://schemas.microsoft.com/office/drawing/2014/main" id="{C6A9C924-61FE-46D4-B5C4-66B149F7E65C}"/>
              </a:ext>
            </a:extLst>
          </p:cNvPr>
          <p:cNvSpPr>
            <a:spLocks xmlns:a="http://schemas.openxmlformats.org/drawingml/2006/main" noGrp="1"/>
          </p:cNvSpPr>
          <p:nvPr/>
        </p:nvSpPr>
        <p:spPr>
          <a:xfrm xmlns:a="http://schemas.openxmlformats.org/drawingml/2006/main">
            <a:off x="704850" y="22002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ESP32 DevKit V1</a:t>
            </a:r>
          </a:p>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ESP-WROOM-32</a:t>
            </a:r>
          </a:p>
        </p:txBody>
      </p:sp>
      <p:sp>
        <p:nvSpPr>
          <p:cNvPr id="34" name="A1-DAC">
            <a:extLst xmlns:a="http://schemas.openxmlformats.org/drawingml/2006/main">
              <a:ext uri="{FF2B5EF4-FFF2-40B4-BE49-F238E27FC236}">
                <a16:creationId xmlns:a16="http://schemas.microsoft.com/office/drawing/2014/main" id="{0CA35DE9-070A-4B25-8C1C-B7008FA5DE5A}"/>
              </a:ext>
            </a:extLst>
          </p:cNvPr>
          <p:cNvSpPr>
            <a:spLocks xmlns:a="http://schemas.openxmlformats.org/drawingml/2006/main" noGrp="1"/>
          </p:cNvSpPr>
          <p:nvPr/>
        </p:nvSpPr>
        <p:spPr>
          <a:xfrm xmlns:a="http://schemas.openxmlformats.org/drawingml/2006/main">
            <a:off x="704850" y="258127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defRPr sz="1088" b="1">
                <a:solidFill>
                  <a:srgbClr val="16343D"/>
                </a:solidFill>
                <a:latin typeface="Arial"/>
                <a:ea typeface="Arial"/>
                <a:cs typeface="Arial"/>
              </a:defRPr>
            </a:lvl1pPr>
            <a:lvl2pPr algn="l">
              <a:defRPr sz="1088" b="1">
                <a:solidFill>
                  <a:srgbClr val="16343D"/>
                </a:solidFill>
                <a:latin typeface="Arial"/>
                <a:ea typeface="Arial"/>
                <a:cs typeface="Arial"/>
              </a:defRPr>
            </a:lvl2pPr>
            <a:lvl3pPr algn="l">
              <a:defRPr sz="1088" b="1">
                <a:solidFill>
                  <a:srgbClr val="16343D"/>
                </a:solidFill>
                <a:latin typeface="Arial"/>
                <a:ea typeface="Arial"/>
                <a:cs typeface="Arial"/>
              </a:defRPr>
            </a:lvl3pPr>
            <a:lvl4pPr algn="l">
              <a:defRPr sz="1088" b="1">
                <a:solidFill>
                  <a:srgbClr val="16343D"/>
                </a:solidFill>
                <a:latin typeface="Arial"/>
                <a:ea typeface="Arial"/>
                <a:cs typeface="Arial"/>
              </a:defRPr>
            </a:lvl4pPr>
            <a:lvl5pPr algn="l">
              <a:defRPr sz="1088" b="1">
                <a:solidFill>
                  <a:srgbClr val="16343D"/>
                </a:solidFill>
                <a:latin typeface="Arial"/>
                <a:ea typeface="Arial"/>
                <a:cs typeface="Arial"/>
              </a:defRPr>
            </a:lvl5pPr>
            <a:lvl6pPr algn="l">
              <a:defRPr sz="1088" b="1">
                <a:solidFill>
                  <a:srgbClr val="16343D"/>
                </a:solidFill>
                <a:latin typeface="Arial"/>
                <a:ea typeface="Arial"/>
                <a:cs typeface="Arial"/>
              </a:defRPr>
            </a:lvl6pPr>
            <a:lvl7pPr algn="l">
              <a:defRPr sz="1088" b="1">
                <a:solidFill>
                  <a:srgbClr val="16343D"/>
                </a:solidFill>
                <a:latin typeface="Arial"/>
                <a:ea typeface="Arial"/>
                <a:cs typeface="Arial"/>
              </a:defRPr>
            </a:lvl7pPr>
            <a:lvl8pPr algn="l">
              <a:defRPr sz="1088" b="1">
                <a:solidFill>
                  <a:srgbClr val="16343D"/>
                </a:solidFill>
                <a:latin typeface="Arial"/>
                <a:ea typeface="Arial"/>
                <a:cs typeface="Arial"/>
              </a:defRPr>
            </a:lvl8pPr>
            <a:lvl9pPr algn="l">
              <a:defRPr sz="1088" b="1">
                <a:solidFill>
                  <a:srgbClr val="16343D"/>
                </a:solidFill>
                <a:latin typeface="Arial"/>
                <a:ea typeface="Arial"/>
                <a:cs typeface="Arial"/>
              </a:defRPr>
            </a:lvl9pPr>
          </a:lstStyle>
          <a:p xmlns:a="http://schemas.openxmlformats.org/drawingml/2006/main">
            <a:pPr algn="l">
              <a:defRPr sz="1088" b="1">
                <a:solidFill>
                  <a:srgbClr val="16343D"/>
                </a:solidFill>
                <a:latin typeface="Arial"/>
                <a:ea typeface="Arial"/>
                <a:cs typeface="Arial"/>
              </a:defRPr>
            </a:pPr>
            <a:r>
              <a:rPr sz="1088" b="1">
                <a:solidFill>
                  <a:srgbClr val="16343D"/>
                </a:solidFill>
                <a:latin typeface="Arial"/>
                <a:ea typeface="Arial"/>
                <a:cs typeface="Arial"/>
              </a:rPr>
              <a:t>GPIO25 / DAC</a:t>
            </a:r>
          </a:p>
        </p:txBody>
      </p:sp>
      <p:sp>
        <p:nvSpPr>
          <p:cNvPr id="35" name="A1-DAC-port">
            <a:extLst xmlns:a="http://schemas.openxmlformats.org/drawingml/2006/main">
              <a:ext uri="{FF2B5EF4-FFF2-40B4-BE49-F238E27FC236}">
                <a16:creationId xmlns:a16="http://schemas.microsoft.com/office/drawing/2014/main" id="{BE6FB0BC-8E95-45B2-AF53-B86F26FF7BCF}"/>
              </a:ext>
            </a:extLst>
          </p:cNvPr>
          <p:cNvSpPr>
            <a:spLocks xmlns:a="http://schemas.openxmlformats.org/drawingml/2006/main" noGrp="1"/>
          </p:cNvSpPr>
          <p:nvPr/>
        </p:nvSpPr>
        <p:spPr>
          <a:xfrm xmlns:a="http://schemas.openxmlformats.org/drawingml/2006/main">
            <a:off x="2295525"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6" name="A1-GND">
            <a:extLst xmlns:a="http://schemas.openxmlformats.org/drawingml/2006/main">
              <a:ext uri="{FF2B5EF4-FFF2-40B4-BE49-F238E27FC236}">
                <a16:creationId xmlns:a16="http://schemas.microsoft.com/office/drawing/2014/main" id="{5F88390B-0BA6-4595-B07A-E49E5DA80FCA}"/>
              </a:ext>
            </a:extLst>
          </p:cNvPr>
          <p:cNvSpPr>
            <a:spLocks xmlns:a="http://schemas.openxmlformats.org/drawingml/2006/main" noGrp="1"/>
          </p:cNvSpPr>
          <p:nvPr/>
        </p:nvSpPr>
        <p:spPr>
          <a:xfrm xmlns:a="http://schemas.openxmlformats.org/drawingml/2006/main">
            <a:off x="704850" y="38957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88" b="1">
                <a:solidFill>
                  <a:srgbClr val="16343D"/>
                </a:solidFill>
                <a:latin typeface="Arial"/>
                <a:ea typeface="Arial"/>
                <a:cs typeface="Arial"/>
              </a:defRPr>
            </a:defPPr>
            <a:lvl1pPr algn="l">
              <a:defRPr sz="1088" b="1">
                <a:solidFill>
                  <a:srgbClr val="16343D"/>
                </a:solidFill>
                <a:latin typeface="Arial"/>
                <a:ea typeface="Arial"/>
                <a:cs typeface="Arial"/>
              </a:defRPr>
            </a:lvl1pPr>
            <a:lvl2pPr algn="l">
              <a:defRPr sz="1088" b="1">
                <a:solidFill>
                  <a:srgbClr val="16343D"/>
                </a:solidFill>
                <a:latin typeface="Arial"/>
                <a:ea typeface="Arial"/>
                <a:cs typeface="Arial"/>
              </a:defRPr>
            </a:lvl2pPr>
            <a:lvl3pPr algn="l">
              <a:defRPr sz="1088" b="1">
                <a:solidFill>
                  <a:srgbClr val="16343D"/>
                </a:solidFill>
                <a:latin typeface="Arial"/>
                <a:ea typeface="Arial"/>
                <a:cs typeface="Arial"/>
              </a:defRPr>
            </a:lvl3pPr>
            <a:lvl4pPr algn="l">
              <a:defRPr sz="1088" b="1">
                <a:solidFill>
                  <a:srgbClr val="16343D"/>
                </a:solidFill>
                <a:latin typeface="Arial"/>
                <a:ea typeface="Arial"/>
                <a:cs typeface="Arial"/>
              </a:defRPr>
            </a:lvl4pPr>
            <a:lvl5pPr algn="l">
              <a:defRPr sz="1088" b="1">
                <a:solidFill>
                  <a:srgbClr val="16343D"/>
                </a:solidFill>
                <a:latin typeface="Arial"/>
                <a:ea typeface="Arial"/>
                <a:cs typeface="Arial"/>
              </a:defRPr>
            </a:lvl5pPr>
            <a:lvl6pPr algn="l">
              <a:defRPr sz="1088" b="1">
                <a:solidFill>
                  <a:srgbClr val="16343D"/>
                </a:solidFill>
                <a:latin typeface="Arial"/>
                <a:ea typeface="Arial"/>
                <a:cs typeface="Arial"/>
              </a:defRPr>
            </a:lvl6pPr>
            <a:lvl7pPr algn="l">
              <a:defRPr sz="1088" b="1">
                <a:solidFill>
                  <a:srgbClr val="16343D"/>
                </a:solidFill>
                <a:latin typeface="Arial"/>
                <a:ea typeface="Arial"/>
                <a:cs typeface="Arial"/>
              </a:defRPr>
            </a:lvl7pPr>
            <a:lvl8pPr algn="l">
              <a:defRPr sz="1088" b="1">
                <a:solidFill>
                  <a:srgbClr val="16343D"/>
                </a:solidFill>
                <a:latin typeface="Arial"/>
                <a:ea typeface="Arial"/>
                <a:cs typeface="Arial"/>
              </a:defRPr>
            </a:lvl8pPr>
            <a:lvl9pPr algn="l">
              <a:defRPr sz="1088" b="1">
                <a:solidFill>
                  <a:srgbClr val="16343D"/>
                </a:solidFill>
                <a:latin typeface="Arial"/>
                <a:ea typeface="Arial"/>
                <a:cs typeface="Arial"/>
              </a:defRPr>
            </a:lvl9pPr>
          </a:lstStyle>
          <a:p xmlns:a="http://schemas.openxmlformats.org/drawingml/2006/main">
            <a:pPr algn="l">
              <a:defRPr sz="1088" b="1">
                <a:solidFill>
                  <a:srgbClr val="16343D"/>
                </a:solidFill>
                <a:latin typeface="Arial"/>
                <a:ea typeface="Arial"/>
                <a:cs typeface="Arial"/>
              </a:defRPr>
            </a:pPr>
            <a:r>
              <a:rPr sz="1088" b="1">
                <a:solidFill>
                  <a:srgbClr val="16343D"/>
                </a:solidFill>
                <a:latin typeface="Arial"/>
                <a:ea typeface="Arial"/>
                <a:cs typeface="Arial"/>
              </a:rPr>
              <a:t>GND</a:t>
            </a:r>
          </a:p>
        </p:txBody>
      </p:sp>
      <p:sp>
        <p:nvSpPr>
          <p:cNvPr id="37" name="A1-GND-port">
            <a:extLst xmlns:a="http://schemas.openxmlformats.org/drawingml/2006/main">
              <a:ext uri="{FF2B5EF4-FFF2-40B4-BE49-F238E27FC236}">
                <a16:creationId xmlns:a16="http://schemas.microsoft.com/office/drawing/2014/main" id="{06F4BAAF-C6FA-49AA-8AE8-D1FAFB133DDA}"/>
              </a:ext>
            </a:extLst>
          </p:cNvPr>
          <p:cNvSpPr>
            <a:spLocks xmlns:a="http://schemas.openxmlformats.org/drawingml/2006/main" noGrp="1"/>
          </p:cNvSpPr>
          <p:nvPr/>
        </p:nvSpPr>
        <p:spPr>
          <a:xfrm xmlns:a="http://schemas.openxmlformats.org/drawingml/2006/main">
            <a:off x="2295525"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38" name="A1-usb">
            <a:extLst xmlns:a="http://schemas.openxmlformats.org/drawingml/2006/main">
              <a:ext uri="{FF2B5EF4-FFF2-40B4-BE49-F238E27FC236}">
                <a16:creationId xmlns:a16="http://schemas.microsoft.com/office/drawing/2014/main" id="{1B8CDEBB-06F4-4DE6-B3E0-07106BB40DC2}"/>
              </a:ext>
            </a:extLst>
          </p:cNvPr>
          <p:cNvSpPr>
            <a:spLocks xmlns:a="http://schemas.openxmlformats.org/drawingml/2006/main" noGrp="1"/>
          </p:cNvSpPr>
          <p:nvPr/>
        </p:nvSpPr>
        <p:spPr>
          <a:xfrm xmlns:a="http://schemas.openxmlformats.org/drawingml/2006/main">
            <a:off x="704850" y="3648075"/>
            <a:ext cx="1524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defRPr sz="975" b="0">
                <a:solidFill>
                  <a:srgbClr val="4F6870"/>
                </a:solidFill>
                <a:latin typeface="Arial"/>
                <a:ea typeface="Arial"/>
                <a:cs typeface="Arial"/>
              </a:defRPr>
            </a:lvl1pPr>
            <a:lvl2pPr algn="l">
              <a:defRPr sz="975" b="0">
                <a:solidFill>
                  <a:srgbClr val="4F6870"/>
                </a:solidFill>
                <a:latin typeface="Arial"/>
                <a:ea typeface="Arial"/>
                <a:cs typeface="Arial"/>
              </a:defRPr>
            </a:lvl2pPr>
            <a:lvl3pPr algn="l">
              <a:defRPr sz="975" b="0">
                <a:solidFill>
                  <a:srgbClr val="4F6870"/>
                </a:solidFill>
                <a:latin typeface="Arial"/>
                <a:ea typeface="Arial"/>
                <a:cs typeface="Arial"/>
              </a:defRPr>
            </a:lvl3pPr>
            <a:lvl4pPr algn="l">
              <a:defRPr sz="975" b="0">
                <a:solidFill>
                  <a:srgbClr val="4F6870"/>
                </a:solidFill>
                <a:latin typeface="Arial"/>
                <a:ea typeface="Arial"/>
                <a:cs typeface="Arial"/>
              </a:defRPr>
            </a:lvl4pPr>
            <a:lvl5pPr algn="l">
              <a:defRPr sz="975" b="0">
                <a:solidFill>
                  <a:srgbClr val="4F6870"/>
                </a:solidFill>
                <a:latin typeface="Arial"/>
                <a:ea typeface="Arial"/>
                <a:cs typeface="Arial"/>
              </a:defRPr>
            </a:lvl5pPr>
            <a:lvl6pPr algn="l">
              <a:defRPr sz="975" b="0">
                <a:solidFill>
                  <a:srgbClr val="4F6870"/>
                </a:solidFill>
                <a:latin typeface="Arial"/>
                <a:ea typeface="Arial"/>
                <a:cs typeface="Arial"/>
              </a:defRPr>
            </a:lvl6pPr>
            <a:lvl7pPr algn="l">
              <a:defRPr sz="975" b="0">
                <a:solidFill>
                  <a:srgbClr val="4F6870"/>
                </a:solidFill>
                <a:latin typeface="Arial"/>
                <a:ea typeface="Arial"/>
                <a:cs typeface="Arial"/>
              </a:defRPr>
            </a:lvl7pPr>
            <a:lvl8pPr algn="l">
              <a:defRPr sz="975" b="0">
                <a:solidFill>
                  <a:srgbClr val="4F6870"/>
                </a:solidFill>
                <a:latin typeface="Arial"/>
                <a:ea typeface="Arial"/>
                <a:cs typeface="Arial"/>
              </a:defRPr>
            </a:lvl8pPr>
            <a:lvl9pPr algn="l">
              <a:defRPr sz="975" b="0">
                <a:solidFill>
                  <a:srgbClr val="4F6870"/>
                </a:solidFill>
                <a:latin typeface="Arial"/>
                <a:ea typeface="Arial"/>
                <a:cs typeface="Arial"/>
              </a:defRPr>
            </a:lvl9pPr>
          </a:lstStyle>
          <a:p xmlns:a="http://schemas.openxmlformats.org/drawingml/2006/main">
            <a:pPr algn="l">
              <a:defRPr sz="975" b="0">
                <a:solidFill>
                  <a:srgbClr val="4F6870"/>
                </a:solidFill>
                <a:latin typeface="Arial"/>
                <a:ea typeface="Arial"/>
                <a:cs typeface="Arial"/>
              </a:defRPr>
            </a:pPr>
            <a:r>
              <a:rPr sz="975" b="0">
                <a:solidFill>
                  <a:srgbClr val="4F6870"/>
                </a:solidFill>
                <a:latin typeface="Arial"/>
                <a:ea typeface="Arial"/>
                <a:cs typeface="Arial"/>
              </a:rPr>
              <a:t>Micro-USB 5 V</a:t>
            </a:r>
          </a:p>
        </p:txBody>
      </p:sp>
      <p:sp>
        <p:nvSpPr>
          <p:cNvPr id="39" name="A2">
            <a:extLst xmlns:a="http://schemas.openxmlformats.org/drawingml/2006/main">
              <a:ext uri="{FF2B5EF4-FFF2-40B4-BE49-F238E27FC236}">
                <a16:creationId xmlns:a16="http://schemas.microsoft.com/office/drawing/2014/main" id="{E05BC19E-D9FC-4787-AA66-2E2000713E42}"/>
              </a:ext>
            </a:extLst>
          </p:cNvPr>
          <p:cNvSpPr>
            <a:spLocks xmlns:a="http://schemas.openxmlformats.org/drawingml/2006/main" noGrp="1"/>
          </p:cNvSpPr>
          <p:nvPr/>
        </p:nvSpPr>
        <p:spPr>
          <a:xfrm xmlns:a="http://schemas.openxmlformats.org/drawingml/2006/main">
            <a:off x="6096000" y="1809750"/>
            <a:ext cx="2238375" cy="2857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40" name="A2-ref">
            <a:extLst xmlns:a="http://schemas.openxmlformats.org/drawingml/2006/main">
              <a:ext uri="{FF2B5EF4-FFF2-40B4-BE49-F238E27FC236}">
                <a16:creationId xmlns:a16="http://schemas.microsoft.com/office/drawing/2014/main" id="{882D6F55-B91F-4F69-948C-DA1ECB7B683E}"/>
              </a:ext>
            </a:extLst>
          </p:cNvPr>
          <p:cNvSpPr>
            <a:spLocks xmlns:a="http://schemas.openxmlformats.org/drawingml/2006/main" noGrp="1"/>
          </p:cNvSpPr>
          <p:nvPr/>
        </p:nvSpPr>
        <p:spPr>
          <a:xfrm xmlns:a="http://schemas.openxmlformats.org/drawingml/2006/main">
            <a:off x="6229350" y="1914525"/>
            <a:ext cx="1990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A2  BỘ THU HIL</a:t>
            </a:r>
          </a:p>
        </p:txBody>
      </p:sp>
      <p:sp>
        <p:nvSpPr>
          <p:cNvPr id="41" name="A2-model">
            <a:extLst xmlns:a="http://schemas.openxmlformats.org/drawingml/2006/main">
              <a:ext uri="{FF2B5EF4-FFF2-40B4-BE49-F238E27FC236}">
                <a16:creationId xmlns:a16="http://schemas.microsoft.com/office/drawing/2014/main" id="{4E1E1D99-87F4-4064-8837-3D5FD2C655D4}"/>
              </a:ext>
            </a:extLst>
          </p:cNvPr>
          <p:cNvSpPr>
            <a:spLocks xmlns:a="http://schemas.openxmlformats.org/drawingml/2006/main" noGrp="1"/>
          </p:cNvSpPr>
          <p:nvPr/>
        </p:nvSpPr>
        <p:spPr>
          <a:xfrm xmlns:a="http://schemas.openxmlformats.org/drawingml/2006/main">
            <a:off x="6229350" y="2200275"/>
            <a:ext cx="1990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TMe ESP32-S3 Dev</a:t>
            </a:r>
          </a:p>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WROOM-1 N8R8</a:t>
            </a:r>
          </a:p>
        </p:txBody>
      </p:sp>
      <p:sp>
        <p:nvSpPr>
          <p:cNvPr id="42" name="A2-ADC">
            <a:extLst xmlns:a="http://schemas.openxmlformats.org/drawingml/2006/main">
              <a:ext uri="{FF2B5EF4-FFF2-40B4-BE49-F238E27FC236}">
                <a16:creationId xmlns:a16="http://schemas.microsoft.com/office/drawing/2014/main" id="{6E63ABB3-54DD-4257-9B12-A9BED322FBA9}"/>
              </a:ext>
            </a:extLst>
          </p:cNvPr>
          <p:cNvSpPr>
            <a:spLocks xmlns:a="http://schemas.openxmlformats.org/drawingml/2006/main" noGrp="1"/>
          </p:cNvSpPr>
          <p:nvPr/>
        </p:nvSpPr>
        <p:spPr>
          <a:xfrm xmlns:a="http://schemas.openxmlformats.org/drawingml/2006/main">
            <a:off x="6229350" y="25812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GPIO1 / ADC1_CH0</a:t>
            </a:r>
          </a:p>
        </p:txBody>
      </p:sp>
      <p:sp>
        <p:nvSpPr>
          <p:cNvPr id="43" name="A2-ADC-port">
            <a:extLst xmlns:a="http://schemas.openxmlformats.org/drawingml/2006/main">
              <a:ext uri="{FF2B5EF4-FFF2-40B4-BE49-F238E27FC236}">
                <a16:creationId xmlns:a16="http://schemas.microsoft.com/office/drawing/2014/main" id="{3C2902CF-4280-4074-B4B4-3A411E8FBAB4}"/>
              </a:ext>
            </a:extLst>
          </p:cNvPr>
          <p:cNvSpPr>
            <a:spLocks xmlns:a="http://schemas.openxmlformats.org/drawingml/2006/main" noGrp="1"/>
          </p:cNvSpPr>
          <p:nvPr/>
        </p:nvSpPr>
        <p:spPr>
          <a:xfrm xmlns:a="http://schemas.openxmlformats.org/drawingml/2006/main">
            <a:off x="6057900" y="2647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4" name="A2-atten">
            <a:extLst xmlns:a="http://schemas.openxmlformats.org/drawingml/2006/main">
              <a:ext uri="{FF2B5EF4-FFF2-40B4-BE49-F238E27FC236}">
                <a16:creationId xmlns:a16="http://schemas.microsoft.com/office/drawing/2014/main" id="{DAC6A0E7-E6C5-4810-9A25-EEA534ACC7A8}"/>
              </a:ext>
            </a:extLst>
          </p:cNvPr>
          <p:cNvSpPr>
            <a:spLocks xmlns:a="http://schemas.openxmlformats.org/drawingml/2006/main" noGrp="1"/>
          </p:cNvSpPr>
          <p:nvPr/>
        </p:nvSpPr>
        <p:spPr>
          <a:xfrm xmlns:a="http://schemas.openxmlformats.org/drawingml/2006/main">
            <a:off x="6229350" y="2809875"/>
            <a:ext cx="1952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ADC 12-bit, atten cao nhất</a:t>
            </a:r>
          </a:p>
        </p:txBody>
      </p:sp>
      <p:sp>
        <p:nvSpPr>
          <p:cNvPr id="45" name="A2-GND-L">
            <a:extLst xmlns:a="http://schemas.openxmlformats.org/drawingml/2006/main">
              <a:ext uri="{FF2B5EF4-FFF2-40B4-BE49-F238E27FC236}">
                <a16:creationId xmlns:a16="http://schemas.microsoft.com/office/drawing/2014/main" id="{C845BB4C-8ABE-4208-BEC7-C1B8ADF3CA79}"/>
              </a:ext>
            </a:extLst>
          </p:cNvPr>
          <p:cNvSpPr>
            <a:spLocks xmlns:a="http://schemas.openxmlformats.org/drawingml/2006/main" noGrp="1"/>
          </p:cNvSpPr>
          <p:nvPr/>
        </p:nvSpPr>
        <p:spPr>
          <a:xfrm xmlns:a="http://schemas.openxmlformats.org/drawingml/2006/main">
            <a:off x="6229350" y="38957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46" name="A2-GND-left-port">
            <a:extLst xmlns:a="http://schemas.openxmlformats.org/drawingml/2006/main">
              <a:ext uri="{FF2B5EF4-FFF2-40B4-BE49-F238E27FC236}">
                <a16:creationId xmlns:a16="http://schemas.microsoft.com/office/drawing/2014/main" id="{E9F548D9-795C-473B-9EEF-0C9BCC08A8DA}"/>
              </a:ext>
            </a:extLst>
          </p:cNvPr>
          <p:cNvSpPr>
            <a:spLocks xmlns:a="http://schemas.openxmlformats.org/drawingml/2006/main" noGrp="1"/>
          </p:cNvSpPr>
          <p:nvPr/>
        </p:nvSpPr>
        <p:spPr>
          <a:xfrm xmlns:a="http://schemas.openxmlformats.org/drawingml/2006/main">
            <a:off x="6057900" y="396240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47" name="A2-usb">
            <a:extLst xmlns:a="http://schemas.openxmlformats.org/drawingml/2006/main">
              <a:ext uri="{FF2B5EF4-FFF2-40B4-BE49-F238E27FC236}">
                <a16:creationId xmlns:a16="http://schemas.microsoft.com/office/drawing/2014/main" id="{C1BEB3D2-C07B-4C85-9988-15B0049EB94E}"/>
              </a:ext>
            </a:extLst>
          </p:cNvPr>
          <p:cNvSpPr>
            <a:spLocks xmlns:a="http://schemas.openxmlformats.org/drawingml/2006/main" noGrp="1"/>
          </p:cNvSpPr>
          <p:nvPr/>
        </p:nvSpPr>
        <p:spPr>
          <a:xfrm xmlns:a="http://schemas.openxmlformats.org/drawingml/2006/main">
            <a:off x="6229350" y="4343400"/>
            <a:ext cx="10382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4F6870"/>
                </a:solidFill>
                <a:latin typeface="Arial"/>
                <a:ea typeface="Arial"/>
                <a:cs typeface="Arial"/>
              </a:defRPr>
            </a:defPPr>
            <a:lvl1pPr algn="l">
              <a:defRPr sz="975" b="0">
                <a:solidFill>
                  <a:srgbClr val="4F6870"/>
                </a:solidFill>
                <a:latin typeface="Arial"/>
                <a:ea typeface="Arial"/>
                <a:cs typeface="Arial"/>
              </a:defRPr>
            </a:lvl1pPr>
            <a:lvl2pPr algn="l">
              <a:defRPr sz="975" b="0">
                <a:solidFill>
                  <a:srgbClr val="4F6870"/>
                </a:solidFill>
                <a:latin typeface="Arial"/>
                <a:ea typeface="Arial"/>
                <a:cs typeface="Arial"/>
              </a:defRPr>
            </a:lvl2pPr>
            <a:lvl3pPr algn="l">
              <a:defRPr sz="975" b="0">
                <a:solidFill>
                  <a:srgbClr val="4F6870"/>
                </a:solidFill>
                <a:latin typeface="Arial"/>
                <a:ea typeface="Arial"/>
                <a:cs typeface="Arial"/>
              </a:defRPr>
            </a:lvl3pPr>
            <a:lvl4pPr algn="l">
              <a:defRPr sz="975" b="0">
                <a:solidFill>
                  <a:srgbClr val="4F6870"/>
                </a:solidFill>
                <a:latin typeface="Arial"/>
                <a:ea typeface="Arial"/>
                <a:cs typeface="Arial"/>
              </a:defRPr>
            </a:lvl4pPr>
            <a:lvl5pPr algn="l">
              <a:defRPr sz="975" b="0">
                <a:solidFill>
                  <a:srgbClr val="4F6870"/>
                </a:solidFill>
                <a:latin typeface="Arial"/>
                <a:ea typeface="Arial"/>
                <a:cs typeface="Arial"/>
              </a:defRPr>
            </a:lvl5pPr>
            <a:lvl6pPr algn="l">
              <a:defRPr sz="975" b="0">
                <a:solidFill>
                  <a:srgbClr val="4F6870"/>
                </a:solidFill>
                <a:latin typeface="Arial"/>
                <a:ea typeface="Arial"/>
                <a:cs typeface="Arial"/>
              </a:defRPr>
            </a:lvl6pPr>
            <a:lvl7pPr algn="l">
              <a:defRPr sz="975" b="0">
                <a:solidFill>
                  <a:srgbClr val="4F6870"/>
                </a:solidFill>
                <a:latin typeface="Arial"/>
                <a:ea typeface="Arial"/>
                <a:cs typeface="Arial"/>
              </a:defRPr>
            </a:lvl7pPr>
            <a:lvl8pPr algn="l">
              <a:defRPr sz="975" b="0">
                <a:solidFill>
                  <a:srgbClr val="4F6870"/>
                </a:solidFill>
                <a:latin typeface="Arial"/>
                <a:ea typeface="Arial"/>
                <a:cs typeface="Arial"/>
              </a:defRPr>
            </a:lvl8pPr>
            <a:lvl9pPr algn="l">
              <a:defRPr sz="975" b="0">
                <a:solidFill>
                  <a:srgbClr val="4F6870"/>
                </a:solidFill>
                <a:latin typeface="Arial"/>
                <a:ea typeface="Arial"/>
                <a:cs typeface="Arial"/>
              </a:defRPr>
            </a:lvl9pPr>
          </a:lstStyle>
          <a:p xmlns:a="http://schemas.openxmlformats.org/drawingml/2006/main">
            <a:pPr algn="l">
              <a:defRPr sz="975" b="0">
                <a:solidFill>
                  <a:srgbClr val="4F6870"/>
                </a:solidFill>
                <a:latin typeface="Arial"/>
                <a:ea typeface="Arial"/>
                <a:cs typeface="Arial"/>
              </a:defRPr>
            </a:pPr>
            <a:r>
              <a:rPr sz="975" b="0">
                <a:solidFill>
                  <a:srgbClr val="4F6870"/>
                </a:solidFill>
                <a:latin typeface="Arial"/>
                <a:ea typeface="Arial"/>
                <a:cs typeface="Arial"/>
              </a:rPr>
              <a:t>USB-C 5 V</a:t>
            </a:r>
          </a:p>
        </p:txBody>
      </p:sp>
      <p:sp>
        <p:nvSpPr>
          <p:cNvPr id="48" name="A2-3V3-right-label">
            <a:extLst xmlns:a="http://schemas.openxmlformats.org/drawingml/2006/main">
              <a:ext uri="{FF2B5EF4-FFF2-40B4-BE49-F238E27FC236}">
                <a16:creationId xmlns:a16="http://schemas.microsoft.com/office/drawing/2014/main" id="{135FC627-B060-4B7E-B4B3-2A4FA45CFD28}"/>
              </a:ext>
            </a:extLst>
          </p:cNvPr>
          <p:cNvSpPr>
            <a:spLocks xmlns:a="http://schemas.openxmlformats.org/drawingml/2006/main" noGrp="1"/>
          </p:cNvSpPr>
          <p:nvPr/>
        </p:nvSpPr>
        <p:spPr>
          <a:xfrm xmlns:a="http://schemas.openxmlformats.org/drawingml/2006/main">
            <a:off x="7248525" y="28956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3V3</a:t>
            </a:r>
          </a:p>
        </p:txBody>
      </p:sp>
      <p:sp>
        <p:nvSpPr>
          <p:cNvPr id="49" name="A2-3V3-right-port">
            <a:extLst xmlns:a="http://schemas.openxmlformats.org/drawingml/2006/main">
              <a:ext uri="{FF2B5EF4-FFF2-40B4-BE49-F238E27FC236}">
                <a16:creationId xmlns:a16="http://schemas.microsoft.com/office/drawing/2014/main" id="{4EEEAB93-DE97-40C4-844E-BAC6B52FCAF2}"/>
              </a:ext>
            </a:extLst>
          </p:cNvPr>
          <p:cNvSpPr>
            <a:spLocks xmlns:a="http://schemas.openxmlformats.org/drawingml/2006/main" noGrp="1"/>
          </p:cNvSpPr>
          <p:nvPr/>
        </p:nvSpPr>
        <p:spPr>
          <a:xfrm xmlns:a="http://schemas.openxmlformats.org/drawingml/2006/main">
            <a:off x="8296275"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0" name="A2-SDA-right-label">
            <a:extLst xmlns:a="http://schemas.openxmlformats.org/drawingml/2006/main">
              <a:ext uri="{FF2B5EF4-FFF2-40B4-BE49-F238E27FC236}">
                <a16:creationId xmlns:a16="http://schemas.microsoft.com/office/drawing/2014/main" id="{BB803966-F363-416C-B0AE-7B500627DCB8}"/>
              </a:ext>
            </a:extLst>
          </p:cNvPr>
          <p:cNvSpPr>
            <a:spLocks xmlns:a="http://schemas.openxmlformats.org/drawingml/2006/main" noGrp="1"/>
          </p:cNvSpPr>
          <p:nvPr/>
        </p:nvSpPr>
        <p:spPr>
          <a:xfrm xmlns:a="http://schemas.openxmlformats.org/drawingml/2006/main">
            <a:off x="7248525" y="33718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GPIO8 / SDA</a:t>
            </a:r>
          </a:p>
        </p:txBody>
      </p:sp>
      <p:sp>
        <p:nvSpPr>
          <p:cNvPr id="51" name="A2-SDA-right-port">
            <a:extLst xmlns:a="http://schemas.openxmlformats.org/drawingml/2006/main">
              <a:ext uri="{FF2B5EF4-FFF2-40B4-BE49-F238E27FC236}">
                <a16:creationId xmlns:a16="http://schemas.microsoft.com/office/drawing/2014/main" id="{1D8F88F5-6599-4157-B5C9-B374D2AF33EE}"/>
              </a:ext>
            </a:extLst>
          </p:cNvPr>
          <p:cNvSpPr>
            <a:spLocks xmlns:a="http://schemas.openxmlformats.org/drawingml/2006/main" noGrp="1"/>
          </p:cNvSpPr>
          <p:nvPr/>
        </p:nvSpPr>
        <p:spPr>
          <a:xfrm xmlns:a="http://schemas.openxmlformats.org/drawingml/2006/main">
            <a:off x="8296275"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2" name="A2-SCL-right-label">
            <a:extLst xmlns:a="http://schemas.openxmlformats.org/drawingml/2006/main">
              <a:ext uri="{FF2B5EF4-FFF2-40B4-BE49-F238E27FC236}">
                <a16:creationId xmlns:a16="http://schemas.microsoft.com/office/drawing/2014/main" id="{FECBD238-8C7A-467F-9655-1989455C7AFD}"/>
              </a:ext>
            </a:extLst>
          </p:cNvPr>
          <p:cNvSpPr>
            <a:spLocks xmlns:a="http://schemas.openxmlformats.org/drawingml/2006/main" noGrp="1"/>
          </p:cNvSpPr>
          <p:nvPr/>
        </p:nvSpPr>
        <p:spPr>
          <a:xfrm xmlns:a="http://schemas.openxmlformats.org/drawingml/2006/main">
            <a:off x="7248525" y="384810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GPIO9 / SCL</a:t>
            </a:r>
          </a:p>
        </p:txBody>
      </p:sp>
      <p:sp>
        <p:nvSpPr>
          <p:cNvPr id="53" name="A2-SCL-right-port">
            <a:extLst xmlns:a="http://schemas.openxmlformats.org/drawingml/2006/main">
              <a:ext uri="{FF2B5EF4-FFF2-40B4-BE49-F238E27FC236}">
                <a16:creationId xmlns:a16="http://schemas.microsoft.com/office/drawing/2014/main" id="{7A7617C5-A635-47C5-81C4-930CB57CFF05}"/>
              </a:ext>
            </a:extLst>
          </p:cNvPr>
          <p:cNvSpPr>
            <a:spLocks xmlns:a="http://schemas.openxmlformats.org/drawingml/2006/main" noGrp="1"/>
          </p:cNvSpPr>
          <p:nvPr/>
        </p:nvSpPr>
        <p:spPr>
          <a:xfrm xmlns:a="http://schemas.openxmlformats.org/drawingml/2006/main">
            <a:off x="8296275"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4" name="A2-GND-right-label">
            <a:extLst xmlns:a="http://schemas.openxmlformats.org/drawingml/2006/main">
              <a:ext uri="{FF2B5EF4-FFF2-40B4-BE49-F238E27FC236}">
                <a16:creationId xmlns:a16="http://schemas.microsoft.com/office/drawing/2014/main" id="{CA80AFA0-A6DA-4D22-8933-7C7AEA13B679}"/>
              </a:ext>
            </a:extLst>
          </p:cNvPr>
          <p:cNvSpPr>
            <a:spLocks xmlns:a="http://schemas.openxmlformats.org/drawingml/2006/main" noGrp="1"/>
          </p:cNvSpPr>
          <p:nvPr/>
        </p:nvSpPr>
        <p:spPr>
          <a:xfrm xmlns:a="http://schemas.openxmlformats.org/drawingml/2006/main">
            <a:off x="7248525" y="4324350"/>
            <a:ext cx="981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013" b="1">
                <a:solidFill>
                  <a:srgbClr val="16343D"/>
                </a:solidFill>
                <a:latin typeface="Arial"/>
                <a:ea typeface="Arial"/>
                <a:cs typeface="Arial"/>
              </a:defRPr>
            </a:defPPr>
            <a:lvl1pPr algn="r">
              <a:defRPr sz="1013" b="1">
                <a:solidFill>
                  <a:srgbClr val="16343D"/>
                </a:solidFill>
                <a:latin typeface="Arial"/>
                <a:ea typeface="Arial"/>
                <a:cs typeface="Arial"/>
              </a:defRPr>
            </a:lvl1pPr>
            <a:lvl2pPr algn="r">
              <a:defRPr sz="1013" b="1">
                <a:solidFill>
                  <a:srgbClr val="16343D"/>
                </a:solidFill>
                <a:latin typeface="Arial"/>
                <a:ea typeface="Arial"/>
                <a:cs typeface="Arial"/>
              </a:defRPr>
            </a:lvl2pPr>
            <a:lvl3pPr algn="r">
              <a:defRPr sz="1013" b="1">
                <a:solidFill>
                  <a:srgbClr val="16343D"/>
                </a:solidFill>
                <a:latin typeface="Arial"/>
                <a:ea typeface="Arial"/>
                <a:cs typeface="Arial"/>
              </a:defRPr>
            </a:lvl3pPr>
            <a:lvl4pPr algn="r">
              <a:defRPr sz="1013" b="1">
                <a:solidFill>
                  <a:srgbClr val="16343D"/>
                </a:solidFill>
                <a:latin typeface="Arial"/>
                <a:ea typeface="Arial"/>
                <a:cs typeface="Arial"/>
              </a:defRPr>
            </a:lvl4pPr>
            <a:lvl5pPr algn="r">
              <a:defRPr sz="1013" b="1">
                <a:solidFill>
                  <a:srgbClr val="16343D"/>
                </a:solidFill>
                <a:latin typeface="Arial"/>
                <a:ea typeface="Arial"/>
                <a:cs typeface="Arial"/>
              </a:defRPr>
            </a:lvl5pPr>
            <a:lvl6pPr algn="r">
              <a:defRPr sz="1013" b="1">
                <a:solidFill>
                  <a:srgbClr val="16343D"/>
                </a:solidFill>
                <a:latin typeface="Arial"/>
                <a:ea typeface="Arial"/>
                <a:cs typeface="Arial"/>
              </a:defRPr>
            </a:lvl6pPr>
            <a:lvl7pPr algn="r">
              <a:defRPr sz="1013" b="1">
                <a:solidFill>
                  <a:srgbClr val="16343D"/>
                </a:solidFill>
                <a:latin typeface="Arial"/>
                <a:ea typeface="Arial"/>
                <a:cs typeface="Arial"/>
              </a:defRPr>
            </a:lvl7pPr>
            <a:lvl8pPr algn="r">
              <a:defRPr sz="1013" b="1">
                <a:solidFill>
                  <a:srgbClr val="16343D"/>
                </a:solidFill>
                <a:latin typeface="Arial"/>
                <a:ea typeface="Arial"/>
                <a:cs typeface="Arial"/>
              </a:defRPr>
            </a:lvl8pPr>
            <a:lvl9pPr algn="r">
              <a:defRPr sz="1013" b="1">
                <a:solidFill>
                  <a:srgbClr val="16343D"/>
                </a:solidFill>
                <a:latin typeface="Arial"/>
                <a:ea typeface="Arial"/>
                <a:cs typeface="Arial"/>
              </a:defRPr>
            </a:lvl9pPr>
          </a:lstStyle>
          <a:p xmlns:a="http://schemas.openxmlformats.org/drawingml/2006/main">
            <a:pPr algn="r">
              <a:defRPr sz="1013" b="1">
                <a:solidFill>
                  <a:srgbClr val="16343D"/>
                </a:solidFill>
                <a:latin typeface="Arial"/>
                <a:ea typeface="Arial"/>
                <a:cs typeface="Arial"/>
              </a:defRPr>
            </a:pPr>
            <a:r>
              <a:rPr sz="1013" b="1">
                <a:solidFill>
                  <a:srgbClr val="16343D"/>
                </a:solidFill>
                <a:latin typeface="Arial"/>
                <a:ea typeface="Arial"/>
                <a:cs typeface="Arial"/>
              </a:rPr>
              <a:t>GND</a:t>
            </a:r>
          </a:p>
        </p:txBody>
      </p:sp>
      <p:sp>
        <p:nvSpPr>
          <p:cNvPr id="55" name="A2-GND-right-port">
            <a:extLst xmlns:a="http://schemas.openxmlformats.org/drawingml/2006/main">
              <a:ext uri="{FF2B5EF4-FFF2-40B4-BE49-F238E27FC236}">
                <a16:creationId xmlns:a16="http://schemas.microsoft.com/office/drawing/2014/main" id="{7D3350E6-DE69-43A9-A7CD-FC4021844885}"/>
              </a:ext>
            </a:extLst>
          </p:cNvPr>
          <p:cNvSpPr>
            <a:spLocks xmlns:a="http://schemas.openxmlformats.org/drawingml/2006/main" noGrp="1"/>
          </p:cNvSpPr>
          <p:nvPr/>
        </p:nvSpPr>
        <p:spPr>
          <a:xfrm xmlns:a="http://schemas.openxmlformats.org/drawingml/2006/main">
            <a:off x="8296275"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56" name="A3">
            <a:extLst xmlns:a="http://schemas.openxmlformats.org/drawingml/2006/main">
              <a:ext uri="{FF2B5EF4-FFF2-40B4-BE49-F238E27FC236}">
                <a16:creationId xmlns:a16="http://schemas.microsoft.com/office/drawing/2014/main" id="{2312D92C-6368-4EC5-9030-E68DB14967AA}"/>
              </a:ext>
            </a:extLst>
          </p:cNvPr>
          <p:cNvSpPr>
            <a:spLocks xmlns:a="http://schemas.openxmlformats.org/drawingml/2006/main" noGrp="1"/>
          </p:cNvSpPr>
          <p:nvPr/>
        </p:nvSpPr>
        <p:spPr>
          <a:xfrm xmlns:a="http://schemas.openxmlformats.org/drawingml/2006/main">
            <a:off x="10382250" y="2381250"/>
            <a:ext cx="1352550" cy="22860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57" name="A3-ref">
            <a:extLst xmlns:a="http://schemas.openxmlformats.org/drawingml/2006/main">
              <a:ext uri="{FF2B5EF4-FFF2-40B4-BE49-F238E27FC236}">
                <a16:creationId xmlns:a16="http://schemas.microsoft.com/office/drawing/2014/main" id="{0B5B1D94-BD90-4F46-A149-FBB02E03E111}"/>
              </a:ext>
            </a:extLst>
          </p:cNvPr>
          <p:cNvSpPr>
            <a:spLocks xmlns:a="http://schemas.openxmlformats.org/drawingml/2006/main" noGrp="1"/>
          </p:cNvSpPr>
          <p:nvPr/>
        </p:nvSpPr>
        <p:spPr>
          <a:xfrm xmlns:a="http://schemas.openxmlformats.org/drawingml/2006/main">
            <a:off x="10496550" y="24669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1">
                <a:solidFill>
                  <a:srgbClr val="16343D"/>
                </a:solidFill>
                <a:latin typeface="Arial"/>
                <a:ea typeface="Arial"/>
                <a:cs typeface="Arial"/>
              </a:defRPr>
            </a:defPPr>
            <a:lvl1pPr algn="l">
              <a:defRPr sz="1275" b="1">
                <a:solidFill>
                  <a:srgbClr val="16343D"/>
                </a:solidFill>
                <a:latin typeface="Arial"/>
                <a:ea typeface="Arial"/>
                <a:cs typeface="Arial"/>
              </a:defRPr>
            </a:lvl1pPr>
            <a:lvl2pPr algn="l">
              <a:defRPr sz="1275" b="1">
                <a:solidFill>
                  <a:srgbClr val="16343D"/>
                </a:solidFill>
                <a:latin typeface="Arial"/>
                <a:ea typeface="Arial"/>
                <a:cs typeface="Arial"/>
              </a:defRPr>
            </a:lvl2pPr>
            <a:lvl3pPr algn="l">
              <a:defRPr sz="1275" b="1">
                <a:solidFill>
                  <a:srgbClr val="16343D"/>
                </a:solidFill>
                <a:latin typeface="Arial"/>
                <a:ea typeface="Arial"/>
                <a:cs typeface="Arial"/>
              </a:defRPr>
            </a:lvl3pPr>
            <a:lvl4pPr algn="l">
              <a:defRPr sz="1275" b="1">
                <a:solidFill>
                  <a:srgbClr val="16343D"/>
                </a:solidFill>
                <a:latin typeface="Arial"/>
                <a:ea typeface="Arial"/>
                <a:cs typeface="Arial"/>
              </a:defRPr>
            </a:lvl4pPr>
            <a:lvl5pPr algn="l">
              <a:defRPr sz="1275" b="1">
                <a:solidFill>
                  <a:srgbClr val="16343D"/>
                </a:solidFill>
                <a:latin typeface="Arial"/>
                <a:ea typeface="Arial"/>
                <a:cs typeface="Arial"/>
              </a:defRPr>
            </a:lvl5pPr>
            <a:lvl6pPr algn="l">
              <a:defRPr sz="1275" b="1">
                <a:solidFill>
                  <a:srgbClr val="16343D"/>
                </a:solidFill>
                <a:latin typeface="Arial"/>
                <a:ea typeface="Arial"/>
                <a:cs typeface="Arial"/>
              </a:defRPr>
            </a:lvl6pPr>
            <a:lvl7pPr algn="l">
              <a:defRPr sz="1275" b="1">
                <a:solidFill>
                  <a:srgbClr val="16343D"/>
                </a:solidFill>
                <a:latin typeface="Arial"/>
                <a:ea typeface="Arial"/>
                <a:cs typeface="Arial"/>
              </a:defRPr>
            </a:lvl7pPr>
            <a:lvl8pPr algn="l">
              <a:defRPr sz="1275" b="1">
                <a:solidFill>
                  <a:srgbClr val="16343D"/>
                </a:solidFill>
                <a:latin typeface="Arial"/>
                <a:ea typeface="Arial"/>
                <a:cs typeface="Arial"/>
              </a:defRPr>
            </a:lvl8pPr>
            <a:lvl9pPr algn="l">
              <a:defRPr sz="1275" b="1">
                <a:solidFill>
                  <a:srgbClr val="16343D"/>
                </a:solidFill>
                <a:latin typeface="Arial"/>
                <a:ea typeface="Arial"/>
                <a:cs typeface="Arial"/>
              </a:defRPr>
            </a:lvl9pPr>
          </a:lstStyle>
          <a:p xmlns:a="http://schemas.openxmlformats.org/drawingml/2006/main">
            <a:pPr algn="l">
              <a:defRPr sz="1275" b="1">
                <a:solidFill>
                  <a:srgbClr val="16343D"/>
                </a:solidFill>
                <a:latin typeface="Arial"/>
                <a:ea typeface="Arial"/>
                <a:cs typeface="Arial"/>
              </a:defRPr>
            </a:pPr>
            <a:r>
              <a:rPr sz="1275" b="1">
                <a:solidFill>
                  <a:srgbClr val="16343D"/>
                </a:solidFill>
                <a:latin typeface="Arial"/>
                <a:ea typeface="Arial"/>
                <a:cs typeface="Arial"/>
              </a:rPr>
              <a:t>A3  OLED</a:t>
            </a:r>
          </a:p>
        </p:txBody>
      </p:sp>
      <p:sp>
        <p:nvSpPr>
          <p:cNvPr id="58" name="A3-model">
            <a:extLst xmlns:a="http://schemas.openxmlformats.org/drawingml/2006/main">
              <a:ext uri="{FF2B5EF4-FFF2-40B4-BE49-F238E27FC236}">
                <a16:creationId xmlns:a16="http://schemas.microsoft.com/office/drawing/2014/main" id="{EFD4636D-332C-412B-B364-789B6C4ABCA0}"/>
              </a:ext>
            </a:extLst>
          </p:cNvPr>
          <p:cNvSpPr>
            <a:spLocks xmlns:a="http://schemas.openxmlformats.org/drawingml/2006/main" noGrp="1"/>
          </p:cNvSpPr>
          <p:nvPr/>
        </p:nvSpPr>
        <p:spPr>
          <a:xfrm xmlns:a="http://schemas.openxmlformats.org/drawingml/2006/main">
            <a:off x="10496550" y="27241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16343D"/>
                </a:solidFill>
                <a:latin typeface="Arial"/>
                <a:ea typeface="Arial"/>
                <a:cs typeface="Arial"/>
              </a:defRPr>
            </a:defPPr>
            <a:lvl1pPr algn="l">
              <a:defRPr sz="975" b="0">
                <a:solidFill>
                  <a:srgbClr val="16343D"/>
                </a:solidFill>
                <a:latin typeface="Arial"/>
                <a:ea typeface="Arial"/>
                <a:cs typeface="Arial"/>
              </a:defRPr>
            </a:lvl1pPr>
            <a:lvl2pPr algn="l">
              <a:defRPr sz="975" b="0">
                <a:solidFill>
                  <a:srgbClr val="16343D"/>
                </a:solidFill>
                <a:latin typeface="Arial"/>
                <a:ea typeface="Arial"/>
                <a:cs typeface="Arial"/>
              </a:defRPr>
            </a:lvl2pPr>
            <a:lvl3pPr algn="l">
              <a:defRPr sz="975" b="0">
                <a:solidFill>
                  <a:srgbClr val="16343D"/>
                </a:solidFill>
                <a:latin typeface="Arial"/>
                <a:ea typeface="Arial"/>
                <a:cs typeface="Arial"/>
              </a:defRPr>
            </a:lvl3pPr>
            <a:lvl4pPr algn="l">
              <a:defRPr sz="975" b="0">
                <a:solidFill>
                  <a:srgbClr val="16343D"/>
                </a:solidFill>
                <a:latin typeface="Arial"/>
                <a:ea typeface="Arial"/>
                <a:cs typeface="Arial"/>
              </a:defRPr>
            </a:lvl4pPr>
            <a:lvl5pPr algn="l">
              <a:defRPr sz="975" b="0">
                <a:solidFill>
                  <a:srgbClr val="16343D"/>
                </a:solidFill>
                <a:latin typeface="Arial"/>
                <a:ea typeface="Arial"/>
                <a:cs typeface="Arial"/>
              </a:defRPr>
            </a:lvl5pPr>
            <a:lvl6pPr algn="l">
              <a:defRPr sz="975" b="0">
                <a:solidFill>
                  <a:srgbClr val="16343D"/>
                </a:solidFill>
                <a:latin typeface="Arial"/>
                <a:ea typeface="Arial"/>
                <a:cs typeface="Arial"/>
              </a:defRPr>
            </a:lvl6pPr>
            <a:lvl7pPr algn="l">
              <a:defRPr sz="975" b="0">
                <a:solidFill>
                  <a:srgbClr val="16343D"/>
                </a:solidFill>
                <a:latin typeface="Arial"/>
                <a:ea typeface="Arial"/>
                <a:cs typeface="Arial"/>
              </a:defRPr>
            </a:lvl7pPr>
            <a:lvl8pPr algn="l">
              <a:defRPr sz="975" b="0">
                <a:solidFill>
                  <a:srgbClr val="16343D"/>
                </a:solidFill>
                <a:latin typeface="Arial"/>
                <a:ea typeface="Arial"/>
                <a:cs typeface="Arial"/>
              </a:defRPr>
            </a:lvl8pPr>
            <a:lvl9pPr algn="l">
              <a:defRPr sz="975" b="0">
                <a:solidFill>
                  <a:srgbClr val="16343D"/>
                </a:solidFill>
                <a:latin typeface="Arial"/>
                <a:ea typeface="Arial"/>
                <a:cs typeface="Arial"/>
              </a:defRPr>
            </a:lvl9pPr>
          </a:lstStyle>
          <a:p xmlns:a="http://schemas.openxmlformats.org/drawingml/2006/main">
            <a:pPr algn="l">
              <a:defRPr sz="975" b="0">
                <a:solidFill>
                  <a:srgbClr val="16343D"/>
                </a:solidFill>
                <a:latin typeface="Arial"/>
                <a:ea typeface="Arial"/>
                <a:cs typeface="Arial"/>
              </a:defRPr>
            </a:pPr>
            <a:r>
              <a:rPr sz="975" b="0">
                <a:solidFill>
                  <a:srgbClr val="16343D"/>
                </a:solidFill>
                <a:latin typeface="Arial"/>
                <a:ea typeface="Arial"/>
                <a:cs typeface="Arial"/>
              </a:rPr>
              <a:t>SSD1306, I²C</a:t>
            </a:r>
          </a:p>
        </p:txBody>
      </p:sp>
      <p:sp>
        <p:nvSpPr>
          <p:cNvPr id="59" name="A3-VCC-port">
            <a:extLst xmlns:a="http://schemas.openxmlformats.org/drawingml/2006/main">
              <a:ext uri="{FF2B5EF4-FFF2-40B4-BE49-F238E27FC236}">
                <a16:creationId xmlns:a16="http://schemas.microsoft.com/office/drawing/2014/main" id="{2517F0C2-B971-4821-9FE0-FA75289083BE}"/>
              </a:ext>
            </a:extLst>
          </p:cNvPr>
          <p:cNvSpPr>
            <a:spLocks xmlns:a="http://schemas.openxmlformats.org/drawingml/2006/main" noGrp="1"/>
          </p:cNvSpPr>
          <p:nvPr/>
        </p:nvSpPr>
        <p:spPr>
          <a:xfrm xmlns:a="http://schemas.openxmlformats.org/drawingml/2006/main">
            <a:off x="10344150" y="29622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0" name="A3-VCC">
            <a:extLst xmlns:a="http://schemas.openxmlformats.org/drawingml/2006/main">
              <a:ext uri="{FF2B5EF4-FFF2-40B4-BE49-F238E27FC236}">
                <a16:creationId xmlns:a16="http://schemas.microsoft.com/office/drawing/2014/main" id="{915479F9-13D7-4D31-A144-9173DB4BA9BF}"/>
              </a:ext>
            </a:extLst>
          </p:cNvPr>
          <p:cNvSpPr>
            <a:spLocks xmlns:a="http://schemas.openxmlformats.org/drawingml/2006/main" noGrp="1"/>
          </p:cNvSpPr>
          <p:nvPr/>
        </p:nvSpPr>
        <p:spPr>
          <a:xfrm xmlns:a="http://schemas.openxmlformats.org/drawingml/2006/main">
            <a:off x="10506075" y="28956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VCC / 3V3</a:t>
            </a:r>
          </a:p>
        </p:txBody>
      </p:sp>
      <p:sp>
        <p:nvSpPr>
          <p:cNvPr id="61" name="A3-SDA-port">
            <a:extLst xmlns:a="http://schemas.openxmlformats.org/drawingml/2006/main">
              <a:ext uri="{FF2B5EF4-FFF2-40B4-BE49-F238E27FC236}">
                <a16:creationId xmlns:a16="http://schemas.microsoft.com/office/drawing/2014/main" id="{39D1116A-590D-4482-8667-B6FC58742285}"/>
              </a:ext>
            </a:extLst>
          </p:cNvPr>
          <p:cNvSpPr>
            <a:spLocks xmlns:a="http://schemas.openxmlformats.org/drawingml/2006/main" noGrp="1"/>
          </p:cNvSpPr>
          <p:nvPr/>
        </p:nvSpPr>
        <p:spPr>
          <a:xfrm xmlns:a="http://schemas.openxmlformats.org/drawingml/2006/main">
            <a:off x="10344150" y="34385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2" name="A3-SDA">
            <a:extLst xmlns:a="http://schemas.openxmlformats.org/drawingml/2006/main">
              <a:ext uri="{FF2B5EF4-FFF2-40B4-BE49-F238E27FC236}">
                <a16:creationId xmlns:a16="http://schemas.microsoft.com/office/drawing/2014/main" id="{82C31834-CA9F-45C4-A7AA-5BCE7E8AF96E}"/>
              </a:ext>
            </a:extLst>
          </p:cNvPr>
          <p:cNvSpPr>
            <a:spLocks xmlns:a="http://schemas.openxmlformats.org/drawingml/2006/main" noGrp="1"/>
          </p:cNvSpPr>
          <p:nvPr/>
        </p:nvSpPr>
        <p:spPr>
          <a:xfrm xmlns:a="http://schemas.openxmlformats.org/drawingml/2006/main">
            <a:off x="10506075" y="33718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SDA</a:t>
            </a:r>
          </a:p>
        </p:txBody>
      </p:sp>
      <p:sp>
        <p:nvSpPr>
          <p:cNvPr id="63" name="A3-SCL-port">
            <a:extLst xmlns:a="http://schemas.openxmlformats.org/drawingml/2006/main">
              <a:ext uri="{FF2B5EF4-FFF2-40B4-BE49-F238E27FC236}">
                <a16:creationId xmlns:a16="http://schemas.microsoft.com/office/drawing/2014/main" id="{5C9978E9-50F4-4BA4-992E-261F8F384823}"/>
              </a:ext>
            </a:extLst>
          </p:cNvPr>
          <p:cNvSpPr>
            <a:spLocks xmlns:a="http://schemas.openxmlformats.org/drawingml/2006/main" noGrp="1"/>
          </p:cNvSpPr>
          <p:nvPr/>
        </p:nvSpPr>
        <p:spPr>
          <a:xfrm xmlns:a="http://schemas.openxmlformats.org/drawingml/2006/main">
            <a:off x="10344150" y="391477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4" name="A3-SCL">
            <a:extLst xmlns:a="http://schemas.openxmlformats.org/drawingml/2006/main">
              <a:ext uri="{FF2B5EF4-FFF2-40B4-BE49-F238E27FC236}">
                <a16:creationId xmlns:a16="http://schemas.microsoft.com/office/drawing/2014/main" id="{ECA88E29-2CF9-4057-9C15-8B1AB4230F22}"/>
              </a:ext>
            </a:extLst>
          </p:cNvPr>
          <p:cNvSpPr>
            <a:spLocks xmlns:a="http://schemas.openxmlformats.org/drawingml/2006/main" noGrp="1"/>
          </p:cNvSpPr>
          <p:nvPr/>
        </p:nvSpPr>
        <p:spPr>
          <a:xfrm xmlns:a="http://schemas.openxmlformats.org/drawingml/2006/main">
            <a:off x="10506075" y="38481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SCL</a:t>
            </a:r>
          </a:p>
        </p:txBody>
      </p:sp>
      <p:sp>
        <p:nvSpPr>
          <p:cNvPr id="65" name="A3-GND-port">
            <a:extLst xmlns:a="http://schemas.openxmlformats.org/drawingml/2006/main">
              <a:ext uri="{FF2B5EF4-FFF2-40B4-BE49-F238E27FC236}">
                <a16:creationId xmlns:a16="http://schemas.microsoft.com/office/drawing/2014/main" id="{1A533F1C-D46C-4165-9461-5F3157B7BF57}"/>
              </a:ext>
            </a:extLst>
          </p:cNvPr>
          <p:cNvSpPr>
            <a:spLocks xmlns:a="http://schemas.openxmlformats.org/drawingml/2006/main" noGrp="1"/>
          </p:cNvSpPr>
          <p:nvPr/>
        </p:nvSpPr>
        <p:spPr>
          <a:xfrm xmlns:a="http://schemas.openxmlformats.org/drawingml/2006/main">
            <a:off x="10344150" y="4391025"/>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66" name="A3-GND">
            <a:extLst xmlns:a="http://schemas.openxmlformats.org/drawingml/2006/main">
              <a:ext uri="{FF2B5EF4-FFF2-40B4-BE49-F238E27FC236}">
                <a16:creationId xmlns:a16="http://schemas.microsoft.com/office/drawing/2014/main" id="{1C3CC544-E901-47A0-B5CC-D08488A8124E}"/>
              </a:ext>
            </a:extLst>
          </p:cNvPr>
          <p:cNvSpPr>
            <a:spLocks xmlns:a="http://schemas.openxmlformats.org/drawingml/2006/main" noGrp="1"/>
          </p:cNvSpPr>
          <p:nvPr/>
        </p:nvSpPr>
        <p:spPr>
          <a:xfrm xmlns:a="http://schemas.openxmlformats.org/drawingml/2006/main">
            <a:off x="10506075" y="4324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GND</a:t>
            </a:r>
          </a:p>
        </p:txBody>
      </p:sp>
      <p:sp>
        <p:nvSpPr>
          <p:cNvPr id="67" name="DAC-to-R1">
            <a:extLst xmlns:a="http://schemas.openxmlformats.org/drawingml/2006/main">
              <a:ext uri="{FF2B5EF4-FFF2-40B4-BE49-F238E27FC236}">
                <a16:creationId xmlns:a16="http://schemas.microsoft.com/office/drawing/2014/main" id="{4F1A6108-D958-4BF4-9898-4A63FA65B207}"/>
              </a:ext>
            </a:extLst>
          </p:cNvPr>
          <p:cNvSpPr>
            <a:spLocks xmlns:a="http://schemas.openxmlformats.org/drawingml/2006/main" noGrp="1"/>
          </p:cNvSpPr>
          <p:nvPr/>
        </p:nvSpPr>
        <p:spPr>
          <a:xfrm xmlns:a="http://schemas.openxmlformats.org/drawingml/2006/main">
            <a:off x="2333625" y="2686050"/>
            <a:ext cx="790575" cy="0"/>
          </a:xfrm>
          <a:prstGeom xmlns:a="http://schemas.openxmlformats.org/drawingml/2006/main" prst="line">
            <a:avLst/>
          </a:prstGeom>
          <a:ln xmlns:a="http://schemas.openxmlformats.org/drawingml/2006/main" w="17145">
            <a:solidFill>
              <a:srgbClr val="16343D"/>
            </a:solidFill>
            <a:prstDash val="solid"/>
          </a:ln>
        </p:spPr>
      </p:sp>
      <p:sp>
        <p:nvSpPr>
          <p:cNvPr id="68" name="R1-symbol">
            <a:extLst xmlns:a="http://schemas.openxmlformats.org/drawingml/2006/main">
              <a:ext uri="{FF2B5EF4-FFF2-40B4-BE49-F238E27FC236}">
                <a16:creationId xmlns:a16="http://schemas.microsoft.com/office/drawing/2014/main" id="{F1850DA7-41F6-45CA-83C6-9C7E66C80204}"/>
              </a:ext>
            </a:extLst>
          </p:cNvPr>
          <p:cNvSpPr>
            <a:spLocks xmlns:a="http://schemas.openxmlformats.org/drawingml/2006/main" noGrp="1"/>
          </p:cNvSpPr>
          <p:nvPr/>
        </p:nvSpPr>
        <p:spPr>
          <a:xfrm xmlns:a="http://schemas.openxmlformats.org/drawingml/2006/main">
            <a:off x="3124200" y="2590800"/>
            <a:ext cx="571500" cy="1905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69" name="R1-to-ADC">
            <a:extLst xmlns:a="http://schemas.openxmlformats.org/drawingml/2006/main">
              <a:ext uri="{FF2B5EF4-FFF2-40B4-BE49-F238E27FC236}">
                <a16:creationId xmlns:a16="http://schemas.microsoft.com/office/drawing/2014/main" id="{0B207705-023B-4859-891D-55EB7BC1B959}"/>
              </a:ext>
            </a:extLst>
          </p:cNvPr>
          <p:cNvSpPr>
            <a:spLocks xmlns:a="http://schemas.openxmlformats.org/drawingml/2006/main" noGrp="1"/>
          </p:cNvSpPr>
          <p:nvPr/>
        </p:nvSpPr>
        <p:spPr>
          <a:xfrm xmlns:a="http://schemas.openxmlformats.org/drawingml/2006/main">
            <a:off x="3695700" y="2686050"/>
            <a:ext cx="2400300" cy="0"/>
          </a:xfrm>
          <a:prstGeom xmlns:a="http://schemas.openxmlformats.org/drawingml/2006/main" prst="line">
            <a:avLst/>
          </a:prstGeom>
          <a:ln xmlns:a="http://schemas.openxmlformats.org/drawingml/2006/main" w="17145">
            <a:solidFill>
              <a:srgbClr val="16343D"/>
            </a:solidFill>
            <a:prstDash val="solid"/>
          </a:ln>
        </p:spPr>
      </p:sp>
      <p:sp>
        <p:nvSpPr>
          <p:cNvPr id="70" name="R1-value">
            <a:extLst xmlns:a="http://schemas.openxmlformats.org/drawingml/2006/main">
              <a:ext uri="{FF2B5EF4-FFF2-40B4-BE49-F238E27FC236}">
                <a16:creationId xmlns:a16="http://schemas.microsoft.com/office/drawing/2014/main" id="{3BAE511B-7AC5-422D-BE03-C9011526785B}"/>
              </a:ext>
            </a:extLst>
          </p:cNvPr>
          <p:cNvSpPr>
            <a:spLocks xmlns:a="http://schemas.openxmlformats.org/drawingml/2006/main" noGrp="1"/>
          </p:cNvSpPr>
          <p:nvPr/>
        </p:nvSpPr>
        <p:spPr>
          <a:xfrm xmlns:a="http://schemas.openxmlformats.org/drawingml/2006/main">
            <a:off x="2857500" y="22479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R1  10 kΩ ±5%</a:t>
            </a:r>
          </a:p>
        </p:txBody>
      </p:sp>
      <p:sp>
        <p:nvSpPr>
          <p:cNvPr id="71" name="DAC-net">
            <a:extLst xmlns:a="http://schemas.openxmlformats.org/drawingml/2006/main">
              <a:ext uri="{FF2B5EF4-FFF2-40B4-BE49-F238E27FC236}">
                <a16:creationId xmlns:a16="http://schemas.microsoft.com/office/drawing/2014/main" id="{7634F335-5B8A-4D82-AEE9-2B6E124D5C29}"/>
              </a:ext>
            </a:extLst>
          </p:cNvPr>
          <p:cNvSpPr>
            <a:spLocks xmlns:a="http://schemas.openxmlformats.org/drawingml/2006/main" noGrp="1"/>
          </p:cNvSpPr>
          <p:nvPr/>
        </p:nvSpPr>
        <p:spPr>
          <a:xfrm xmlns:a="http://schemas.openxmlformats.org/drawingml/2006/main">
            <a:off x="2419350" y="29051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DAC_OUT</a:t>
            </a:r>
          </a:p>
        </p:txBody>
      </p:sp>
      <p:sp>
        <p:nvSpPr>
          <p:cNvPr id="72" name="ADC-net">
            <a:extLst xmlns:a="http://schemas.openxmlformats.org/drawingml/2006/main">
              <a:ext uri="{FF2B5EF4-FFF2-40B4-BE49-F238E27FC236}">
                <a16:creationId xmlns:a16="http://schemas.microsoft.com/office/drawing/2014/main" id="{E8DD14D0-4F28-4441-865F-A617CF58E525}"/>
              </a:ext>
            </a:extLst>
          </p:cNvPr>
          <p:cNvSpPr>
            <a:spLocks xmlns:a="http://schemas.openxmlformats.org/drawingml/2006/main" noGrp="1"/>
          </p:cNvSpPr>
          <p:nvPr/>
        </p:nvSpPr>
        <p:spPr>
          <a:xfrm xmlns:a="http://schemas.openxmlformats.org/drawingml/2006/main">
            <a:off x="4857750" y="2409825"/>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ADC_IN</a:t>
            </a:r>
          </a:p>
        </p:txBody>
      </p:sp>
      <p:sp>
        <p:nvSpPr>
          <p:cNvPr id="73" name="R2-top">
            <a:extLst xmlns:a="http://schemas.openxmlformats.org/drawingml/2006/main">
              <a:ext uri="{FF2B5EF4-FFF2-40B4-BE49-F238E27FC236}">
                <a16:creationId xmlns:a16="http://schemas.microsoft.com/office/drawing/2014/main" id="{4210DBF7-F273-467E-84A8-AE5F69675CE1}"/>
              </a:ext>
            </a:extLst>
          </p:cNvPr>
          <p:cNvSpPr>
            <a:spLocks xmlns:a="http://schemas.openxmlformats.org/drawingml/2006/main" noGrp="1"/>
          </p:cNvSpPr>
          <p:nvPr/>
        </p:nvSpPr>
        <p:spPr>
          <a:xfrm xmlns:a="http://schemas.openxmlformats.org/drawingml/2006/main">
            <a:off x="4429125" y="2686050"/>
            <a:ext cx="0" cy="647700"/>
          </a:xfrm>
          <a:prstGeom xmlns:a="http://schemas.openxmlformats.org/drawingml/2006/main" prst="line">
            <a:avLst/>
          </a:prstGeom>
          <a:ln xmlns:a="http://schemas.openxmlformats.org/drawingml/2006/main" w="17145">
            <a:solidFill>
              <a:srgbClr val="16343D"/>
            </a:solidFill>
            <a:prstDash val="solid"/>
          </a:ln>
        </p:spPr>
      </p:sp>
      <p:sp>
        <p:nvSpPr>
          <p:cNvPr id="74" name="R2-symbol">
            <a:extLst xmlns:a="http://schemas.openxmlformats.org/drawingml/2006/main">
              <a:ext uri="{FF2B5EF4-FFF2-40B4-BE49-F238E27FC236}">
                <a16:creationId xmlns:a16="http://schemas.microsoft.com/office/drawing/2014/main" id="{8D9165DF-A5DB-4E67-B566-C70DCC289187}"/>
              </a:ext>
            </a:extLst>
          </p:cNvPr>
          <p:cNvSpPr>
            <a:spLocks xmlns:a="http://schemas.openxmlformats.org/drawingml/2006/main" noGrp="1"/>
          </p:cNvSpPr>
          <p:nvPr/>
        </p:nvSpPr>
        <p:spPr>
          <a:xfrm xmlns:a="http://schemas.openxmlformats.org/drawingml/2006/main">
            <a:off x="4333875" y="3333750"/>
            <a:ext cx="19050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75" name="R2-bottom">
            <a:extLst xmlns:a="http://schemas.openxmlformats.org/drawingml/2006/main">
              <a:ext uri="{FF2B5EF4-FFF2-40B4-BE49-F238E27FC236}">
                <a16:creationId xmlns:a16="http://schemas.microsoft.com/office/drawing/2014/main" id="{7000D95B-0A77-4439-8F82-15D2DAD73AF1}"/>
              </a:ext>
            </a:extLst>
          </p:cNvPr>
          <p:cNvSpPr>
            <a:spLocks xmlns:a="http://schemas.openxmlformats.org/drawingml/2006/main" noGrp="1"/>
          </p:cNvSpPr>
          <p:nvPr/>
        </p:nvSpPr>
        <p:spPr>
          <a:xfrm xmlns:a="http://schemas.openxmlformats.org/drawingml/2006/main">
            <a:off x="4429125" y="3857625"/>
            <a:ext cx="0" cy="523875"/>
          </a:xfrm>
          <a:prstGeom xmlns:a="http://schemas.openxmlformats.org/drawingml/2006/main" prst="line">
            <a:avLst/>
          </a:prstGeom>
          <a:ln xmlns:a="http://schemas.openxmlformats.org/drawingml/2006/main" w="17145">
            <a:solidFill>
              <a:srgbClr val="16343D"/>
            </a:solidFill>
            <a:prstDash val="solid"/>
          </a:ln>
        </p:spPr>
      </p:sp>
      <p:sp>
        <p:nvSpPr>
          <p:cNvPr id="76" name="R2-value">
            <a:extLst xmlns:a="http://schemas.openxmlformats.org/drawingml/2006/main">
              <a:ext uri="{FF2B5EF4-FFF2-40B4-BE49-F238E27FC236}">
                <a16:creationId xmlns:a16="http://schemas.microsoft.com/office/drawing/2014/main" id="{21EDC1AB-6455-42BF-89E0-36106274AD83}"/>
              </a:ext>
            </a:extLst>
          </p:cNvPr>
          <p:cNvSpPr>
            <a:spLocks xmlns:a="http://schemas.openxmlformats.org/drawingml/2006/main" noGrp="1"/>
          </p:cNvSpPr>
          <p:nvPr/>
        </p:nvSpPr>
        <p:spPr>
          <a:xfrm xmlns:a="http://schemas.openxmlformats.org/drawingml/2006/main">
            <a:off x="3133725" y="3438525"/>
            <a:ext cx="11144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R2 39 kΩ ±5%</a:t>
            </a:r>
          </a:p>
        </p:txBody>
      </p:sp>
      <p:sp>
        <p:nvSpPr>
          <p:cNvPr id="77" name="C1-top">
            <a:extLst xmlns:a="http://schemas.openxmlformats.org/drawingml/2006/main">
              <a:ext uri="{FF2B5EF4-FFF2-40B4-BE49-F238E27FC236}">
                <a16:creationId xmlns:a16="http://schemas.microsoft.com/office/drawing/2014/main" id="{31AEE3A5-80ED-4054-87B3-E0F3CFD64231}"/>
              </a:ext>
            </a:extLst>
          </p:cNvPr>
          <p:cNvSpPr>
            <a:spLocks xmlns:a="http://schemas.openxmlformats.org/drawingml/2006/main" noGrp="1"/>
          </p:cNvSpPr>
          <p:nvPr/>
        </p:nvSpPr>
        <p:spPr>
          <a:xfrm xmlns:a="http://schemas.openxmlformats.org/drawingml/2006/main">
            <a:off x="5286375" y="2686050"/>
            <a:ext cx="0" cy="695325"/>
          </a:xfrm>
          <a:prstGeom xmlns:a="http://schemas.openxmlformats.org/drawingml/2006/main" prst="line">
            <a:avLst/>
          </a:prstGeom>
          <a:ln xmlns:a="http://schemas.openxmlformats.org/drawingml/2006/main" w="17145">
            <a:solidFill>
              <a:srgbClr val="16343D"/>
            </a:solidFill>
            <a:prstDash val="solid"/>
          </a:ln>
        </p:spPr>
      </p:sp>
      <p:sp>
        <p:nvSpPr>
          <p:cNvPr id="78" name="C1-plate-top">
            <a:extLst xmlns:a="http://schemas.openxmlformats.org/drawingml/2006/main">
              <a:ext uri="{FF2B5EF4-FFF2-40B4-BE49-F238E27FC236}">
                <a16:creationId xmlns:a16="http://schemas.microsoft.com/office/drawing/2014/main" id="{04404E29-5927-498F-9DCB-96E92D98BF85}"/>
              </a:ext>
            </a:extLst>
          </p:cNvPr>
          <p:cNvSpPr>
            <a:spLocks xmlns:a="http://schemas.openxmlformats.org/drawingml/2006/main" noGrp="1"/>
          </p:cNvSpPr>
          <p:nvPr/>
        </p:nvSpPr>
        <p:spPr>
          <a:xfrm xmlns:a="http://schemas.openxmlformats.org/drawingml/2006/main">
            <a:off x="5114925" y="3381375"/>
            <a:ext cx="342900" cy="0"/>
          </a:xfrm>
          <a:prstGeom xmlns:a="http://schemas.openxmlformats.org/drawingml/2006/main" prst="line">
            <a:avLst/>
          </a:prstGeom>
          <a:ln xmlns:a="http://schemas.openxmlformats.org/drawingml/2006/main" w="17145">
            <a:solidFill>
              <a:srgbClr val="16343D"/>
            </a:solidFill>
            <a:prstDash val="solid"/>
          </a:ln>
        </p:spPr>
      </p:sp>
      <p:sp>
        <p:nvSpPr>
          <p:cNvPr id="79" name="C1-plate-bottom">
            <a:extLst xmlns:a="http://schemas.openxmlformats.org/drawingml/2006/main">
              <a:ext uri="{FF2B5EF4-FFF2-40B4-BE49-F238E27FC236}">
                <a16:creationId xmlns:a16="http://schemas.microsoft.com/office/drawing/2014/main" id="{B9C09F8D-EED2-4B57-B87C-384937E1B189}"/>
              </a:ext>
            </a:extLst>
          </p:cNvPr>
          <p:cNvSpPr>
            <a:spLocks xmlns:a="http://schemas.openxmlformats.org/drawingml/2006/main" noGrp="1"/>
          </p:cNvSpPr>
          <p:nvPr/>
        </p:nvSpPr>
        <p:spPr>
          <a:xfrm xmlns:a="http://schemas.openxmlformats.org/drawingml/2006/main">
            <a:off x="5114925" y="3486150"/>
            <a:ext cx="342900" cy="0"/>
          </a:xfrm>
          <a:prstGeom xmlns:a="http://schemas.openxmlformats.org/drawingml/2006/main" prst="line">
            <a:avLst/>
          </a:prstGeom>
          <a:ln xmlns:a="http://schemas.openxmlformats.org/drawingml/2006/main" w="17145">
            <a:solidFill>
              <a:srgbClr val="16343D"/>
            </a:solidFill>
            <a:prstDash val="solid"/>
          </a:ln>
        </p:spPr>
      </p:sp>
      <p:sp>
        <p:nvSpPr>
          <p:cNvPr id="80" name="C1-bottom">
            <a:extLst xmlns:a="http://schemas.openxmlformats.org/drawingml/2006/main">
              <a:ext uri="{FF2B5EF4-FFF2-40B4-BE49-F238E27FC236}">
                <a16:creationId xmlns:a16="http://schemas.microsoft.com/office/drawing/2014/main" id="{3FC2240D-D6C4-4D12-958D-154C13B5F034}"/>
              </a:ext>
            </a:extLst>
          </p:cNvPr>
          <p:cNvSpPr>
            <a:spLocks xmlns:a="http://schemas.openxmlformats.org/drawingml/2006/main" noGrp="1"/>
          </p:cNvSpPr>
          <p:nvPr/>
        </p:nvSpPr>
        <p:spPr>
          <a:xfrm xmlns:a="http://schemas.openxmlformats.org/drawingml/2006/main">
            <a:off x="5286375" y="3486150"/>
            <a:ext cx="0" cy="895350"/>
          </a:xfrm>
          <a:prstGeom xmlns:a="http://schemas.openxmlformats.org/drawingml/2006/main" prst="line">
            <a:avLst/>
          </a:prstGeom>
          <a:ln xmlns:a="http://schemas.openxmlformats.org/drawingml/2006/main" w="17145">
            <a:solidFill>
              <a:srgbClr val="16343D"/>
            </a:solidFill>
            <a:prstDash val="solid"/>
          </a:ln>
        </p:spPr>
      </p:sp>
      <p:sp>
        <p:nvSpPr>
          <p:cNvPr id="81" name="C1-value">
            <a:extLst xmlns:a="http://schemas.openxmlformats.org/drawingml/2006/main">
              <a:ext uri="{FF2B5EF4-FFF2-40B4-BE49-F238E27FC236}">
                <a16:creationId xmlns:a16="http://schemas.microsoft.com/office/drawing/2014/main" id="{442D321C-52F6-4A4C-B336-3250484ADD44}"/>
              </a:ext>
            </a:extLst>
          </p:cNvPr>
          <p:cNvSpPr>
            <a:spLocks xmlns:a="http://schemas.openxmlformats.org/drawingml/2006/main" noGrp="1"/>
          </p:cNvSpPr>
          <p:nvPr/>
        </p:nvSpPr>
        <p:spPr>
          <a:xfrm xmlns:a="http://schemas.openxmlformats.org/drawingml/2006/main">
            <a:off x="5514975" y="3133725"/>
            <a:ext cx="552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C1</a:t>
            </a:r>
          </a:p>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100 nF</a:t>
            </a:r>
          </a:p>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±20%</a:t>
            </a:r>
          </a:p>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50 V</a:t>
            </a:r>
          </a:p>
        </p:txBody>
      </p:sp>
      <p:sp>
        <p:nvSpPr>
          <p:cNvPr id="82" name="A1-gnd-stub">
            <a:extLst xmlns:a="http://schemas.openxmlformats.org/drawingml/2006/main">
              <a:ext uri="{FF2B5EF4-FFF2-40B4-BE49-F238E27FC236}">
                <a16:creationId xmlns:a16="http://schemas.microsoft.com/office/drawing/2014/main" id="{E4EFF947-4F67-4080-BBE4-DD84135A5198}"/>
              </a:ext>
            </a:extLst>
          </p:cNvPr>
          <p:cNvSpPr>
            <a:spLocks xmlns:a="http://schemas.openxmlformats.org/drawingml/2006/main" noGrp="1"/>
          </p:cNvSpPr>
          <p:nvPr/>
        </p:nvSpPr>
        <p:spPr>
          <a:xfrm xmlns:a="http://schemas.openxmlformats.org/drawingml/2006/main">
            <a:off x="2333625" y="4000500"/>
            <a:ext cx="333375" cy="0"/>
          </a:xfrm>
          <a:prstGeom xmlns:a="http://schemas.openxmlformats.org/drawingml/2006/main" prst="line">
            <a:avLst/>
          </a:prstGeom>
          <a:ln xmlns:a="http://schemas.openxmlformats.org/drawingml/2006/main" w="17145">
            <a:solidFill>
              <a:srgbClr val="16343D"/>
            </a:solidFill>
            <a:prstDash val="solid"/>
          </a:ln>
        </p:spPr>
      </p:sp>
      <p:sp>
        <p:nvSpPr>
          <p:cNvPr id="83" name="A1-gnd-drop">
            <a:extLst xmlns:a="http://schemas.openxmlformats.org/drawingml/2006/main">
              <a:ext uri="{FF2B5EF4-FFF2-40B4-BE49-F238E27FC236}">
                <a16:creationId xmlns:a16="http://schemas.microsoft.com/office/drawing/2014/main" id="{09916EF5-8C7E-4359-BA4E-F99CC313E99C}"/>
              </a:ext>
            </a:extLst>
          </p:cNvPr>
          <p:cNvSpPr>
            <a:spLocks xmlns:a="http://schemas.openxmlformats.org/drawingml/2006/main" noGrp="1"/>
          </p:cNvSpPr>
          <p:nvPr/>
        </p:nvSpPr>
        <p:spPr>
          <a:xfrm xmlns:a="http://schemas.openxmlformats.org/drawingml/2006/main">
            <a:off x="266700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4" name="gnd-bus">
            <a:extLst xmlns:a="http://schemas.openxmlformats.org/drawingml/2006/main">
              <a:ext uri="{FF2B5EF4-FFF2-40B4-BE49-F238E27FC236}">
                <a16:creationId xmlns:a16="http://schemas.microsoft.com/office/drawing/2014/main" id="{795062CD-E805-4DE4-94B0-432E70D55977}"/>
              </a:ext>
            </a:extLst>
          </p:cNvPr>
          <p:cNvSpPr>
            <a:spLocks xmlns:a="http://schemas.openxmlformats.org/drawingml/2006/main" noGrp="1"/>
          </p:cNvSpPr>
          <p:nvPr/>
        </p:nvSpPr>
        <p:spPr>
          <a:xfrm xmlns:a="http://schemas.openxmlformats.org/drawingml/2006/main">
            <a:off x="2667000" y="4381500"/>
            <a:ext cx="3143250" cy="0"/>
          </a:xfrm>
          <a:prstGeom xmlns:a="http://schemas.openxmlformats.org/drawingml/2006/main" prst="line">
            <a:avLst/>
          </a:prstGeom>
          <a:ln xmlns:a="http://schemas.openxmlformats.org/drawingml/2006/main" w="17145">
            <a:solidFill>
              <a:srgbClr val="16343D"/>
            </a:solidFill>
            <a:prstDash val="solid"/>
          </a:ln>
        </p:spPr>
      </p:sp>
      <p:sp>
        <p:nvSpPr>
          <p:cNvPr id="85" name="A2-gnd-drop">
            <a:extLst xmlns:a="http://schemas.openxmlformats.org/drawingml/2006/main">
              <a:ext uri="{FF2B5EF4-FFF2-40B4-BE49-F238E27FC236}">
                <a16:creationId xmlns:a16="http://schemas.microsoft.com/office/drawing/2014/main" id="{EE318795-135C-4EBA-A627-5E21DFFCC410}"/>
              </a:ext>
            </a:extLst>
          </p:cNvPr>
          <p:cNvSpPr>
            <a:spLocks xmlns:a="http://schemas.openxmlformats.org/drawingml/2006/main" noGrp="1"/>
          </p:cNvSpPr>
          <p:nvPr/>
        </p:nvSpPr>
        <p:spPr>
          <a:xfrm xmlns:a="http://schemas.openxmlformats.org/drawingml/2006/main">
            <a:off x="5810250" y="4000500"/>
            <a:ext cx="0" cy="381000"/>
          </a:xfrm>
          <a:prstGeom xmlns:a="http://schemas.openxmlformats.org/drawingml/2006/main" prst="line">
            <a:avLst/>
          </a:prstGeom>
          <a:ln xmlns:a="http://schemas.openxmlformats.org/drawingml/2006/main" w="17145">
            <a:solidFill>
              <a:srgbClr val="16343D"/>
            </a:solidFill>
            <a:prstDash val="solid"/>
          </a:ln>
        </p:spPr>
      </p:sp>
      <p:sp>
        <p:nvSpPr>
          <p:cNvPr id="86" name="A2-gnd-stub">
            <a:extLst xmlns:a="http://schemas.openxmlformats.org/drawingml/2006/main">
              <a:ext uri="{FF2B5EF4-FFF2-40B4-BE49-F238E27FC236}">
                <a16:creationId xmlns:a16="http://schemas.microsoft.com/office/drawing/2014/main" id="{3F78247A-BE0E-4FD6-865C-FA9316DBDCB8}"/>
              </a:ext>
            </a:extLst>
          </p:cNvPr>
          <p:cNvSpPr>
            <a:spLocks xmlns:a="http://schemas.openxmlformats.org/drawingml/2006/main" noGrp="1"/>
          </p:cNvSpPr>
          <p:nvPr/>
        </p:nvSpPr>
        <p:spPr>
          <a:xfrm xmlns:a="http://schemas.openxmlformats.org/drawingml/2006/main">
            <a:off x="5810250" y="4000500"/>
            <a:ext cx="285750" cy="0"/>
          </a:xfrm>
          <a:prstGeom xmlns:a="http://schemas.openxmlformats.org/drawingml/2006/main" prst="line">
            <a:avLst/>
          </a:prstGeom>
          <a:ln xmlns:a="http://schemas.openxmlformats.org/drawingml/2006/main" w="17145">
            <a:solidFill>
              <a:srgbClr val="16343D"/>
            </a:solidFill>
            <a:prstDash val="solid"/>
          </a:ln>
        </p:spPr>
      </p:sp>
      <p:sp>
        <p:nvSpPr>
          <p:cNvPr id="87" name="junction-465-282">
            <a:extLst xmlns:a="http://schemas.openxmlformats.org/drawingml/2006/main">
              <a:ext uri="{FF2B5EF4-FFF2-40B4-BE49-F238E27FC236}">
                <a16:creationId xmlns:a16="http://schemas.microsoft.com/office/drawing/2014/main" id="{C69CC627-A12F-44C5-8AFC-DD0909912FF3}"/>
              </a:ext>
            </a:extLst>
          </p:cNvPr>
          <p:cNvSpPr>
            <a:spLocks xmlns:a="http://schemas.openxmlformats.org/drawingml/2006/main" noGrp="1"/>
          </p:cNvSpPr>
          <p:nvPr/>
        </p:nvSpPr>
        <p:spPr>
          <a:xfrm xmlns:a="http://schemas.openxmlformats.org/drawingml/2006/main">
            <a:off x="440055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88" name="junction-555-282">
            <a:extLst xmlns:a="http://schemas.openxmlformats.org/drawingml/2006/main">
              <a:ext uri="{FF2B5EF4-FFF2-40B4-BE49-F238E27FC236}">
                <a16:creationId xmlns:a16="http://schemas.microsoft.com/office/drawing/2014/main" id="{38CF48DA-709C-41C9-8E52-96DF536FAA99}"/>
              </a:ext>
            </a:extLst>
          </p:cNvPr>
          <p:cNvSpPr>
            <a:spLocks xmlns:a="http://schemas.openxmlformats.org/drawingml/2006/main" noGrp="1"/>
          </p:cNvSpPr>
          <p:nvPr/>
        </p:nvSpPr>
        <p:spPr>
          <a:xfrm xmlns:a="http://schemas.openxmlformats.org/drawingml/2006/main">
            <a:off x="5257800"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89" name="junction-465-460">
            <a:extLst xmlns:a="http://schemas.openxmlformats.org/drawingml/2006/main">
              <a:ext uri="{FF2B5EF4-FFF2-40B4-BE49-F238E27FC236}">
                <a16:creationId xmlns:a16="http://schemas.microsoft.com/office/drawing/2014/main" id="{D2633B30-4CEF-46B0-B980-6D63FAB94AEA}"/>
              </a:ext>
            </a:extLst>
          </p:cNvPr>
          <p:cNvSpPr>
            <a:spLocks xmlns:a="http://schemas.openxmlformats.org/drawingml/2006/main" noGrp="1"/>
          </p:cNvSpPr>
          <p:nvPr/>
        </p:nvSpPr>
        <p:spPr>
          <a:xfrm xmlns:a="http://schemas.openxmlformats.org/drawingml/2006/main">
            <a:off x="440055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0" name="junction-555-460">
            <a:extLst xmlns:a="http://schemas.openxmlformats.org/drawingml/2006/main">
              <a:ext uri="{FF2B5EF4-FFF2-40B4-BE49-F238E27FC236}">
                <a16:creationId xmlns:a16="http://schemas.microsoft.com/office/drawing/2014/main" id="{8DE15BD7-03FF-4244-9480-BBCC4031A38F}"/>
              </a:ext>
            </a:extLst>
          </p:cNvPr>
          <p:cNvSpPr>
            <a:spLocks xmlns:a="http://schemas.openxmlformats.org/drawingml/2006/main" noGrp="1"/>
          </p:cNvSpPr>
          <p:nvPr/>
        </p:nvSpPr>
        <p:spPr>
          <a:xfrm xmlns:a="http://schemas.openxmlformats.org/drawingml/2006/main">
            <a:off x="5257800"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1" name="junction-610-460">
            <a:extLst xmlns:a="http://schemas.openxmlformats.org/drawingml/2006/main">
              <a:ext uri="{FF2B5EF4-FFF2-40B4-BE49-F238E27FC236}">
                <a16:creationId xmlns:a16="http://schemas.microsoft.com/office/drawing/2014/main" id="{7E46A63C-14E9-4238-BAF9-69BBF2086D6B}"/>
              </a:ext>
            </a:extLst>
          </p:cNvPr>
          <p:cNvSpPr>
            <a:spLocks xmlns:a="http://schemas.openxmlformats.org/drawingml/2006/main" noGrp="1"/>
          </p:cNvSpPr>
          <p:nvPr/>
        </p:nvSpPr>
        <p:spPr>
          <a:xfrm xmlns:a="http://schemas.openxmlformats.org/drawingml/2006/main">
            <a:off x="578167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2" name="TP1-stem">
            <a:extLst xmlns:a="http://schemas.openxmlformats.org/drawingml/2006/main">
              <a:ext uri="{FF2B5EF4-FFF2-40B4-BE49-F238E27FC236}">
                <a16:creationId xmlns:a16="http://schemas.microsoft.com/office/drawing/2014/main" id="{0E22B57A-2763-4302-8A7F-A4D22C5AE375}"/>
              </a:ext>
            </a:extLst>
          </p:cNvPr>
          <p:cNvSpPr>
            <a:spLocks xmlns:a="http://schemas.openxmlformats.org/drawingml/2006/main" noGrp="1"/>
          </p:cNvSpPr>
          <p:nvPr/>
        </p:nvSpPr>
        <p:spPr>
          <a:xfrm xmlns:a="http://schemas.openxmlformats.org/drawingml/2006/main">
            <a:off x="266700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3" name="TP1-probe">
            <a:extLst xmlns:a="http://schemas.openxmlformats.org/drawingml/2006/main">
              <a:ext uri="{FF2B5EF4-FFF2-40B4-BE49-F238E27FC236}">
                <a16:creationId xmlns:a16="http://schemas.microsoft.com/office/drawing/2014/main" id="{C4D56B6C-0C6C-4636-B567-A200D63DC043}"/>
              </a:ext>
            </a:extLst>
          </p:cNvPr>
          <p:cNvSpPr>
            <a:spLocks xmlns:a="http://schemas.openxmlformats.org/drawingml/2006/main" noGrp="1"/>
          </p:cNvSpPr>
          <p:nvPr/>
        </p:nvSpPr>
        <p:spPr>
          <a:xfrm xmlns:a="http://schemas.openxmlformats.org/drawingml/2006/main">
            <a:off x="262890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4" name="TP1-junction">
            <a:extLst xmlns:a="http://schemas.openxmlformats.org/drawingml/2006/main">
              <a:ext uri="{FF2B5EF4-FFF2-40B4-BE49-F238E27FC236}">
                <a16:creationId xmlns:a16="http://schemas.microsoft.com/office/drawing/2014/main" id="{9690C426-1A4B-403D-8A77-9DB29E3B9C9D}"/>
              </a:ext>
            </a:extLst>
          </p:cNvPr>
          <p:cNvSpPr>
            <a:spLocks xmlns:a="http://schemas.openxmlformats.org/drawingml/2006/main" noGrp="1"/>
          </p:cNvSpPr>
          <p:nvPr/>
        </p:nvSpPr>
        <p:spPr>
          <a:xfrm xmlns:a="http://schemas.openxmlformats.org/drawingml/2006/main">
            <a:off x="263842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5" name="TP1-label">
            <a:extLst xmlns:a="http://schemas.openxmlformats.org/drawingml/2006/main">
              <a:ext uri="{FF2B5EF4-FFF2-40B4-BE49-F238E27FC236}">
                <a16:creationId xmlns:a16="http://schemas.microsoft.com/office/drawing/2014/main" id="{3306440A-D577-41AD-B4F7-4FD5B89F2A08}"/>
              </a:ext>
            </a:extLst>
          </p:cNvPr>
          <p:cNvSpPr>
            <a:spLocks xmlns:a="http://schemas.openxmlformats.org/drawingml/2006/main" noGrp="1"/>
          </p:cNvSpPr>
          <p:nvPr/>
        </p:nvSpPr>
        <p:spPr>
          <a:xfrm xmlns:a="http://schemas.openxmlformats.org/drawingml/2006/main">
            <a:off x="242887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TP1</a:t>
            </a:r>
          </a:p>
        </p:txBody>
      </p:sp>
      <p:sp>
        <p:nvSpPr>
          <p:cNvPr id="96" name="TP2-stem">
            <a:extLst xmlns:a="http://schemas.openxmlformats.org/drawingml/2006/main">
              <a:ext uri="{FF2B5EF4-FFF2-40B4-BE49-F238E27FC236}">
                <a16:creationId xmlns:a16="http://schemas.microsoft.com/office/drawing/2014/main" id="{F57359F1-5EF5-443C-B3EA-94A0A14D8409}"/>
              </a:ext>
            </a:extLst>
          </p:cNvPr>
          <p:cNvSpPr>
            <a:spLocks xmlns:a="http://schemas.openxmlformats.org/drawingml/2006/main" noGrp="1"/>
          </p:cNvSpPr>
          <p:nvPr/>
        </p:nvSpPr>
        <p:spPr>
          <a:xfrm xmlns:a="http://schemas.openxmlformats.org/drawingml/2006/main">
            <a:off x="4667250" y="2495550"/>
            <a:ext cx="0" cy="190500"/>
          </a:xfrm>
          <a:prstGeom xmlns:a="http://schemas.openxmlformats.org/drawingml/2006/main" prst="line">
            <a:avLst/>
          </a:prstGeom>
          <a:ln xmlns:a="http://schemas.openxmlformats.org/drawingml/2006/main" w="17145">
            <a:solidFill>
              <a:srgbClr val="16343D"/>
            </a:solidFill>
            <a:prstDash val="solid"/>
          </a:ln>
        </p:spPr>
      </p:sp>
      <p:sp>
        <p:nvSpPr>
          <p:cNvPr id="97" name="TP2-probe">
            <a:extLst xmlns:a="http://schemas.openxmlformats.org/drawingml/2006/main">
              <a:ext uri="{FF2B5EF4-FFF2-40B4-BE49-F238E27FC236}">
                <a16:creationId xmlns:a16="http://schemas.microsoft.com/office/drawing/2014/main" id="{5BCA24A1-2DF0-4649-865C-61FA05B7CDF8}"/>
              </a:ext>
            </a:extLst>
          </p:cNvPr>
          <p:cNvSpPr>
            <a:spLocks xmlns:a="http://schemas.openxmlformats.org/drawingml/2006/main" noGrp="1"/>
          </p:cNvSpPr>
          <p:nvPr/>
        </p:nvSpPr>
        <p:spPr>
          <a:xfrm xmlns:a="http://schemas.openxmlformats.org/drawingml/2006/main">
            <a:off x="4629150" y="24193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98" name="TP2-junction">
            <a:extLst xmlns:a="http://schemas.openxmlformats.org/drawingml/2006/main">
              <a:ext uri="{FF2B5EF4-FFF2-40B4-BE49-F238E27FC236}">
                <a16:creationId xmlns:a16="http://schemas.microsoft.com/office/drawing/2014/main" id="{D4208153-82DD-4134-8A05-2C226428C967}"/>
              </a:ext>
            </a:extLst>
          </p:cNvPr>
          <p:cNvSpPr>
            <a:spLocks xmlns:a="http://schemas.openxmlformats.org/drawingml/2006/main" noGrp="1"/>
          </p:cNvSpPr>
          <p:nvPr/>
        </p:nvSpPr>
        <p:spPr>
          <a:xfrm xmlns:a="http://schemas.openxmlformats.org/drawingml/2006/main">
            <a:off x="4638675" y="265747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99" name="TP2-label">
            <a:extLst xmlns:a="http://schemas.openxmlformats.org/drawingml/2006/main">
              <a:ext uri="{FF2B5EF4-FFF2-40B4-BE49-F238E27FC236}">
                <a16:creationId xmlns:a16="http://schemas.microsoft.com/office/drawing/2014/main" id="{1981FE1D-254C-4396-82A1-36C0E5F1F291}"/>
              </a:ext>
            </a:extLst>
          </p:cNvPr>
          <p:cNvSpPr>
            <a:spLocks xmlns:a="http://schemas.openxmlformats.org/drawingml/2006/main" noGrp="1"/>
          </p:cNvSpPr>
          <p:nvPr/>
        </p:nvSpPr>
        <p:spPr>
          <a:xfrm xmlns:a="http://schemas.openxmlformats.org/drawingml/2006/main">
            <a:off x="4429125" y="2181225"/>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TP2</a:t>
            </a:r>
          </a:p>
        </p:txBody>
      </p:sp>
      <p:sp>
        <p:nvSpPr>
          <p:cNvPr id="100" name="TP3-stem">
            <a:extLst xmlns:a="http://schemas.openxmlformats.org/drawingml/2006/main">
              <a:ext uri="{FF2B5EF4-FFF2-40B4-BE49-F238E27FC236}">
                <a16:creationId xmlns:a16="http://schemas.microsoft.com/office/drawing/2014/main" id="{B5B47237-AB7B-4002-A4C8-BED9CF24172D}"/>
              </a:ext>
            </a:extLst>
          </p:cNvPr>
          <p:cNvSpPr>
            <a:spLocks xmlns:a="http://schemas.openxmlformats.org/drawingml/2006/main" noGrp="1"/>
          </p:cNvSpPr>
          <p:nvPr/>
        </p:nvSpPr>
        <p:spPr>
          <a:xfrm xmlns:a="http://schemas.openxmlformats.org/drawingml/2006/main">
            <a:off x="3429000" y="4381500"/>
            <a:ext cx="0" cy="171450"/>
          </a:xfrm>
          <a:prstGeom xmlns:a="http://schemas.openxmlformats.org/drawingml/2006/main" prst="line">
            <a:avLst/>
          </a:prstGeom>
          <a:ln xmlns:a="http://schemas.openxmlformats.org/drawingml/2006/main" w="17145">
            <a:solidFill>
              <a:srgbClr val="16343D"/>
            </a:solidFill>
            <a:prstDash val="solid"/>
          </a:ln>
        </p:spPr>
      </p:sp>
      <p:sp>
        <p:nvSpPr>
          <p:cNvPr id="101" name="TP3-probe">
            <a:extLst xmlns:a="http://schemas.openxmlformats.org/drawingml/2006/main">
              <a:ext uri="{FF2B5EF4-FFF2-40B4-BE49-F238E27FC236}">
                <a16:creationId xmlns:a16="http://schemas.microsoft.com/office/drawing/2014/main" id="{1D4193F9-8C07-4121-9DDF-3DBAB8FE40F0}"/>
              </a:ext>
            </a:extLst>
          </p:cNvPr>
          <p:cNvSpPr>
            <a:spLocks xmlns:a="http://schemas.openxmlformats.org/drawingml/2006/main" noGrp="1"/>
          </p:cNvSpPr>
          <p:nvPr/>
        </p:nvSpPr>
        <p:spPr>
          <a:xfrm xmlns:a="http://schemas.openxmlformats.org/drawingml/2006/main">
            <a:off x="3390900" y="4552950"/>
            <a:ext cx="76200" cy="76200"/>
          </a:xfrm>
          <a:prstGeom xmlns:a="http://schemas.openxmlformats.org/drawingml/2006/main" prst="ellipse">
            <a:avLst/>
          </a:prstGeom>
          <a:solidFill xmlns:a="http://schemas.openxmlformats.org/drawingml/2006/main">
            <a:srgbClr val="FFFFFF"/>
          </a:solidFill>
          <a:ln xmlns:a="http://schemas.openxmlformats.org/drawingml/2006/main" w="12383">
            <a:solidFill>
              <a:srgbClr val="16343D"/>
            </a:solidFill>
          </a:ln>
        </p:spPr>
      </p:sp>
      <p:sp>
        <p:nvSpPr>
          <p:cNvPr id="102" name="TP3-junction">
            <a:extLst xmlns:a="http://schemas.openxmlformats.org/drawingml/2006/main">
              <a:ext uri="{FF2B5EF4-FFF2-40B4-BE49-F238E27FC236}">
                <a16:creationId xmlns:a16="http://schemas.microsoft.com/office/drawing/2014/main" id="{A8B45413-0046-4B6B-A6F8-015D1D6F081C}"/>
              </a:ext>
            </a:extLst>
          </p:cNvPr>
          <p:cNvSpPr>
            <a:spLocks xmlns:a="http://schemas.openxmlformats.org/drawingml/2006/main" noGrp="1"/>
          </p:cNvSpPr>
          <p:nvPr/>
        </p:nvSpPr>
        <p:spPr>
          <a:xfrm xmlns:a="http://schemas.openxmlformats.org/drawingml/2006/main">
            <a:off x="3400425" y="4352925"/>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03" name="TP3-label">
            <a:extLst xmlns:a="http://schemas.openxmlformats.org/drawingml/2006/main">
              <a:ext uri="{FF2B5EF4-FFF2-40B4-BE49-F238E27FC236}">
                <a16:creationId xmlns:a16="http://schemas.microsoft.com/office/drawing/2014/main" id="{0C15EDD1-27A1-4E95-8531-C63B8FF0BA78}"/>
              </a:ext>
            </a:extLst>
          </p:cNvPr>
          <p:cNvSpPr>
            <a:spLocks xmlns:a="http://schemas.openxmlformats.org/drawingml/2006/main" noGrp="1"/>
          </p:cNvSpPr>
          <p:nvPr/>
        </p:nvSpPr>
        <p:spPr>
          <a:xfrm xmlns:a="http://schemas.openxmlformats.org/drawingml/2006/main">
            <a:off x="3114675" y="4591050"/>
            <a:ext cx="552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TP3</a:t>
            </a:r>
          </a:p>
        </p:txBody>
      </p:sp>
      <p:sp>
        <p:nvSpPr>
          <p:cNvPr id="104" name="common-stem">
            <a:extLst xmlns:a="http://schemas.openxmlformats.org/drawingml/2006/main">
              <a:ext uri="{FF2B5EF4-FFF2-40B4-BE49-F238E27FC236}">
                <a16:creationId xmlns:a16="http://schemas.microsoft.com/office/drawing/2014/main" id="{F5C15ED9-21CC-4180-A0DA-7F64C631E3AD}"/>
              </a:ext>
            </a:extLst>
          </p:cNvPr>
          <p:cNvSpPr>
            <a:spLocks xmlns:a="http://schemas.openxmlformats.org/drawingml/2006/main" noGrp="1"/>
          </p:cNvSpPr>
          <p:nvPr/>
        </p:nvSpPr>
        <p:spPr>
          <a:xfrm xmlns:a="http://schemas.openxmlformats.org/drawingml/2006/main">
            <a:off x="4000500" y="4381500"/>
            <a:ext cx="0" cy="76200"/>
          </a:xfrm>
          <a:prstGeom xmlns:a="http://schemas.openxmlformats.org/drawingml/2006/main" prst="line">
            <a:avLst/>
          </a:prstGeom>
          <a:ln xmlns:a="http://schemas.openxmlformats.org/drawingml/2006/main" w="17145">
            <a:solidFill>
              <a:srgbClr val="16343D"/>
            </a:solidFill>
            <a:prstDash val="solid"/>
          </a:ln>
        </p:spPr>
      </p:sp>
      <p:sp>
        <p:nvSpPr>
          <p:cNvPr id="105" name="common-signal-ground">
            <a:extLst xmlns:a="http://schemas.openxmlformats.org/drawingml/2006/main">
              <a:ext uri="{FF2B5EF4-FFF2-40B4-BE49-F238E27FC236}">
                <a16:creationId xmlns:a16="http://schemas.microsoft.com/office/drawing/2014/main" id="{65AA8875-4168-4442-B493-C554FCD927E9}"/>
              </a:ext>
            </a:extLst>
          </p:cNvPr>
          <p:cNvSpPr>
            <a:spLocks xmlns:a="http://schemas.openxmlformats.org/drawingml/2006/main" noGrp="1"/>
          </p:cNvSpPr>
          <p:nvPr/>
        </p:nvSpPr>
        <p:spPr>
          <a:xfrm xmlns:a="http://schemas.openxmlformats.org/drawingml/2006/main" rot="10800000">
            <a:off x="3924300" y="4457700"/>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06" name="ground-label">
            <a:extLst xmlns:a="http://schemas.openxmlformats.org/drawingml/2006/main">
              <a:ext uri="{FF2B5EF4-FFF2-40B4-BE49-F238E27FC236}">
                <a16:creationId xmlns:a16="http://schemas.microsoft.com/office/drawing/2014/main" id="{CE8E9B77-4BDD-444E-8402-4E3108D88297}"/>
              </a:ext>
            </a:extLst>
          </p:cNvPr>
          <p:cNvSpPr>
            <a:spLocks xmlns:a="http://schemas.openxmlformats.org/drawingml/2006/main" noGrp="1"/>
          </p:cNvSpPr>
          <p:nvPr/>
        </p:nvSpPr>
        <p:spPr>
          <a:xfrm xmlns:a="http://schemas.openxmlformats.org/drawingml/2006/main">
            <a:off x="4181475" y="45910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GND / 0 V</a:t>
            </a:r>
          </a:p>
        </p:txBody>
      </p:sp>
      <p:sp>
        <p:nvSpPr>
          <p:cNvPr id="107" name="A2-A3-3V3_A2">
            <a:extLst xmlns:a="http://schemas.openxmlformats.org/drawingml/2006/main">
              <a:ext uri="{FF2B5EF4-FFF2-40B4-BE49-F238E27FC236}">
                <a16:creationId xmlns:a16="http://schemas.microsoft.com/office/drawing/2014/main" id="{100DCFF4-EE9A-4833-B747-013F6AE18DE6}"/>
              </a:ext>
            </a:extLst>
          </p:cNvPr>
          <p:cNvSpPr>
            <a:spLocks xmlns:a="http://schemas.openxmlformats.org/drawingml/2006/main" noGrp="1"/>
          </p:cNvSpPr>
          <p:nvPr/>
        </p:nvSpPr>
        <p:spPr>
          <a:xfrm xmlns:a="http://schemas.openxmlformats.org/drawingml/2006/main">
            <a:off x="8334375" y="3000375"/>
            <a:ext cx="2047875" cy="0"/>
          </a:xfrm>
          <a:prstGeom xmlns:a="http://schemas.openxmlformats.org/drawingml/2006/main" prst="line">
            <a:avLst/>
          </a:prstGeom>
          <a:ln xmlns:a="http://schemas.openxmlformats.org/drawingml/2006/main" w="17145">
            <a:solidFill>
              <a:srgbClr val="16343D"/>
            </a:solidFill>
            <a:prstDash val="solid"/>
          </a:ln>
        </p:spPr>
      </p:sp>
      <p:sp>
        <p:nvSpPr>
          <p:cNvPr id="108" name="A2-A3-I2C_SDA">
            <a:extLst xmlns:a="http://schemas.openxmlformats.org/drawingml/2006/main">
              <a:ext uri="{FF2B5EF4-FFF2-40B4-BE49-F238E27FC236}">
                <a16:creationId xmlns:a16="http://schemas.microsoft.com/office/drawing/2014/main" id="{363A4087-CFE9-43A5-B620-F6C53C880784}"/>
              </a:ext>
            </a:extLst>
          </p:cNvPr>
          <p:cNvSpPr>
            <a:spLocks xmlns:a="http://schemas.openxmlformats.org/drawingml/2006/main" noGrp="1"/>
          </p:cNvSpPr>
          <p:nvPr/>
        </p:nvSpPr>
        <p:spPr>
          <a:xfrm xmlns:a="http://schemas.openxmlformats.org/drawingml/2006/main">
            <a:off x="8334375" y="3476625"/>
            <a:ext cx="2047875" cy="0"/>
          </a:xfrm>
          <a:prstGeom xmlns:a="http://schemas.openxmlformats.org/drawingml/2006/main" prst="line">
            <a:avLst/>
          </a:prstGeom>
          <a:ln xmlns:a="http://schemas.openxmlformats.org/drawingml/2006/main" w="17145">
            <a:solidFill>
              <a:srgbClr val="16343D"/>
            </a:solidFill>
            <a:prstDash val="solid"/>
          </a:ln>
        </p:spPr>
      </p:sp>
      <p:sp>
        <p:nvSpPr>
          <p:cNvPr id="109" name="A2-A3-I2C_SCL">
            <a:extLst xmlns:a="http://schemas.openxmlformats.org/drawingml/2006/main">
              <a:ext uri="{FF2B5EF4-FFF2-40B4-BE49-F238E27FC236}">
                <a16:creationId xmlns:a16="http://schemas.microsoft.com/office/drawing/2014/main" id="{63DF7401-B580-4C20-9200-24F86EB398EB}"/>
              </a:ext>
            </a:extLst>
          </p:cNvPr>
          <p:cNvSpPr>
            <a:spLocks xmlns:a="http://schemas.openxmlformats.org/drawingml/2006/main" noGrp="1"/>
          </p:cNvSpPr>
          <p:nvPr/>
        </p:nvSpPr>
        <p:spPr>
          <a:xfrm xmlns:a="http://schemas.openxmlformats.org/drawingml/2006/main">
            <a:off x="8334375" y="3952875"/>
            <a:ext cx="2047875" cy="0"/>
          </a:xfrm>
          <a:prstGeom xmlns:a="http://schemas.openxmlformats.org/drawingml/2006/main" prst="line">
            <a:avLst/>
          </a:prstGeom>
          <a:ln xmlns:a="http://schemas.openxmlformats.org/drawingml/2006/main" w="17145">
            <a:solidFill>
              <a:srgbClr val="16343D"/>
            </a:solidFill>
            <a:prstDash val="solid"/>
          </a:ln>
        </p:spPr>
      </p:sp>
      <p:sp>
        <p:nvSpPr>
          <p:cNvPr id="110" name="A2-A3-GND">
            <a:extLst xmlns:a="http://schemas.openxmlformats.org/drawingml/2006/main">
              <a:ext uri="{FF2B5EF4-FFF2-40B4-BE49-F238E27FC236}">
                <a16:creationId xmlns:a16="http://schemas.microsoft.com/office/drawing/2014/main" id="{FE549B4E-86E1-4614-929D-786C48327986}"/>
              </a:ext>
            </a:extLst>
          </p:cNvPr>
          <p:cNvSpPr>
            <a:spLocks xmlns:a="http://schemas.openxmlformats.org/drawingml/2006/main" noGrp="1"/>
          </p:cNvSpPr>
          <p:nvPr/>
        </p:nvSpPr>
        <p:spPr>
          <a:xfrm xmlns:a="http://schemas.openxmlformats.org/drawingml/2006/main">
            <a:off x="8334375" y="4429125"/>
            <a:ext cx="2047875" cy="0"/>
          </a:xfrm>
          <a:prstGeom xmlns:a="http://schemas.openxmlformats.org/drawingml/2006/main" prst="line">
            <a:avLst/>
          </a:prstGeom>
          <a:ln xmlns:a="http://schemas.openxmlformats.org/drawingml/2006/main" w="17145">
            <a:solidFill>
              <a:srgbClr val="16343D"/>
            </a:solidFill>
            <a:prstDash val="solid"/>
          </a:ln>
        </p:spPr>
      </p:sp>
      <p:sp>
        <p:nvSpPr>
          <p:cNvPr id="111" name="oled-rail">
            <a:extLst xmlns:a="http://schemas.openxmlformats.org/drawingml/2006/main">
              <a:ext uri="{FF2B5EF4-FFF2-40B4-BE49-F238E27FC236}">
                <a16:creationId xmlns:a16="http://schemas.microsoft.com/office/drawing/2014/main" id="{87C94A1F-D18F-4824-A538-4967DC10F613}"/>
              </a:ext>
            </a:extLst>
          </p:cNvPr>
          <p:cNvSpPr>
            <a:spLocks xmlns:a="http://schemas.openxmlformats.org/drawingml/2006/main" noGrp="1"/>
          </p:cNvSpPr>
          <p:nvPr/>
        </p:nvSpPr>
        <p:spPr>
          <a:xfrm xmlns:a="http://schemas.openxmlformats.org/drawingml/2006/main">
            <a:off x="9648825" y="2762250"/>
            <a:ext cx="7334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087C71"/>
                </a:solidFill>
                <a:latin typeface="Arial"/>
                <a:ea typeface="Arial"/>
                <a:cs typeface="Arial"/>
              </a:defRPr>
            </a:defPPr>
            <a:lvl1pPr algn="l">
              <a:defRPr sz="938" b="1">
                <a:solidFill>
                  <a:srgbClr val="087C71"/>
                </a:solidFill>
                <a:latin typeface="Arial"/>
                <a:ea typeface="Arial"/>
                <a:cs typeface="Arial"/>
              </a:defRPr>
            </a:lvl1pPr>
            <a:lvl2pPr algn="l">
              <a:defRPr sz="938" b="1">
                <a:solidFill>
                  <a:srgbClr val="087C71"/>
                </a:solidFill>
                <a:latin typeface="Arial"/>
                <a:ea typeface="Arial"/>
                <a:cs typeface="Arial"/>
              </a:defRPr>
            </a:lvl2pPr>
            <a:lvl3pPr algn="l">
              <a:defRPr sz="938" b="1">
                <a:solidFill>
                  <a:srgbClr val="087C71"/>
                </a:solidFill>
                <a:latin typeface="Arial"/>
                <a:ea typeface="Arial"/>
                <a:cs typeface="Arial"/>
              </a:defRPr>
            </a:lvl3pPr>
            <a:lvl4pPr algn="l">
              <a:defRPr sz="938" b="1">
                <a:solidFill>
                  <a:srgbClr val="087C71"/>
                </a:solidFill>
                <a:latin typeface="Arial"/>
                <a:ea typeface="Arial"/>
                <a:cs typeface="Arial"/>
              </a:defRPr>
            </a:lvl4pPr>
            <a:lvl5pPr algn="l">
              <a:defRPr sz="938" b="1">
                <a:solidFill>
                  <a:srgbClr val="087C71"/>
                </a:solidFill>
                <a:latin typeface="Arial"/>
                <a:ea typeface="Arial"/>
                <a:cs typeface="Arial"/>
              </a:defRPr>
            </a:lvl5pPr>
            <a:lvl6pPr algn="l">
              <a:defRPr sz="938" b="1">
                <a:solidFill>
                  <a:srgbClr val="087C71"/>
                </a:solidFill>
                <a:latin typeface="Arial"/>
                <a:ea typeface="Arial"/>
                <a:cs typeface="Arial"/>
              </a:defRPr>
            </a:lvl6pPr>
            <a:lvl7pPr algn="l">
              <a:defRPr sz="938" b="1">
                <a:solidFill>
                  <a:srgbClr val="087C71"/>
                </a:solidFill>
                <a:latin typeface="Arial"/>
                <a:ea typeface="Arial"/>
                <a:cs typeface="Arial"/>
              </a:defRPr>
            </a:lvl7pPr>
            <a:lvl8pPr algn="l">
              <a:defRPr sz="938" b="1">
                <a:solidFill>
                  <a:srgbClr val="087C71"/>
                </a:solidFill>
                <a:latin typeface="Arial"/>
                <a:ea typeface="Arial"/>
                <a:cs typeface="Arial"/>
              </a:defRPr>
            </a:lvl8pPr>
            <a:lvl9pPr algn="l">
              <a:defRPr sz="938" b="1">
                <a:solidFill>
                  <a:srgbClr val="087C71"/>
                </a:solidFill>
                <a:latin typeface="Arial"/>
                <a:ea typeface="Arial"/>
                <a:cs typeface="Arial"/>
              </a:defRPr>
            </a:lvl9pPr>
          </a:lstStyle>
          <a:p xmlns:a="http://schemas.openxmlformats.org/drawingml/2006/main">
            <a:pPr algn="l">
              <a:defRPr sz="938" b="1">
                <a:solidFill>
                  <a:srgbClr val="087C71"/>
                </a:solidFill>
                <a:latin typeface="Arial"/>
                <a:ea typeface="Arial"/>
                <a:cs typeface="Arial"/>
              </a:defRPr>
            </a:pPr>
            <a:r>
              <a:rPr sz="938" b="1">
                <a:solidFill>
                  <a:srgbClr val="087C71"/>
                </a:solidFill>
                <a:latin typeface="Arial"/>
                <a:ea typeface="Arial"/>
                <a:cs typeface="Arial"/>
              </a:rPr>
              <a:t>3V3_A2</a:t>
            </a:r>
          </a:p>
        </p:txBody>
      </p:sp>
      <p:sp>
        <p:nvSpPr>
          <p:cNvPr id="112" name="R3-top">
            <a:extLst xmlns:a="http://schemas.openxmlformats.org/drawingml/2006/main">
              <a:ext uri="{FF2B5EF4-FFF2-40B4-BE49-F238E27FC236}">
                <a16:creationId xmlns:a16="http://schemas.microsoft.com/office/drawing/2014/main" id="{B1216FB7-BBA1-47EF-A67D-2F5C3333A3D7}"/>
              </a:ext>
            </a:extLst>
          </p:cNvPr>
          <p:cNvSpPr>
            <a:spLocks xmlns:a="http://schemas.openxmlformats.org/drawingml/2006/main" noGrp="1"/>
          </p:cNvSpPr>
          <p:nvPr/>
        </p:nvSpPr>
        <p:spPr>
          <a:xfrm xmlns:a="http://schemas.openxmlformats.org/drawingml/2006/main">
            <a:off x="8934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13" name="R3-symbol">
            <a:extLst xmlns:a="http://schemas.openxmlformats.org/drawingml/2006/main">
              <a:ext uri="{FF2B5EF4-FFF2-40B4-BE49-F238E27FC236}">
                <a16:creationId xmlns:a16="http://schemas.microsoft.com/office/drawing/2014/main" id="{5D5A28AF-1F35-4B9C-98E2-00226FD8A6F8}"/>
              </a:ext>
            </a:extLst>
          </p:cNvPr>
          <p:cNvSpPr>
            <a:spLocks xmlns:a="http://schemas.openxmlformats.org/drawingml/2006/main" noGrp="1"/>
          </p:cNvSpPr>
          <p:nvPr/>
        </p:nvSpPr>
        <p:spPr>
          <a:xfrm xmlns:a="http://schemas.openxmlformats.org/drawingml/2006/main">
            <a:off x="8858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14" name="R3-bottom">
            <a:extLst xmlns:a="http://schemas.openxmlformats.org/drawingml/2006/main">
              <a:ext uri="{FF2B5EF4-FFF2-40B4-BE49-F238E27FC236}">
                <a16:creationId xmlns:a16="http://schemas.microsoft.com/office/drawing/2014/main" id="{38BFD954-4CB1-4CC5-AD75-47871EF79E9B}"/>
              </a:ext>
            </a:extLst>
          </p:cNvPr>
          <p:cNvSpPr>
            <a:spLocks xmlns:a="http://schemas.openxmlformats.org/drawingml/2006/main" noGrp="1"/>
          </p:cNvSpPr>
          <p:nvPr/>
        </p:nvSpPr>
        <p:spPr>
          <a:xfrm xmlns:a="http://schemas.openxmlformats.org/drawingml/2006/main">
            <a:off x="8934450" y="3352800"/>
            <a:ext cx="0" cy="123825"/>
          </a:xfrm>
          <a:prstGeom xmlns:a="http://schemas.openxmlformats.org/drawingml/2006/main" prst="line">
            <a:avLst/>
          </a:prstGeom>
          <a:ln xmlns:a="http://schemas.openxmlformats.org/drawingml/2006/main" w="17145">
            <a:solidFill>
              <a:srgbClr val="16343D"/>
            </a:solidFill>
            <a:prstDash val="solid"/>
          </a:ln>
        </p:spPr>
      </p:sp>
      <p:sp>
        <p:nvSpPr>
          <p:cNvPr id="115" name="R3-rail-junction">
            <a:extLst xmlns:a="http://schemas.openxmlformats.org/drawingml/2006/main">
              <a:ext uri="{FF2B5EF4-FFF2-40B4-BE49-F238E27FC236}">
                <a16:creationId xmlns:a16="http://schemas.microsoft.com/office/drawing/2014/main" id="{4D7A5010-7BC8-42AC-8F32-ED2B6A1A904E}"/>
              </a:ext>
            </a:extLst>
          </p:cNvPr>
          <p:cNvSpPr>
            <a:spLocks xmlns:a="http://schemas.openxmlformats.org/drawingml/2006/main" noGrp="1"/>
          </p:cNvSpPr>
          <p:nvPr/>
        </p:nvSpPr>
        <p:spPr>
          <a:xfrm xmlns:a="http://schemas.openxmlformats.org/drawingml/2006/main">
            <a:off x="8905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6" name="R3-bus-junction">
            <a:extLst xmlns:a="http://schemas.openxmlformats.org/drawingml/2006/main">
              <a:ext uri="{FF2B5EF4-FFF2-40B4-BE49-F238E27FC236}">
                <a16:creationId xmlns:a16="http://schemas.microsoft.com/office/drawing/2014/main" id="{98F99722-8C6E-4AC2-A97C-1E3748118AF7}"/>
              </a:ext>
            </a:extLst>
          </p:cNvPr>
          <p:cNvSpPr>
            <a:spLocks xmlns:a="http://schemas.openxmlformats.org/drawingml/2006/main" noGrp="1"/>
          </p:cNvSpPr>
          <p:nvPr/>
        </p:nvSpPr>
        <p:spPr>
          <a:xfrm xmlns:a="http://schemas.openxmlformats.org/drawingml/2006/main">
            <a:off x="8905875" y="344805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17" name="R3-value">
            <a:extLst xmlns:a="http://schemas.openxmlformats.org/drawingml/2006/main">
              <a:ext uri="{FF2B5EF4-FFF2-40B4-BE49-F238E27FC236}">
                <a16:creationId xmlns:a16="http://schemas.microsoft.com/office/drawing/2014/main" id="{1EE677BD-4140-442A-9686-430FF863BDC6}"/>
              </a:ext>
            </a:extLst>
          </p:cNvPr>
          <p:cNvSpPr>
            <a:spLocks xmlns:a="http://schemas.openxmlformats.org/drawingml/2006/main" noGrp="1"/>
          </p:cNvSpPr>
          <p:nvPr/>
        </p:nvSpPr>
        <p:spPr>
          <a:xfrm xmlns:a="http://schemas.openxmlformats.org/drawingml/2006/main">
            <a:off x="8639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defRPr sz="938" b="1">
                <a:solidFill>
                  <a:srgbClr val="16343D"/>
                </a:solidFill>
                <a:latin typeface="Arial"/>
                <a:ea typeface="Arial"/>
                <a:cs typeface="Arial"/>
              </a:defRPr>
            </a:lvl1pPr>
            <a:lvl2pPr algn="l">
              <a:defRPr sz="938" b="1">
                <a:solidFill>
                  <a:srgbClr val="16343D"/>
                </a:solidFill>
                <a:latin typeface="Arial"/>
                <a:ea typeface="Arial"/>
                <a:cs typeface="Arial"/>
              </a:defRPr>
            </a:lvl2pPr>
            <a:lvl3pPr algn="l">
              <a:defRPr sz="938" b="1">
                <a:solidFill>
                  <a:srgbClr val="16343D"/>
                </a:solidFill>
                <a:latin typeface="Arial"/>
                <a:ea typeface="Arial"/>
                <a:cs typeface="Arial"/>
              </a:defRPr>
            </a:lvl3pPr>
            <a:lvl4pPr algn="l">
              <a:defRPr sz="938" b="1">
                <a:solidFill>
                  <a:srgbClr val="16343D"/>
                </a:solidFill>
                <a:latin typeface="Arial"/>
                <a:ea typeface="Arial"/>
                <a:cs typeface="Arial"/>
              </a:defRPr>
            </a:lvl4pPr>
            <a:lvl5pPr algn="l">
              <a:defRPr sz="938" b="1">
                <a:solidFill>
                  <a:srgbClr val="16343D"/>
                </a:solidFill>
                <a:latin typeface="Arial"/>
                <a:ea typeface="Arial"/>
                <a:cs typeface="Arial"/>
              </a:defRPr>
            </a:lvl5pPr>
            <a:lvl6pPr algn="l">
              <a:defRPr sz="938" b="1">
                <a:solidFill>
                  <a:srgbClr val="16343D"/>
                </a:solidFill>
                <a:latin typeface="Arial"/>
                <a:ea typeface="Arial"/>
                <a:cs typeface="Arial"/>
              </a:defRPr>
            </a:lvl6pPr>
            <a:lvl7pPr algn="l">
              <a:defRPr sz="938" b="1">
                <a:solidFill>
                  <a:srgbClr val="16343D"/>
                </a:solidFill>
                <a:latin typeface="Arial"/>
                <a:ea typeface="Arial"/>
                <a:cs typeface="Arial"/>
              </a:defRPr>
            </a:lvl7pPr>
            <a:lvl8pPr algn="l">
              <a:defRPr sz="938" b="1">
                <a:solidFill>
                  <a:srgbClr val="16343D"/>
                </a:solidFill>
                <a:latin typeface="Arial"/>
                <a:ea typeface="Arial"/>
                <a:cs typeface="Arial"/>
              </a:defRPr>
            </a:lvl8pPr>
            <a:lvl9pPr algn="l">
              <a:defRPr sz="938" b="1">
                <a:solidFill>
                  <a:srgbClr val="16343D"/>
                </a:solidFill>
                <a:latin typeface="Arial"/>
                <a:ea typeface="Arial"/>
                <a:cs typeface="Arial"/>
              </a:defRPr>
            </a:lvl9pPr>
          </a:lstStyle>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R3 4k7</a:t>
            </a:r>
          </a:p>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18" name="R4-top">
            <a:extLst xmlns:a="http://schemas.openxmlformats.org/drawingml/2006/main">
              <a:ext uri="{FF2B5EF4-FFF2-40B4-BE49-F238E27FC236}">
                <a16:creationId xmlns:a16="http://schemas.microsoft.com/office/drawing/2014/main" id="{551896FA-60CE-4B20-A5D8-97036645F36E}"/>
              </a:ext>
            </a:extLst>
          </p:cNvPr>
          <p:cNvSpPr>
            <a:spLocks xmlns:a="http://schemas.openxmlformats.org/drawingml/2006/main" noGrp="1"/>
          </p:cNvSpPr>
          <p:nvPr/>
        </p:nvSpPr>
        <p:spPr>
          <a:xfrm xmlns:a="http://schemas.openxmlformats.org/drawingml/2006/main">
            <a:off x="9696450" y="3000375"/>
            <a:ext cx="0" cy="171450"/>
          </a:xfrm>
          <a:prstGeom xmlns:a="http://schemas.openxmlformats.org/drawingml/2006/main" prst="line">
            <a:avLst/>
          </a:prstGeom>
          <a:ln xmlns:a="http://schemas.openxmlformats.org/drawingml/2006/main" w="17145">
            <a:solidFill>
              <a:srgbClr val="16343D"/>
            </a:solidFill>
            <a:prstDash val="solid"/>
          </a:ln>
        </p:spPr>
      </p:sp>
      <p:sp>
        <p:nvSpPr>
          <p:cNvPr id="119" name="R4-symbol">
            <a:extLst xmlns:a="http://schemas.openxmlformats.org/drawingml/2006/main">
              <a:ext uri="{FF2B5EF4-FFF2-40B4-BE49-F238E27FC236}">
                <a16:creationId xmlns:a16="http://schemas.microsoft.com/office/drawing/2014/main" id="{EB06615B-3ED9-4A8C-B87F-C9F987154DB0}"/>
              </a:ext>
            </a:extLst>
          </p:cNvPr>
          <p:cNvSpPr>
            <a:spLocks xmlns:a="http://schemas.openxmlformats.org/drawingml/2006/main" noGrp="1"/>
          </p:cNvSpPr>
          <p:nvPr/>
        </p:nvSpPr>
        <p:spPr>
          <a:xfrm xmlns:a="http://schemas.openxmlformats.org/drawingml/2006/main">
            <a:off x="9620250" y="3171825"/>
            <a:ext cx="152400" cy="180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20" name="R4-bottom">
            <a:extLst xmlns:a="http://schemas.openxmlformats.org/drawingml/2006/main">
              <a:ext uri="{FF2B5EF4-FFF2-40B4-BE49-F238E27FC236}">
                <a16:creationId xmlns:a16="http://schemas.microsoft.com/office/drawing/2014/main" id="{8139FD95-BCC1-4A2C-BA59-93C1F58C52DC}"/>
              </a:ext>
            </a:extLst>
          </p:cNvPr>
          <p:cNvSpPr>
            <a:spLocks xmlns:a="http://schemas.openxmlformats.org/drawingml/2006/main" noGrp="1"/>
          </p:cNvSpPr>
          <p:nvPr/>
        </p:nvSpPr>
        <p:spPr>
          <a:xfrm xmlns:a="http://schemas.openxmlformats.org/drawingml/2006/main">
            <a:off x="9696450" y="3352800"/>
            <a:ext cx="0" cy="600075"/>
          </a:xfrm>
          <a:prstGeom xmlns:a="http://schemas.openxmlformats.org/drawingml/2006/main" prst="line">
            <a:avLst/>
          </a:prstGeom>
          <a:ln xmlns:a="http://schemas.openxmlformats.org/drawingml/2006/main" w="17145">
            <a:solidFill>
              <a:srgbClr val="16343D"/>
            </a:solidFill>
            <a:prstDash val="solid"/>
          </a:ln>
        </p:spPr>
      </p:sp>
      <p:sp>
        <p:nvSpPr>
          <p:cNvPr id="121" name="R4-rail-junction">
            <a:extLst xmlns:a="http://schemas.openxmlformats.org/drawingml/2006/main">
              <a:ext uri="{FF2B5EF4-FFF2-40B4-BE49-F238E27FC236}">
                <a16:creationId xmlns:a16="http://schemas.microsoft.com/office/drawing/2014/main" id="{2B0E94CD-58C1-4DC4-B47E-D7477D9CEB46}"/>
              </a:ext>
            </a:extLst>
          </p:cNvPr>
          <p:cNvSpPr>
            <a:spLocks xmlns:a="http://schemas.openxmlformats.org/drawingml/2006/main" noGrp="1"/>
          </p:cNvSpPr>
          <p:nvPr/>
        </p:nvSpPr>
        <p:spPr>
          <a:xfrm xmlns:a="http://schemas.openxmlformats.org/drawingml/2006/main">
            <a:off x="9667875" y="29718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2" name="R4-bus-junction">
            <a:extLst xmlns:a="http://schemas.openxmlformats.org/drawingml/2006/main">
              <a:ext uri="{FF2B5EF4-FFF2-40B4-BE49-F238E27FC236}">
                <a16:creationId xmlns:a16="http://schemas.microsoft.com/office/drawing/2014/main" id="{AD95E54C-FD68-4260-A72E-F120B346DBA5}"/>
              </a:ext>
            </a:extLst>
          </p:cNvPr>
          <p:cNvSpPr>
            <a:spLocks xmlns:a="http://schemas.openxmlformats.org/drawingml/2006/main" noGrp="1"/>
          </p:cNvSpPr>
          <p:nvPr/>
        </p:nvSpPr>
        <p:spPr>
          <a:xfrm xmlns:a="http://schemas.openxmlformats.org/drawingml/2006/main">
            <a:off x="9667875" y="3924300"/>
            <a:ext cx="57150" cy="57150"/>
          </a:xfrm>
          <a:prstGeom xmlns:a="http://schemas.openxmlformats.org/drawingml/2006/main" prst="ellipse">
            <a:avLst/>
          </a:prstGeom>
          <a:solidFill xmlns:a="http://schemas.openxmlformats.org/drawingml/2006/main">
            <a:srgbClr val="16343D"/>
          </a:solidFill>
          <a:ln xmlns:a="http://schemas.openxmlformats.org/drawingml/2006/main" w="12383">
            <a:solidFill>
              <a:srgbClr val="16343D"/>
            </a:solidFill>
          </a:ln>
        </p:spPr>
      </p:sp>
      <p:sp>
        <p:nvSpPr>
          <p:cNvPr id="123" name="R4-value">
            <a:extLst xmlns:a="http://schemas.openxmlformats.org/drawingml/2006/main">
              <a:ext uri="{FF2B5EF4-FFF2-40B4-BE49-F238E27FC236}">
                <a16:creationId xmlns:a16="http://schemas.microsoft.com/office/drawing/2014/main" id="{7E25D12F-B23C-40BA-8B0B-4D5032D8DB64}"/>
              </a:ext>
            </a:extLst>
          </p:cNvPr>
          <p:cNvSpPr>
            <a:spLocks xmlns:a="http://schemas.openxmlformats.org/drawingml/2006/main" noGrp="1"/>
          </p:cNvSpPr>
          <p:nvPr/>
        </p:nvSpPr>
        <p:spPr>
          <a:xfrm xmlns:a="http://schemas.openxmlformats.org/drawingml/2006/main">
            <a:off x="9401175" y="2381250"/>
            <a:ext cx="71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1">
                <a:solidFill>
                  <a:srgbClr val="16343D"/>
                </a:solidFill>
                <a:latin typeface="Arial"/>
                <a:ea typeface="Arial"/>
                <a:cs typeface="Arial"/>
              </a:defRPr>
            </a:defPPr>
            <a:lvl1pPr algn="l">
              <a:defRPr sz="938" b="1">
                <a:solidFill>
                  <a:srgbClr val="16343D"/>
                </a:solidFill>
                <a:latin typeface="Arial"/>
                <a:ea typeface="Arial"/>
                <a:cs typeface="Arial"/>
              </a:defRPr>
            </a:lvl1pPr>
            <a:lvl2pPr algn="l">
              <a:defRPr sz="938" b="1">
                <a:solidFill>
                  <a:srgbClr val="16343D"/>
                </a:solidFill>
                <a:latin typeface="Arial"/>
                <a:ea typeface="Arial"/>
                <a:cs typeface="Arial"/>
              </a:defRPr>
            </a:lvl2pPr>
            <a:lvl3pPr algn="l">
              <a:defRPr sz="938" b="1">
                <a:solidFill>
                  <a:srgbClr val="16343D"/>
                </a:solidFill>
                <a:latin typeface="Arial"/>
                <a:ea typeface="Arial"/>
                <a:cs typeface="Arial"/>
              </a:defRPr>
            </a:lvl3pPr>
            <a:lvl4pPr algn="l">
              <a:defRPr sz="938" b="1">
                <a:solidFill>
                  <a:srgbClr val="16343D"/>
                </a:solidFill>
                <a:latin typeface="Arial"/>
                <a:ea typeface="Arial"/>
                <a:cs typeface="Arial"/>
              </a:defRPr>
            </a:lvl4pPr>
            <a:lvl5pPr algn="l">
              <a:defRPr sz="938" b="1">
                <a:solidFill>
                  <a:srgbClr val="16343D"/>
                </a:solidFill>
                <a:latin typeface="Arial"/>
                <a:ea typeface="Arial"/>
                <a:cs typeface="Arial"/>
              </a:defRPr>
            </a:lvl5pPr>
            <a:lvl6pPr algn="l">
              <a:defRPr sz="938" b="1">
                <a:solidFill>
                  <a:srgbClr val="16343D"/>
                </a:solidFill>
                <a:latin typeface="Arial"/>
                <a:ea typeface="Arial"/>
                <a:cs typeface="Arial"/>
              </a:defRPr>
            </a:lvl6pPr>
            <a:lvl7pPr algn="l">
              <a:defRPr sz="938" b="1">
                <a:solidFill>
                  <a:srgbClr val="16343D"/>
                </a:solidFill>
                <a:latin typeface="Arial"/>
                <a:ea typeface="Arial"/>
                <a:cs typeface="Arial"/>
              </a:defRPr>
            </a:lvl7pPr>
            <a:lvl8pPr algn="l">
              <a:defRPr sz="938" b="1">
                <a:solidFill>
                  <a:srgbClr val="16343D"/>
                </a:solidFill>
                <a:latin typeface="Arial"/>
                <a:ea typeface="Arial"/>
                <a:cs typeface="Arial"/>
              </a:defRPr>
            </a:lvl8pPr>
            <a:lvl9pPr algn="l">
              <a:defRPr sz="938" b="1">
                <a:solidFill>
                  <a:srgbClr val="16343D"/>
                </a:solidFill>
                <a:latin typeface="Arial"/>
                <a:ea typeface="Arial"/>
                <a:cs typeface="Arial"/>
              </a:defRPr>
            </a:lvl9pPr>
          </a:lstStyle>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R4 4k7</a:t>
            </a:r>
          </a:p>
          <a:p xmlns:a="http://schemas.openxmlformats.org/drawingml/2006/main">
            <a:pPr algn="l">
              <a:defRPr sz="938" b="1">
                <a:solidFill>
                  <a:srgbClr val="16343D"/>
                </a:solidFill>
                <a:latin typeface="Arial"/>
                <a:ea typeface="Arial"/>
                <a:cs typeface="Arial"/>
              </a:defRPr>
            </a:pPr>
            <a:r>
              <a:rPr sz="938" b="1">
                <a:solidFill>
                  <a:srgbClr val="16343D"/>
                </a:solidFill>
                <a:latin typeface="Arial"/>
                <a:ea typeface="Arial"/>
                <a:cs typeface="Arial"/>
              </a:rPr>
              <a:t>DNP*</a:t>
            </a:r>
          </a:p>
        </p:txBody>
      </p:sp>
      <p:sp>
        <p:nvSpPr>
          <p:cNvPr id="124" name="C2-power-net">
            <a:extLst xmlns:a="http://schemas.openxmlformats.org/drawingml/2006/main">
              <a:ext uri="{FF2B5EF4-FFF2-40B4-BE49-F238E27FC236}">
                <a16:creationId xmlns:a16="http://schemas.microsoft.com/office/drawing/2014/main" id="{3E0A53EB-C932-4A08-BB84-14ADDC337760}"/>
              </a:ext>
            </a:extLst>
          </p:cNvPr>
          <p:cNvSpPr>
            <a:spLocks xmlns:a="http://schemas.openxmlformats.org/drawingml/2006/main" noGrp="1"/>
          </p:cNvSpPr>
          <p:nvPr/>
        </p:nvSpPr>
        <p:spPr>
          <a:xfrm xmlns:a="http://schemas.openxmlformats.org/drawingml/2006/main">
            <a:off x="10601325" y="48101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087C71"/>
                </a:solidFill>
                <a:latin typeface="Arial"/>
                <a:ea typeface="Arial"/>
                <a:cs typeface="Arial"/>
              </a:defRPr>
            </a:defPPr>
            <a:lvl1pPr algn="l">
              <a:defRPr sz="975" b="1">
                <a:solidFill>
                  <a:srgbClr val="087C71"/>
                </a:solidFill>
                <a:latin typeface="Arial"/>
                <a:ea typeface="Arial"/>
                <a:cs typeface="Arial"/>
              </a:defRPr>
            </a:lvl1pPr>
            <a:lvl2pPr algn="l">
              <a:defRPr sz="975" b="1">
                <a:solidFill>
                  <a:srgbClr val="087C71"/>
                </a:solidFill>
                <a:latin typeface="Arial"/>
                <a:ea typeface="Arial"/>
                <a:cs typeface="Arial"/>
              </a:defRPr>
            </a:lvl2pPr>
            <a:lvl3pPr algn="l">
              <a:defRPr sz="975" b="1">
                <a:solidFill>
                  <a:srgbClr val="087C71"/>
                </a:solidFill>
                <a:latin typeface="Arial"/>
                <a:ea typeface="Arial"/>
                <a:cs typeface="Arial"/>
              </a:defRPr>
            </a:lvl3pPr>
            <a:lvl4pPr algn="l">
              <a:defRPr sz="975" b="1">
                <a:solidFill>
                  <a:srgbClr val="087C71"/>
                </a:solidFill>
                <a:latin typeface="Arial"/>
                <a:ea typeface="Arial"/>
                <a:cs typeface="Arial"/>
              </a:defRPr>
            </a:lvl4pPr>
            <a:lvl5pPr algn="l">
              <a:defRPr sz="975" b="1">
                <a:solidFill>
                  <a:srgbClr val="087C71"/>
                </a:solidFill>
                <a:latin typeface="Arial"/>
                <a:ea typeface="Arial"/>
                <a:cs typeface="Arial"/>
              </a:defRPr>
            </a:lvl5pPr>
            <a:lvl6pPr algn="l">
              <a:defRPr sz="975" b="1">
                <a:solidFill>
                  <a:srgbClr val="087C71"/>
                </a:solidFill>
                <a:latin typeface="Arial"/>
                <a:ea typeface="Arial"/>
                <a:cs typeface="Arial"/>
              </a:defRPr>
            </a:lvl6pPr>
            <a:lvl7pPr algn="l">
              <a:defRPr sz="975" b="1">
                <a:solidFill>
                  <a:srgbClr val="087C71"/>
                </a:solidFill>
                <a:latin typeface="Arial"/>
                <a:ea typeface="Arial"/>
                <a:cs typeface="Arial"/>
              </a:defRPr>
            </a:lvl7pPr>
            <a:lvl8pPr algn="l">
              <a:defRPr sz="975" b="1">
                <a:solidFill>
                  <a:srgbClr val="087C71"/>
                </a:solidFill>
                <a:latin typeface="Arial"/>
                <a:ea typeface="Arial"/>
                <a:cs typeface="Arial"/>
              </a:defRPr>
            </a:lvl8pPr>
            <a:lvl9pPr algn="l">
              <a:defRPr sz="975" b="1">
                <a:solidFill>
                  <a:srgbClr val="087C71"/>
                </a:solidFill>
                <a:latin typeface="Arial"/>
                <a:ea typeface="Arial"/>
                <a:cs typeface="Arial"/>
              </a:defRPr>
            </a:lvl9pPr>
          </a:lstStyle>
          <a:p xmlns:a="http://schemas.openxmlformats.org/drawingml/2006/main">
            <a:pPr algn="l">
              <a:defRPr sz="975" b="1">
                <a:solidFill>
                  <a:srgbClr val="087C71"/>
                </a:solidFill>
                <a:latin typeface="Arial"/>
                <a:ea typeface="Arial"/>
                <a:cs typeface="Arial"/>
              </a:defRPr>
            </a:pPr>
            <a:r>
              <a:rPr sz="975" b="1">
                <a:solidFill>
                  <a:srgbClr val="087C71"/>
                </a:solidFill>
                <a:latin typeface="Arial"/>
                <a:ea typeface="Arial"/>
                <a:cs typeface="Arial"/>
              </a:rPr>
              <a:t>3V3_A2</a:t>
            </a:r>
          </a:p>
        </p:txBody>
      </p:sp>
      <p:sp>
        <p:nvSpPr>
          <p:cNvPr id="125" name="C2-power">
            <a:extLst xmlns:a="http://schemas.openxmlformats.org/drawingml/2006/main">
              <a:ext uri="{FF2B5EF4-FFF2-40B4-BE49-F238E27FC236}">
                <a16:creationId xmlns:a16="http://schemas.microsoft.com/office/drawing/2014/main" id="{0CC99BC5-0133-4456-A42B-5912B7A57F60}"/>
              </a:ext>
            </a:extLst>
          </p:cNvPr>
          <p:cNvSpPr>
            <a:spLocks xmlns:a="http://schemas.openxmlformats.org/drawingml/2006/main" noGrp="1"/>
          </p:cNvSpPr>
          <p:nvPr/>
        </p:nvSpPr>
        <p:spPr>
          <a:xfrm xmlns:a="http://schemas.openxmlformats.org/drawingml/2006/main">
            <a:off x="10925175" y="5019675"/>
            <a:ext cx="0" cy="123825"/>
          </a:xfrm>
          <a:prstGeom xmlns:a="http://schemas.openxmlformats.org/drawingml/2006/main" prst="line">
            <a:avLst/>
          </a:prstGeom>
          <a:ln xmlns:a="http://schemas.openxmlformats.org/drawingml/2006/main" w="17145">
            <a:solidFill>
              <a:srgbClr val="16343D"/>
            </a:solidFill>
            <a:prstDash val="solid"/>
          </a:ln>
        </p:spPr>
      </p:sp>
      <p:sp>
        <p:nvSpPr>
          <p:cNvPr id="126" name="C2-plate-1">
            <a:extLst xmlns:a="http://schemas.openxmlformats.org/drawingml/2006/main">
              <a:ext uri="{FF2B5EF4-FFF2-40B4-BE49-F238E27FC236}">
                <a16:creationId xmlns:a16="http://schemas.microsoft.com/office/drawing/2014/main" id="{37E79E74-9B45-4D0A-A6C2-9172BCE7E5EC}"/>
              </a:ext>
            </a:extLst>
          </p:cNvPr>
          <p:cNvSpPr>
            <a:spLocks xmlns:a="http://schemas.openxmlformats.org/drawingml/2006/main" noGrp="1"/>
          </p:cNvSpPr>
          <p:nvPr/>
        </p:nvSpPr>
        <p:spPr>
          <a:xfrm xmlns:a="http://schemas.openxmlformats.org/drawingml/2006/main">
            <a:off x="10753725" y="5143500"/>
            <a:ext cx="342900" cy="0"/>
          </a:xfrm>
          <a:prstGeom xmlns:a="http://schemas.openxmlformats.org/drawingml/2006/main" prst="line">
            <a:avLst/>
          </a:prstGeom>
          <a:ln xmlns:a="http://schemas.openxmlformats.org/drawingml/2006/main" w="17145">
            <a:solidFill>
              <a:srgbClr val="16343D"/>
            </a:solidFill>
            <a:prstDash val="solid"/>
          </a:ln>
        </p:spPr>
      </p:sp>
      <p:sp>
        <p:nvSpPr>
          <p:cNvPr id="127" name="C2-plate-2">
            <a:extLst xmlns:a="http://schemas.openxmlformats.org/drawingml/2006/main">
              <a:ext uri="{FF2B5EF4-FFF2-40B4-BE49-F238E27FC236}">
                <a16:creationId xmlns:a16="http://schemas.microsoft.com/office/drawing/2014/main" id="{6F3BE37A-858B-4E40-A407-1554A5053BAA}"/>
              </a:ext>
            </a:extLst>
          </p:cNvPr>
          <p:cNvSpPr>
            <a:spLocks xmlns:a="http://schemas.openxmlformats.org/drawingml/2006/main" noGrp="1"/>
          </p:cNvSpPr>
          <p:nvPr/>
        </p:nvSpPr>
        <p:spPr>
          <a:xfrm xmlns:a="http://schemas.openxmlformats.org/drawingml/2006/main">
            <a:off x="10753725" y="5248275"/>
            <a:ext cx="342900" cy="0"/>
          </a:xfrm>
          <a:prstGeom xmlns:a="http://schemas.openxmlformats.org/drawingml/2006/main" prst="line">
            <a:avLst/>
          </a:prstGeom>
          <a:ln xmlns:a="http://schemas.openxmlformats.org/drawingml/2006/main" w="17145">
            <a:solidFill>
              <a:srgbClr val="16343D"/>
            </a:solidFill>
            <a:prstDash val="solid"/>
          </a:ln>
        </p:spPr>
      </p:sp>
      <p:sp>
        <p:nvSpPr>
          <p:cNvPr id="128" name="C2-ground">
            <a:extLst xmlns:a="http://schemas.openxmlformats.org/drawingml/2006/main">
              <a:ext uri="{FF2B5EF4-FFF2-40B4-BE49-F238E27FC236}">
                <a16:creationId xmlns:a16="http://schemas.microsoft.com/office/drawing/2014/main" id="{463DE0C3-26B8-407C-B6AA-9054A4A14AC4}"/>
              </a:ext>
            </a:extLst>
          </p:cNvPr>
          <p:cNvSpPr>
            <a:spLocks xmlns:a="http://schemas.openxmlformats.org/drawingml/2006/main" noGrp="1"/>
          </p:cNvSpPr>
          <p:nvPr/>
        </p:nvSpPr>
        <p:spPr>
          <a:xfrm xmlns:a="http://schemas.openxmlformats.org/drawingml/2006/main">
            <a:off x="10925175" y="5248275"/>
            <a:ext cx="0" cy="114300"/>
          </a:xfrm>
          <a:prstGeom xmlns:a="http://schemas.openxmlformats.org/drawingml/2006/main" prst="line">
            <a:avLst/>
          </a:prstGeom>
          <a:ln xmlns:a="http://schemas.openxmlformats.org/drawingml/2006/main" w="17145">
            <a:solidFill>
              <a:srgbClr val="16343D"/>
            </a:solidFill>
            <a:prstDash val="solid"/>
          </a:ln>
        </p:spPr>
      </p:sp>
      <p:sp>
        <p:nvSpPr>
          <p:cNvPr id="129" name="C2-stem">
            <a:extLst xmlns:a="http://schemas.openxmlformats.org/drawingml/2006/main">
              <a:ext uri="{FF2B5EF4-FFF2-40B4-BE49-F238E27FC236}">
                <a16:creationId xmlns:a16="http://schemas.microsoft.com/office/drawing/2014/main" id="{E98650A5-A1C9-4FAA-855D-34818670A62C}"/>
              </a:ext>
            </a:extLst>
          </p:cNvPr>
          <p:cNvSpPr>
            <a:spLocks xmlns:a="http://schemas.openxmlformats.org/drawingml/2006/main" noGrp="1"/>
          </p:cNvSpPr>
          <p:nvPr/>
        </p:nvSpPr>
        <p:spPr>
          <a:xfrm xmlns:a="http://schemas.openxmlformats.org/drawingml/2006/main">
            <a:off x="10925175" y="5362575"/>
            <a:ext cx="0" cy="76200"/>
          </a:xfrm>
          <a:prstGeom xmlns:a="http://schemas.openxmlformats.org/drawingml/2006/main" prst="line">
            <a:avLst/>
          </a:prstGeom>
          <a:ln xmlns:a="http://schemas.openxmlformats.org/drawingml/2006/main" w="17145">
            <a:solidFill>
              <a:srgbClr val="16343D"/>
            </a:solidFill>
            <a:prstDash val="solid"/>
          </a:ln>
        </p:spPr>
      </p:sp>
      <p:sp>
        <p:nvSpPr>
          <p:cNvPr id="130" name="C2-signal-ground">
            <a:extLst xmlns:a="http://schemas.openxmlformats.org/drawingml/2006/main">
              <a:ext uri="{FF2B5EF4-FFF2-40B4-BE49-F238E27FC236}">
                <a16:creationId xmlns:a16="http://schemas.microsoft.com/office/drawing/2014/main" id="{CFD34FB2-C24A-42DB-9B71-611E0858FC0F}"/>
              </a:ext>
            </a:extLst>
          </p:cNvPr>
          <p:cNvSpPr>
            <a:spLocks xmlns:a="http://schemas.openxmlformats.org/drawingml/2006/main" noGrp="1"/>
          </p:cNvSpPr>
          <p:nvPr/>
        </p:nvSpPr>
        <p:spPr>
          <a:xfrm xmlns:a="http://schemas.openxmlformats.org/drawingml/2006/main" rot="10800000">
            <a:off x="10848975" y="5438775"/>
            <a:ext cx="152400" cy="95250"/>
          </a:xfrm>
          <a:prstGeom xmlns:a="http://schemas.openxmlformats.org/drawingml/2006/main" prst="triangle">
            <a:avLst/>
          </a:prstGeom>
          <a:noFill xmlns:a="http://schemas.openxmlformats.org/drawingml/2006/main"/>
          <a:ln xmlns:a="http://schemas.openxmlformats.org/drawingml/2006/main" w="14288">
            <a:solidFill>
              <a:srgbClr val="16343D"/>
            </a:solidFill>
            <a:prstDash val="solid"/>
          </a:ln>
        </p:spPr>
      </p:sp>
      <p:sp>
        <p:nvSpPr>
          <p:cNvPr id="131" name="C2-value">
            <a:extLst xmlns:a="http://schemas.openxmlformats.org/drawingml/2006/main">
              <a:ext uri="{FF2B5EF4-FFF2-40B4-BE49-F238E27FC236}">
                <a16:creationId xmlns:a16="http://schemas.microsoft.com/office/drawing/2014/main" id="{FEED1E50-9067-48DD-B166-0AC64EC0B507}"/>
              </a:ext>
            </a:extLst>
          </p:cNvPr>
          <p:cNvSpPr>
            <a:spLocks xmlns:a="http://schemas.openxmlformats.org/drawingml/2006/main" noGrp="1"/>
          </p:cNvSpPr>
          <p:nvPr/>
        </p:nvSpPr>
        <p:spPr>
          <a:xfrm xmlns:a="http://schemas.openxmlformats.org/drawingml/2006/main">
            <a:off x="9667875" y="5048250"/>
            <a:ext cx="104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13" b="1">
                <a:solidFill>
                  <a:srgbClr val="16343D"/>
                </a:solidFill>
                <a:latin typeface="Arial"/>
                <a:ea typeface="Arial"/>
                <a:cs typeface="Arial"/>
              </a:defRPr>
            </a:defPPr>
            <a:lvl1pPr algn="l">
              <a:defRPr sz="1013" b="1">
                <a:solidFill>
                  <a:srgbClr val="16343D"/>
                </a:solidFill>
                <a:latin typeface="Arial"/>
                <a:ea typeface="Arial"/>
                <a:cs typeface="Arial"/>
              </a:defRPr>
            </a:lvl1pPr>
            <a:lvl2pPr algn="l">
              <a:defRPr sz="1013" b="1">
                <a:solidFill>
                  <a:srgbClr val="16343D"/>
                </a:solidFill>
                <a:latin typeface="Arial"/>
                <a:ea typeface="Arial"/>
                <a:cs typeface="Arial"/>
              </a:defRPr>
            </a:lvl2pPr>
            <a:lvl3pPr algn="l">
              <a:defRPr sz="1013" b="1">
                <a:solidFill>
                  <a:srgbClr val="16343D"/>
                </a:solidFill>
                <a:latin typeface="Arial"/>
                <a:ea typeface="Arial"/>
                <a:cs typeface="Arial"/>
              </a:defRPr>
            </a:lvl3pPr>
            <a:lvl4pPr algn="l">
              <a:defRPr sz="1013" b="1">
                <a:solidFill>
                  <a:srgbClr val="16343D"/>
                </a:solidFill>
                <a:latin typeface="Arial"/>
                <a:ea typeface="Arial"/>
                <a:cs typeface="Arial"/>
              </a:defRPr>
            </a:lvl4pPr>
            <a:lvl5pPr algn="l">
              <a:defRPr sz="1013" b="1">
                <a:solidFill>
                  <a:srgbClr val="16343D"/>
                </a:solidFill>
                <a:latin typeface="Arial"/>
                <a:ea typeface="Arial"/>
                <a:cs typeface="Arial"/>
              </a:defRPr>
            </a:lvl5pPr>
            <a:lvl6pPr algn="l">
              <a:defRPr sz="1013" b="1">
                <a:solidFill>
                  <a:srgbClr val="16343D"/>
                </a:solidFill>
                <a:latin typeface="Arial"/>
                <a:ea typeface="Arial"/>
                <a:cs typeface="Arial"/>
              </a:defRPr>
            </a:lvl6pPr>
            <a:lvl7pPr algn="l">
              <a:defRPr sz="1013" b="1">
                <a:solidFill>
                  <a:srgbClr val="16343D"/>
                </a:solidFill>
                <a:latin typeface="Arial"/>
                <a:ea typeface="Arial"/>
                <a:cs typeface="Arial"/>
              </a:defRPr>
            </a:lvl7pPr>
            <a:lvl8pPr algn="l">
              <a:defRPr sz="1013" b="1">
                <a:solidFill>
                  <a:srgbClr val="16343D"/>
                </a:solidFill>
                <a:latin typeface="Arial"/>
                <a:ea typeface="Arial"/>
                <a:cs typeface="Arial"/>
              </a:defRPr>
            </a:lvl8pPr>
            <a:lvl9pPr algn="l">
              <a:defRPr sz="1013" b="1">
                <a:solidFill>
                  <a:srgbClr val="16343D"/>
                </a:solidFill>
                <a:latin typeface="Arial"/>
                <a:ea typeface="Arial"/>
                <a:cs typeface="Arial"/>
              </a:defRPr>
            </a:lvl9pPr>
          </a:lstStyle>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C2</a:t>
            </a:r>
          </a:p>
          <a:p xmlns:a="http://schemas.openxmlformats.org/drawingml/2006/main">
            <a:pPr algn="l">
              <a:defRPr sz="1013" b="1">
                <a:solidFill>
                  <a:srgbClr val="16343D"/>
                </a:solidFill>
                <a:latin typeface="Arial"/>
                <a:ea typeface="Arial"/>
                <a:cs typeface="Arial"/>
              </a:defRPr>
            </a:pPr>
            <a:r>
              <a:rPr sz="1013" b="1">
                <a:solidFill>
                  <a:srgbClr val="16343D"/>
                </a:solidFill>
                <a:latin typeface="Arial"/>
                <a:ea typeface="Arial"/>
                <a:cs typeface="Arial"/>
              </a:rPr>
              <a:t>100 nF / 50 V</a:t>
            </a:r>
          </a:p>
        </p:txBody>
      </p:sp>
      <p:sp>
        <p:nvSpPr>
          <p:cNvPr id="132" name="C2-placement">
            <a:extLst xmlns:a="http://schemas.openxmlformats.org/drawingml/2006/main">
              <a:ext uri="{FF2B5EF4-FFF2-40B4-BE49-F238E27FC236}">
                <a16:creationId xmlns:a16="http://schemas.microsoft.com/office/drawing/2014/main" id="{A5112D29-A217-4B2D-A321-7A0C492A4CB4}"/>
              </a:ext>
            </a:extLst>
          </p:cNvPr>
          <p:cNvSpPr>
            <a:spLocks xmlns:a="http://schemas.openxmlformats.org/drawingml/2006/main" noGrp="1"/>
          </p:cNvSpPr>
          <p:nvPr/>
        </p:nvSpPr>
        <p:spPr>
          <a:xfrm xmlns:a="http://schemas.openxmlformats.org/drawingml/2006/main">
            <a:off x="10601325" y="5610225"/>
            <a:ext cx="95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sát A3</a:t>
            </a:r>
          </a:p>
        </p:txBody>
      </p:sp>
      <p:sp>
        <p:nvSpPr>
          <p:cNvPr id="133" name="C2-ground-net">
            <a:extLst xmlns:a="http://schemas.openxmlformats.org/drawingml/2006/main">
              <a:ext uri="{FF2B5EF4-FFF2-40B4-BE49-F238E27FC236}">
                <a16:creationId xmlns:a16="http://schemas.microsoft.com/office/drawing/2014/main" id="{28703E0D-8369-4EE3-B604-037AE6863180}"/>
              </a:ext>
            </a:extLst>
          </p:cNvPr>
          <p:cNvSpPr>
            <a:spLocks xmlns:a="http://schemas.openxmlformats.org/drawingml/2006/main" noGrp="1"/>
          </p:cNvSpPr>
          <p:nvPr/>
        </p:nvSpPr>
        <p:spPr>
          <a:xfrm xmlns:a="http://schemas.openxmlformats.org/drawingml/2006/main">
            <a:off x="11134725" y="5324475"/>
            <a:ext cx="581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1">
                <a:solidFill>
                  <a:srgbClr val="16343D"/>
                </a:solidFill>
                <a:latin typeface="Arial"/>
                <a:ea typeface="Arial"/>
                <a:cs typeface="Arial"/>
              </a:defRPr>
            </a:defPPr>
            <a:lvl1pPr algn="l">
              <a:defRPr sz="975" b="1">
                <a:solidFill>
                  <a:srgbClr val="16343D"/>
                </a:solidFill>
                <a:latin typeface="Arial"/>
                <a:ea typeface="Arial"/>
                <a:cs typeface="Arial"/>
              </a:defRPr>
            </a:lvl1pPr>
            <a:lvl2pPr algn="l">
              <a:defRPr sz="975" b="1">
                <a:solidFill>
                  <a:srgbClr val="16343D"/>
                </a:solidFill>
                <a:latin typeface="Arial"/>
                <a:ea typeface="Arial"/>
                <a:cs typeface="Arial"/>
              </a:defRPr>
            </a:lvl2pPr>
            <a:lvl3pPr algn="l">
              <a:defRPr sz="975" b="1">
                <a:solidFill>
                  <a:srgbClr val="16343D"/>
                </a:solidFill>
                <a:latin typeface="Arial"/>
                <a:ea typeface="Arial"/>
                <a:cs typeface="Arial"/>
              </a:defRPr>
            </a:lvl3pPr>
            <a:lvl4pPr algn="l">
              <a:defRPr sz="975" b="1">
                <a:solidFill>
                  <a:srgbClr val="16343D"/>
                </a:solidFill>
                <a:latin typeface="Arial"/>
                <a:ea typeface="Arial"/>
                <a:cs typeface="Arial"/>
              </a:defRPr>
            </a:lvl4pPr>
            <a:lvl5pPr algn="l">
              <a:defRPr sz="975" b="1">
                <a:solidFill>
                  <a:srgbClr val="16343D"/>
                </a:solidFill>
                <a:latin typeface="Arial"/>
                <a:ea typeface="Arial"/>
                <a:cs typeface="Arial"/>
              </a:defRPr>
            </a:lvl5pPr>
            <a:lvl6pPr algn="l">
              <a:defRPr sz="975" b="1">
                <a:solidFill>
                  <a:srgbClr val="16343D"/>
                </a:solidFill>
                <a:latin typeface="Arial"/>
                <a:ea typeface="Arial"/>
                <a:cs typeface="Arial"/>
              </a:defRPr>
            </a:lvl6pPr>
            <a:lvl7pPr algn="l">
              <a:defRPr sz="975" b="1">
                <a:solidFill>
                  <a:srgbClr val="16343D"/>
                </a:solidFill>
                <a:latin typeface="Arial"/>
                <a:ea typeface="Arial"/>
                <a:cs typeface="Arial"/>
              </a:defRPr>
            </a:lvl7pPr>
            <a:lvl8pPr algn="l">
              <a:defRPr sz="975" b="1">
                <a:solidFill>
                  <a:srgbClr val="16343D"/>
                </a:solidFill>
                <a:latin typeface="Arial"/>
                <a:ea typeface="Arial"/>
                <a:cs typeface="Arial"/>
              </a:defRPr>
            </a:lvl8pPr>
            <a:lvl9pPr algn="l">
              <a:defRPr sz="975" b="1">
                <a:solidFill>
                  <a:srgbClr val="16343D"/>
                </a:solidFill>
                <a:latin typeface="Arial"/>
                <a:ea typeface="Arial"/>
                <a:cs typeface="Arial"/>
              </a:defRPr>
            </a:lvl9pPr>
          </a:lstStyle>
          <a:p xmlns:a="http://schemas.openxmlformats.org/drawingml/2006/main">
            <a:pPr algn="l">
              <a:defRPr sz="975" b="1">
                <a:solidFill>
                  <a:srgbClr val="16343D"/>
                </a:solidFill>
                <a:latin typeface="Arial"/>
                <a:ea typeface="Arial"/>
                <a:cs typeface="Arial"/>
              </a:defRPr>
            </a:pPr>
            <a:r>
              <a:rPr sz="975" b="1">
                <a:solidFill>
                  <a:srgbClr val="16343D"/>
                </a:solidFill>
                <a:latin typeface="Arial"/>
                <a:ea typeface="Arial"/>
                <a:cs typeface="Arial"/>
              </a:rPr>
              <a:t>GND</a:t>
            </a:r>
          </a:p>
        </p:txBody>
      </p:sp>
      <p:sp>
        <p:nvSpPr>
          <p:cNvPr id="134" name="drawing-note-1">
            <a:extLst xmlns:a="http://schemas.openxmlformats.org/drawingml/2006/main">
              <a:ext uri="{FF2B5EF4-FFF2-40B4-BE49-F238E27FC236}">
                <a16:creationId xmlns:a16="http://schemas.microsoft.com/office/drawing/2014/main" id="{DDE92545-D4C6-4DE5-A5BC-0301577EC7F5}"/>
              </a:ext>
            </a:extLst>
          </p:cNvPr>
          <p:cNvSpPr>
            <a:spLocks xmlns:a="http://schemas.openxmlformats.org/drawingml/2006/main" noGrp="1"/>
          </p:cNvSpPr>
          <p:nvPr/>
        </p:nvSpPr>
        <p:spPr>
          <a:xfrm xmlns:a="http://schemas.openxmlformats.org/drawingml/2006/main">
            <a:off x="571500" y="49434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1. Chấm đen = nối. Giao dây không chấm = không nối. GND là mass tín hiệu.</a:t>
            </a:r>
          </a:p>
        </p:txBody>
      </p:sp>
      <p:sp>
        <p:nvSpPr>
          <p:cNvPr id="135" name="drawing-note-2">
            <a:extLst xmlns:a="http://schemas.openxmlformats.org/drawingml/2006/main">
              <a:ext uri="{FF2B5EF4-FFF2-40B4-BE49-F238E27FC236}">
                <a16:creationId xmlns:a16="http://schemas.microsoft.com/office/drawing/2014/main" id="{F2749528-2CD6-453E-A50E-883772676AD0}"/>
              </a:ext>
            </a:extLst>
          </p:cNvPr>
          <p:cNvSpPr>
            <a:spLocks xmlns:a="http://schemas.openxmlformats.org/drawingml/2006/main" noGrp="1"/>
          </p:cNvSpPr>
          <p:nvPr/>
        </p:nvSpPr>
        <p:spPr>
          <a:xfrm xmlns:a="http://schemas.openxmlformats.org/drawingml/2006/main">
            <a:off x="571500" y="51911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2. R3/R4: DNP khi A3 có pull-up về 3V3_A2. R hiệu dụng 1,1–5,1 kΩ; Cbus ≤200 pF.</a:t>
            </a:r>
          </a:p>
        </p:txBody>
      </p:sp>
      <p:sp>
        <p:nvSpPr>
          <p:cNvPr id="136" name="drawing-note-3">
            <a:extLst xmlns:a="http://schemas.openxmlformats.org/drawingml/2006/main">
              <a:ext uri="{FF2B5EF4-FFF2-40B4-BE49-F238E27FC236}">
                <a16:creationId xmlns:a16="http://schemas.microsoft.com/office/drawing/2014/main" id="{E9489528-4A5B-4C47-BD3D-E5F8A393C924}"/>
              </a:ext>
            </a:extLst>
          </p:cNvPr>
          <p:cNvSpPr>
            <a:spLocks xmlns:a="http://schemas.openxmlformats.org/drawingml/2006/main" noGrp="1"/>
          </p:cNvSpPr>
          <p:nvPr/>
        </p:nvSpPr>
        <p:spPr>
          <a:xfrm xmlns:a="http://schemas.openxmlformats.org/drawingml/2006/main">
            <a:off x="571500" y="543877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3. Thiếu pull-up: lắp 4k7. I²C 100 kHz. C1 sát ADC, C2 sát A3. USB cấp riêng, không nối 5V.</a:t>
            </a:r>
          </a:p>
        </p:txBody>
      </p:sp>
      <p:sp>
        <p:nvSpPr>
          <p:cNvPr id="137" name="drawing-note-4">
            <a:extLst xmlns:a="http://schemas.openxmlformats.org/drawingml/2006/main">
              <a:ext uri="{FF2B5EF4-FFF2-40B4-BE49-F238E27FC236}">
                <a16:creationId xmlns:a16="http://schemas.microsoft.com/office/drawing/2014/main" id="{86DC411B-5EEE-4014-8144-DD635CD3DF5B}"/>
              </a:ext>
            </a:extLst>
          </p:cNvPr>
          <p:cNvSpPr>
            <a:spLocks xmlns:a="http://schemas.openxmlformats.org/drawingml/2006/main" noGrp="1"/>
          </p:cNvSpPr>
          <p:nvPr/>
        </p:nvSpPr>
        <p:spPr>
          <a:xfrm xmlns:a="http://schemas.openxmlformats.org/drawingml/2006/main">
            <a:off x="571500" y="5686425"/>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0">
                <a:solidFill>
                  <a:srgbClr val="16343D"/>
                </a:solidFill>
                <a:latin typeface="Arial"/>
                <a:ea typeface="Arial"/>
                <a:cs typeface="Arial"/>
              </a:defRPr>
            </a:defPPr>
            <a:lvl1pPr algn="l">
              <a:defRPr sz="1125" b="0">
                <a:solidFill>
                  <a:srgbClr val="16343D"/>
                </a:solidFill>
                <a:latin typeface="Arial"/>
                <a:ea typeface="Arial"/>
                <a:cs typeface="Arial"/>
              </a:defRPr>
            </a:lvl1pPr>
            <a:lvl2pPr algn="l">
              <a:defRPr sz="1125" b="0">
                <a:solidFill>
                  <a:srgbClr val="16343D"/>
                </a:solidFill>
                <a:latin typeface="Arial"/>
                <a:ea typeface="Arial"/>
                <a:cs typeface="Arial"/>
              </a:defRPr>
            </a:lvl2pPr>
            <a:lvl3pPr algn="l">
              <a:defRPr sz="1125" b="0">
                <a:solidFill>
                  <a:srgbClr val="16343D"/>
                </a:solidFill>
                <a:latin typeface="Arial"/>
                <a:ea typeface="Arial"/>
                <a:cs typeface="Arial"/>
              </a:defRPr>
            </a:lvl3pPr>
            <a:lvl4pPr algn="l">
              <a:defRPr sz="1125" b="0">
                <a:solidFill>
                  <a:srgbClr val="16343D"/>
                </a:solidFill>
                <a:latin typeface="Arial"/>
                <a:ea typeface="Arial"/>
                <a:cs typeface="Arial"/>
              </a:defRPr>
            </a:lvl4pPr>
            <a:lvl5pPr algn="l">
              <a:defRPr sz="1125" b="0">
                <a:solidFill>
                  <a:srgbClr val="16343D"/>
                </a:solidFill>
                <a:latin typeface="Arial"/>
                <a:ea typeface="Arial"/>
                <a:cs typeface="Arial"/>
              </a:defRPr>
            </a:lvl5pPr>
            <a:lvl6pPr algn="l">
              <a:defRPr sz="1125" b="0">
                <a:solidFill>
                  <a:srgbClr val="16343D"/>
                </a:solidFill>
                <a:latin typeface="Arial"/>
                <a:ea typeface="Arial"/>
                <a:cs typeface="Arial"/>
              </a:defRPr>
            </a:lvl6pPr>
            <a:lvl7pPr algn="l">
              <a:defRPr sz="1125" b="0">
                <a:solidFill>
                  <a:srgbClr val="16343D"/>
                </a:solidFill>
                <a:latin typeface="Arial"/>
                <a:ea typeface="Arial"/>
                <a:cs typeface="Arial"/>
              </a:defRPr>
            </a:lvl7pPr>
            <a:lvl8pPr algn="l">
              <a:defRPr sz="1125" b="0">
                <a:solidFill>
                  <a:srgbClr val="16343D"/>
                </a:solidFill>
                <a:latin typeface="Arial"/>
                <a:ea typeface="Arial"/>
                <a:cs typeface="Arial"/>
              </a:defRPr>
            </a:lvl8pPr>
            <a:lvl9pPr algn="l">
              <a:defRPr sz="1125" b="0">
                <a:solidFill>
                  <a:srgbClr val="16343D"/>
                </a:solidFill>
                <a:latin typeface="Arial"/>
                <a:ea typeface="Arial"/>
                <a:cs typeface="Arial"/>
              </a:defRPr>
            </a:lvl9pPr>
          </a:lstStyle>
          <a:p xmlns:a="http://schemas.openxmlformats.org/drawingml/2006/main">
            <a:pPr algn="l">
              <a:defRPr sz="1125" b="0">
                <a:solidFill>
                  <a:srgbClr val="16343D"/>
                </a:solidFill>
                <a:latin typeface="Arial"/>
                <a:ea typeface="Arial"/>
                <a:cs typeface="Arial"/>
              </a:defRPr>
            </a:pPr>
            <a:r>
              <a:rPr sz="1125" b="0">
                <a:solidFill>
                  <a:srgbClr val="16343D"/>
                </a:solidFill>
                <a:latin typeface="Arial"/>
                <a:ea typeface="Arial"/>
                <a:cs typeface="Arial"/>
              </a:rPr>
              <a:t>4. Đo TP1/TP2 so với TP3. TP2 ≤2,85 V; kiểm tra cả hai rail 3V3 = 3,3 V ±5%.</a:t>
            </a:r>
          </a:p>
        </p:txBody>
      </p:sp>
      <p:sp>
        <p:nvSpPr>
          <p:cNvPr id="138" name="drawing-title-block">
            <a:extLst xmlns:a="http://schemas.openxmlformats.org/drawingml/2006/main">
              <a:ext uri="{FF2B5EF4-FFF2-40B4-BE49-F238E27FC236}">
                <a16:creationId xmlns:a16="http://schemas.microsoft.com/office/drawing/2014/main" id="{6BF10BA1-3F85-4CCD-B403-1B9ABBE9EE09}"/>
              </a:ext>
            </a:extLst>
          </p:cNvPr>
          <p:cNvSpPr>
            <a:spLocks xmlns:a="http://schemas.openxmlformats.org/drawingml/2006/main" noGrp="1"/>
          </p:cNvSpPr>
          <p:nvPr/>
        </p:nvSpPr>
        <p:spPr>
          <a:xfrm xmlns:a="http://schemas.openxmlformats.org/drawingml/2006/main">
            <a:off x="571500" y="6172200"/>
            <a:ext cx="11163300" cy="533400"/>
          </a:xfrm>
          <a:prstGeom xmlns:a="http://schemas.openxmlformats.org/drawingml/2006/main" prst="rect">
            <a:avLst/>
          </a:prstGeom>
          <a:solidFill xmlns:a="http://schemas.openxmlformats.org/drawingml/2006/main">
            <a:srgbClr val="FFFFFF"/>
          </a:solidFill>
          <a:ln xmlns:a="http://schemas.openxmlformats.org/drawingml/2006/main" w="15240">
            <a:solidFill>
              <a:srgbClr val="16343D"/>
            </a:solidFill>
            <a:prstDash val="solid"/>
          </a:ln>
        </p:spPr>
      </p:sp>
      <p:sp>
        <p:nvSpPr>
          <p:cNvPr id="139" name="title-col-1">
            <a:extLst xmlns:a="http://schemas.openxmlformats.org/drawingml/2006/main">
              <a:ext uri="{FF2B5EF4-FFF2-40B4-BE49-F238E27FC236}">
                <a16:creationId xmlns:a16="http://schemas.microsoft.com/office/drawing/2014/main" id="{DE2EC7F6-2E26-4492-BA06-A888029D4F93}"/>
              </a:ext>
            </a:extLst>
          </p:cNvPr>
          <p:cNvSpPr>
            <a:spLocks xmlns:a="http://schemas.openxmlformats.org/drawingml/2006/main" noGrp="1"/>
          </p:cNvSpPr>
          <p:nvPr/>
        </p:nvSpPr>
        <p:spPr>
          <a:xfrm xmlns:a="http://schemas.openxmlformats.org/drawingml/2006/main">
            <a:off x="489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0" name="title-col-2">
            <a:extLst xmlns:a="http://schemas.openxmlformats.org/drawingml/2006/main">
              <a:ext uri="{FF2B5EF4-FFF2-40B4-BE49-F238E27FC236}">
                <a16:creationId xmlns:a16="http://schemas.microsoft.com/office/drawing/2014/main" id="{288E217B-5940-4755-BD57-880CA1E218D7}"/>
              </a:ext>
            </a:extLst>
          </p:cNvPr>
          <p:cNvSpPr>
            <a:spLocks xmlns:a="http://schemas.openxmlformats.org/drawingml/2006/main" noGrp="1"/>
          </p:cNvSpPr>
          <p:nvPr/>
        </p:nvSpPr>
        <p:spPr>
          <a:xfrm xmlns:a="http://schemas.openxmlformats.org/drawingml/2006/main">
            <a:off x="7400925"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1" name="title-col-3">
            <a:extLst xmlns:a="http://schemas.openxmlformats.org/drawingml/2006/main">
              <a:ext uri="{FF2B5EF4-FFF2-40B4-BE49-F238E27FC236}">
                <a16:creationId xmlns:a16="http://schemas.microsoft.com/office/drawing/2014/main" id="{3E2D31A1-C63A-40AD-B6A3-320105FA8131}"/>
              </a:ext>
            </a:extLst>
          </p:cNvPr>
          <p:cNvSpPr>
            <a:spLocks xmlns:a="http://schemas.openxmlformats.org/drawingml/2006/main" noGrp="1"/>
          </p:cNvSpPr>
          <p:nvPr/>
        </p:nvSpPr>
        <p:spPr>
          <a:xfrm xmlns:a="http://schemas.openxmlformats.org/drawingml/2006/main">
            <a:off x="8705850" y="6172200"/>
            <a:ext cx="0" cy="285750"/>
          </a:xfrm>
          <a:prstGeom xmlns:a="http://schemas.openxmlformats.org/drawingml/2006/main" prst="line">
            <a:avLst/>
          </a:prstGeom>
          <a:ln xmlns:a="http://schemas.openxmlformats.org/drawingml/2006/main" w="7620">
            <a:solidFill>
              <a:srgbClr val="16343D"/>
            </a:solidFill>
            <a:prstDash val="solid"/>
          </a:ln>
        </p:spPr>
      </p:sp>
      <p:sp>
        <p:nvSpPr>
          <p:cNvPr id="142" name="drawing-id">
            <a:extLst xmlns:a="http://schemas.openxmlformats.org/drawingml/2006/main">
              <a:ext uri="{FF2B5EF4-FFF2-40B4-BE49-F238E27FC236}">
                <a16:creationId xmlns:a16="http://schemas.microsoft.com/office/drawing/2014/main" id="{EF8979D6-2888-40EF-85C0-66CC4FA8C786}"/>
              </a:ext>
            </a:extLst>
          </p:cNvPr>
          <p:cNvSpPr>
            <a:spLocks xmlns:a="http://schemas.openxmlformats.org/drawingml/2006/main" noGrp="1"/>
          </p:cNvSpPr>
          <p:nvPr/>
        </p:nvSpPr>
        <p:spPr>
          <a:xfrm xmlns:a="http://schemas.openxmlformats.org/drawingml/2006/main">
            <a:off x="676275" y="6210300"/>
            <a:ext cx="4105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RF-HIL-001  /  Liên kết nguyên mẫu HIL</a:t>
            </a:r>
          </a:p>
        </p:txBody>
      </p:sp>
      <p:sp>
        <p:nvSpPr>
          <p:cNvPr id="143" name="drawing-revision">
            <a:extLst xmlns:a="http://schemas.openxmlformats.org/drawingml/2006/main">
              <a:ext uri="{FF2B5EF4-FFF2-40B4-BE49-F238E27FC236}">
                <a16:creationId xmlns:a16="http://schemas.microsoft.com/office/drawing/2014/main" id="{2A3EC5F8-4473-453D-866C-89C32E8FB0C6}"/>
              </a:ext>
            </a:extLst>
          </p:cNvPr>
          <p:cNvSpPr>
            <a:spLocks xmlns:a="http://schemas.openxmlformats.org/drawingml/2006/main" noGrp="1"/>
          </p:cNvSpPr>
          <p:nvPr/>
        </p:nvSpPr>
        <p:spPr>
          <a:xfrm xmlns:a="http://schemas.openxmlformats.org/drawingml/2006/main">
            <a:off x="5010150" y="62103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Rev B  /  18-10-2026</a:t>
            </a:r>
          </a:p>
        </p:txBody>
      </p:sp>
      <p:sp>
        <p:nvSpPr>
          <p:cNvPr id="144" name="drawing-sheet">
            <a:extLst xmlns:a="http://schemas.openxmlformats.org/drawingml/2006/main">
              <a:ext uri="{FF2B5EF4-FFF2-40B4-BE49-F238E27FC236}">
                <a16:creationId xmlns:a16="http://schemas.microsoft.com/office/drawing/2014/main" id="{2E3977E8-94E2-4024-A51D-339221A68AB5}"/>
              </a:ext>
            </a:extLst>
          </p:cNvPr>
          <p:cNvSpPr>
            <a:spLocks xmlns:a="http://schemas.openxmlformats.org/drawingml/2006/main" noGrp="1"/>
          </p:cNvSpPr>
          <p:nvPr/>
        </p:nvSpPr>
        <p:spPr>
          <a:xfrm xmlns:a="http://schemas.openxmlformats.org/drawingml/2006/main">
            <a:off x="7524750" y="62103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1">
                <a:solidFill>
                  <a:srgbClr val="16343D"/>
                </a:solidFill>
                <a:latin typeface="Arial"/>
                <a:ea typeface="Arial"/>
                <a:cs typeface="Arial"/>
              </a:defRPr>
            </a:defPPr>
            <a:lvl1pPr algn="l">
              <a:defRPr sz="1050" b="1">
                <a:solidFill>
                  <a:srgbClr val="16343D"/>
                </a:solidFill>
                <a:latin typeface="Arial"/>
                <a:ea typeface="Arial"/>
                <a:cs typeface="Arial"/>
              </a:defRPr>
            </a:lvl1pPr>
            <a:lvl2pPr algn="l">
              <a:defRPr sz="1050" b="1">
                <a:solidFill>
                  <a:srgbClr val="16343D"/>
                </a:solidFill>
                <a:latin typeface="Arial"/>
                <a:ea typeface="Arial"/>
                <a:cs typeface="Arial"/>
              </a:defRPr>
            </a:lvl2pPr>
            <a:lvl3pPr algn="l">
              <a:defRPr sz="1050" b="1">
                <a:solidFill>
                  <a:srgbClr val="16343D"/>
                </a:solidFill>
                <a:latin typeface="Arial"/>
                <a:ea typeface="Arial"/>
                <a:cs typeface="Arial"/>
              </a:defRPr>
            </a:lvl3pPr>
            <a:lvl4pPr algn="l">
              <a:defRPr sz="1050" b="1">
                <a:solidFill>
                  <a:srgbClr val="16343D"/>
                </a:solidFill>
                <a:latin typeface="Arial"/>
                <a:ea typeface="Arial"/>
                <a:cs typeface="Arial"/>
              </a:defRPr>
            </a:lvl4pPr>
            <a:lvl5pPr algn="l">
              <a:defRPr sz="1050" b="1">
                <a:solidFill>
                  <a:srgbClr val="16343D"/>
                </a:solidFill>
                <a:latin typeface="Arial"/>
                <a:ea typeface="Arial"/>
                <a:cs typeface="Arial"/>
              </a:defRPr>
            </a:lvl5pPr>
            <a:lvl6pPr algn="l">
              <a:defRPr sz="1050" b="1">
                <a:solidFill>
                  <a:srgbClr val="16343D"/>
                </a:solidFill>
                <a:latin typeface="Arial"/>
                <a:ea typeface="Arial"/>
                <a:cs typeface="Arial"/>
              </a:defRPr>
            </a:lvl6pPr>
            <a:lvl7pPr algn="l">
              <a:defRPr sz="1050" b="1">
                <a:solidFill>
                  <a:srgbClr val="16343D"/>
                </a:solidFill>
                <a:latin typeface="Arial"/>
                <a:ea typeface="Arial"/>
                <a:cs typeface="Arial"/>
              </a:defRPr>
            </a:lvl7pPr>
            <a:lvl8pPr algn="l">
              <a:defRPr sz="1050" b="1">
                <a:solidFill>
                  <a:srgbClr val="16343D"/>
                </a:solidFill>
                <a:latin typeface="Arial"/>
                <a:ea typeface="Arial"/>
                <a:cs typeface="Arial"/>
              </a:defRPr>
            </a:lvl8pPr>
            <a:lvl9pPr algn="l">
              <a:defRPr sz="1050" b="1">
                <a:solidFill>
                  <a:srgbClr val="16343D"/>
                </a:solidFill>
                <a:latin typeface="Arial"/>
                <a:ea typeface="Arial"/>
                <a:cs typeface="Arial"/>
              </a:defRPr>
            </a:lvl9pPr>
          </a:lstStyle>
          <a:p xmlns:a="http://schemas.openxmlformats.org/drawingml/2006/main">
            <a:pPr algn="l">
              <a:defRPr sz="1050" b="1">
                <a:solidFill>
                  <a:srgbClr val="16343D"/>
                </a:solidFill>
                <a:latin typeface="Arial"/>
                <a:ea typeface="Arial"/>
                <a:cs typeface="Arial"/>
              </a:defRPr>
            </a:pPr>
            <a:r>
              <a:rPr sz="1050" b="1">
                <a:solidFill>
                  <a:srgbClr val="16343D"/>
                </a:solidFill>
                <a:latin typeface="Arial"/>
                <a:ea typeface="Arial"/>
                <a:cs typeface="Arial"/>
              </a:rPr>
              <a:t>Tờ 1 / 1</a:t>
            </a:r>
          </a:p>
        </p:txBody>
      </p:sp>
      <p:sp>
        <p:nvSpPr>
          <p:cNvPr id="145" name="drawing-approval">
            <a:extLst xmlns:a="http://schemas.openxmlformats.org/drawingml/2006/main">
              <a:ext uri="{FF2B5EF4-FFF2-40B4-BE49-F238E27FC236}">
                <a16:creationId xmlns:a16="http://schemas.microsoft.com/office/drawing/2014/main" id="{FDE1B09C-6AE8-4E63-AF36-318FBA489256}"/>
              </a:ext>
            </a:extLst>
          </p:cNvPr>
          <p:cNvSpPr>
            <a:spLocks xmlns:a="http://schemas.openxmlformats.org/drawingml/2006/main" noGrp="1"/>
          </p:cNvSpPr>
          <p:nvPr/>
        </p:nvSpPr>
        <p:spPr>
          <a:xfrm xmlns:a="http://schemas.openxmlformats.org/drawingml/2006/main">
            <a:off x="8829675" y="6210300"/>
            <a:ext cx="2809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050" b="0">
                <a:solidFill>
                  <a:srgbClr val="16343D"/>
                </a:solidFill>
                <a:latin typeface="Arial"/>
                <a:ea typeface="Arial"/>
                <a:cs typeface="Arial"/>
              </a:defRPr>
            </a:defPPr>
            <a:lvl1pPr algn="l">
              <a:defRPr sz="1050" b="0">
                <a:solidFill>
                  <a:srgbClr val="16343D"/>
                </a:solidFill>
                <a:latin typeface="Arial"/>
                <a:ea typeface="Arial"/>
                <a:cs typeface="Arial"/>
              </a:defRPr>
            </a:lvl1pPr>
            <a:lvl2pPr algn="l">
              <a:defRPr sz="1050" b="0">
                <a:solidFill>
                  <a:srgbClr val="16343D"/>
                </a:solidFill>
                <a:latin typeface="Arial"/>
                <a:ea typeface="Arial"/>
                <a:cs typeface="Arial"/>
              </a:defRPr>
            </a:lvl2pPr>
            <a:lvl3pPr algn="l">
              <a:defRPr sz="1050" b="0">
                <a:solidFill>
                  <a:srgbClr val="16343D"/>
                </a:solidFill>
                <a:latin typeface="Arial"/>
                <a:ea typeface="Arial"/>
                <a:cs typeface="Arial"/>
              </a:defRPr>
            </a:lvl3pPr>
            <a:lvl4pPr algn="l">
              <a:defRPr sz="1050" b="0">
                <a:solidFill>
                  <a:srgbClr val="16343D"/>
                </a:solidFill>
                <a:latin typeface="Arial"/>
                <a:ea typeface="Arial"/>
                <a:cs typeface="Arial"/>
              </a:defRPr>
            </a:lvl4pPr>
            <a:lvl5pPr algn="l">
              <a:defRPr sz="1050" b="0">
                <a:solidFill>
                  <a:srgbClr val="16343D"/>
                </a:solidFill>
                <a:latin typeface="Arial"/>
                <a:ea typeface="Arial"/>
                <a:cs typeface="Arial"/>
              </a:defRPr>
            </a:lvl5pPr>
            <a:lvl6pPr algn="l">
              <a:defRPr sz="1050" b="0">
                <a:solidFill>
                  <a:srgbClr val="16343D"/>
                </a:solidFill>
                <a:latin typeface="Arial"/>
                <a:ea typeface="Arial"/>
                <a:cs typeface="Arial"/>
              </a:defRPr>
            </a:lvl6pPr>
            <a:lvl7pPr algn="l">
              <a:defRPr sz="1050" b="0">
                <a:solidFill>
                  <a:srgbClr val="16343D"/>
                </a:solidFill>
                <a:latin typeface="Arial"/>
                <a:ea typeface="Arial"/>
                <a:cs typeface="Arial"/>
              </a:defRPr>
            </a:lvl7pPr>
            <a:lvl8pPr algn="l">
              <a:defRPr sz="1050" b="0">
                <a:solidFill>
                  <a:srgbClr val="16343D"/>
                </a:solidFill>
                <a:latin typeface="Arial"/>
                <a:ea typeface="Arial"/>
                <a:cs typeface="Arial"/>
              </a:defRPr>
            </a:lvl8pPr>
            <a:lvl9pPr algn="l">
              <a:defRPr sz="1050" b="0">
                <a:solidFill>
                  <a:srgbClr val="16343D"/>
                </a:solidFill>
                <a:latin typeface="Arial"/>
                <a:ea typeface="Arial"/>
                <a:cs typeface="Arial"/>
              </a:defRPr>
            </a:lvl9pPr>
          </a:lstStyle>
          <a:p xmlns:a="http://schemas.openxmlformats.org/drawingml/2006/main">
            <a:pPr algn="l">
              <a:defRPr sz="1050" b="0">
                <a:solidFill>
                  <a:srgbClr val="16343D"/>
                </a:solidFill>
                <a:latin typeface="Arial"/>
                <a:ea typeface="Arial"/>
                <a:cs typeface="Arial"/>
              </a:defRPr>
            </a:pPr>
            <a:r>
              <a:rPr sz="1050" b="0">
                <a:solidFill>
                  <a:srgbClr val="16343D"/>
                </a:solidFill>
                <a:latin typeface="Arial"/>
                <a:ea typeface="Arial"/>
                <a:cs typeface="Arial"/>
              </a:rPr>
              <a:t>Duyệt: chưa phê duyệt</a:t>
            </a:r>
          </a:p>
        </p:txBody>
      </p:sp>
      <p:sp>
        <p:nvSpPr>
          <p:cNvPr id="146" name="title-row">
            <a:extLst xmlns:a="http://schemas.openxmlformats.org/drawingml/2006/main">
              <a:ext uri="{FF2B5EF4-FFF2-40B4-BE49-F238E27FC236}">
                <a16:creationId xmlns:a16="http://schemas.microsoft.com/office/drawing/2014/main" id="{BDCF4557-51C7-478C-84EC-BE612F16D9BB}"/>
              </a:ext>
            </a:extLst>
          </p:cNvPr>
          <p:cNvSpPr>
            <a:spLocks xmlns:a="http://schemas.openxmlformats.org/drawingml/2006/main" noGrp="1"/>
          </p:cNvSpPr>
          <p:nvPr/>
        </p:nvSpPr>
        <p:spPr>
          <a:xfrm xmlns:a="http://schemas.openxmlformats.org/drawingml/2006/main">
            <a:off x="571500" y="6457950"/>
            <a:ext cx="11163300" cy="0"/>
          </a:xfrm>
          <a:prstGeom xmlns:a="http://schemas.openxmlformats.org/drawingml/2006/main" prst="line">
            <a:avLst/>
          </a:prstGeom>
          <a:ln xmlns:a="http://schemas.openxmlformats.org/drawingml/2006/main" w="7620">
            <a:solidFill>
              <a:srgbClr val="16343D"/>
            </a:solidFill>
            <a:prstDash val="solid"/>
          </a:ln>
        </p:spPr>
      </p:sp>
      <p:sp>
        <p:nvSpPr>
          <p:cNvPr id="147" name="drawing-status">
            <a:extLst xmlns:a="http://schemas.openxmlformats.org/drawingml/2006/main">
              <a:ext uri="{FF2B5EF4-FFF2-40B4-BE49-F238E27FC236}">
                <a16:creationId xmlns:a16="http://schemas.microsoft.com/office/drawing/2014/main" id="{68C7E055-B6DA-4C4B-A27E-5D38C0EBC3B8}"/>
              </a:ext>
            </a:extLst>
          </p:cNvPr>
          <p:cNvSpPr>
            <a:spLocks xmlns:a="http://schemas.openxmlformats.org/drawingml/2006/main" noGrp="1"/>
          </p:cNvSpPr>
          <p:nvPr/>
        </p:nvSpPr>
        <p:spPr>
          <a:xfrm xmlns:a="http://schemas.openxmlformats.org/drawingml/2006/main">
            <a:off x="676275" y="6477000"/>
            <a:ext cx="1095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38" b="0">
                <a:solidFill>
                  <a:srgbClr val="4F6870"/>
                </a:solidFill>
                <a:latin typeface="Arial"/>
                <a:ea typeface="Arial"/>
                <a:cs typeface="Arial"/>
              </a:defRPr>
            </a:defPPr>
            <a:lvl1pPr algn="l">
              <a:defRPr sz="938" b="0">
                <a:solidFill>
                  <a:srgbClr val="4F6870"/>
                </a:solidFill>
                <a:latin typeface="Arial"/>
                <a:ea typeface="Arial"/>
                <a:cs typeface="Arial"/>
              </a:defRPr>
            </a:lvl1pPr>
            <a:lvl2pPr algn="l">
              <a:defRPr sz="938" b="0">
                <a:solidFill>
                  <a:srgbClr val="4F6870"/>
                </a:solidFill>
                <a:latin typeface="Arial"/>
                <a:ea typeface="Arial"/>
                <a:cs typeface="Arial"/>
              </a:defRPr>
            </a:lvl2pPr>
            <a:lvl3pPr algn="l">
              <a:defRPr sz="938" b="0">
                <a:solidFill>
                  <a:srgbClr val="4F6870"/>
                </a:solidFill>
                <a:latin typeface="Arial"/>
                <a:ea typeface="Arial"/>
                <a:cs typeface="Arial"/>
              </a:defRPr>
            </a:lvl3pPr>
            <a:lvl4pPr algn="l">
              <a:defRPr sz="938" b="0">
                <a:solidFill>
                  <a:srgbClr val="4F6870"/>
                </a:solidFill>
                <a:latin typeface="Arial"/>
                <a:ea typeface="Arial"/>
                <a:cs typeface="Arial"/>
              </a:defRPr>
            </a:lvl4pPr>
            <a:lvl5pPr algn="l">
              <a:defRPr sz="938" b="0">
                <a:solidFill>
                  <a:srgbClr val="4F6870"/>
                </a:solidFill>
                <a:latin typeface="Arial"/>
                <a:ea typeface="Arial"/>
                <a:cs typeface="Arial"/>
              </a:defRPr>
            </a:lvl5pPr>
            <a:lvl6pPr algn="l">
              <a:defRPr sz="938" b="0">
                <a:solidFill>
                  <a:srgbClr val="4F6870"/>
                </a:solidFill>
                <a:latin typeface="Arial"/>
                <a:ea typeface="Arial"/>
                <a:cs typeface="Arial"/>
              </a:defRPr>
            </a:lvl6pPr>
            <a:lvl7pPr algn="l">
              <a:defRPr sz="938" b="0">
                <a:solidFill>
                  <a:srgbClr val="4F6870"/>
                </a:solidFill>
                <a:latin typeface="Arial"/>
                <a:ea typeface="Arial"/>
                <a:cs typeface="Arial"/>
              </a:defRPr>
            </a:lvl7pPr>
            <a:lvl8pPr algn="l">
              <a:defRPr sz="938" b="0">
                <a:solidFill>
                  <a:srgbClr val="4F6870"/>
                </a:solidFill>
                <a:latin typeface="Arial"/>
                <a:ea typeface="Arial"/>
                <a:cs typeface="Arial"/>
              </a:defRPr>
            </a:lvl8pPr>
            <a:lvl9pPr algn="l">
              <a:defRPr sz="938" b="0">
                <a:solidFill>
                  <a:srgbClr val="4F6870"/>
                </a:solidFill>
                <a:latin typeface="Arial"/>
                <a:ea typeface="Arial"/>
                <a:cs typeface="Arial"/>
              </a:defRPr>
            </a:lvl9pPr>
          </a:lstStyle>
          <a:p xmlns:a="http://schemas.openxmlformats.org/drawingml/2006/main">
            <a:pPr algn="l">
              <a:defRPr sz="938" b="0">
                <a:solidFill>
                  <a:srgbClr val="4F6870"/>
                </a:solidFill>
                <a:latin typeface="Arial"/>
                <a:ea typeface="Arial"/>
                <a:cs typeface="Arial"/>
              </a:defRPr>
            </a:pPr>
            <a:r>
              <a:rPr sz="938" b="0">
                <a:solidFill>
                  <a:srgbClr val="4F6870"/>
                </a:solidFill>
                <a:latin typeface="Arial"/>
                <a:ea typeface="Arial"/>
                <a:cs typeface="Arial"/>
              </a:rPr>
              <a:t>NGUYÊN MẪU HIL  /  Chưa phát hành sản xuất  /  Bản vẽ theo giao diện module, không phải layout PCB</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122F38"/>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122F38"/>
                </a:solidFill>
                <a:latin typeface="Arial"/>
                <a:ea typeface="Arial"/>
                <a:cs typeface="Arial"/>
              </a:defRPr>
            </a:pPr>
            <a:r>
              <a:rPr sz="3300" b="1">
                <a:solidFill>
                  <a:srgbClr val="122F38"/>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425" b="0">
                <a:solidFill>
                  <a:srgbClr val="526B70"/>
                </a:solidFill>
                <a:latin typeface="Arial"/>
                <a:ea typeface="Arial"/>
                <a:cs typeface="Arial"/>
              </a:rPr>
              <a:t>01 bộ tối thiểu,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6E1"/>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6818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6818A"/>
                </a:solidFill>
                <a:latin typeface="Arial"/>
                <a:ea typeface="Arial"/>
                <a:cs typeface="Arial"/>
              </a:rPr>
              <a:t>RELYFETAL  /  HIL</a:t>
            </a:r>
          </a:p>
        </p:txBody>
      </p:sp>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noFill xmlns:a="http://schemas.openxmlformats.org/drawingml/2006/main"/>
          <a:ln xmlns:a="http://schemas.openxmlformats.org/drawingml/2006/main" w="0">
            <a:noFill/>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628650" y="5610225"/>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07F74"/>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125" b="1">
                <a:solidFill>
                  <a:srgbClr val="007F74"/>
                </a:solidFill>
                <a:latin typeface="Arial"/>
                <a:ea typeface="Arial"/>
                <a:cs typeface="Arial"/>
              </a:defRPr>
            </a:pPr>
            <a:r>
              <a:rPr sz="1125" b="1">
                <a:solidFill>
                  <a:srgbClr val="007F74"/>
                </a:solidFill>
                <a:latin typeface="Arial"/>
                <a:ea typeface="Arial"/>
                <a:cs typeface="Arial"/>
              </a:rPr>
              <a:t>CẤU HÌNH REV B</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628650" y="5876925"/>
            <a:ext cx="10868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A7076"/>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350" b="0">
                <a:solidFill>
                  <a:srgbClr val="5A7076"/>
                </a:solidFill>
                <a:latin typeface="Arial"/>
                <a:ea typeface="Arial"/>
                <a:cs typeface="Arial"/>
              </a:defRPr>
            </a:pPr>
            <a:r>
              <a:rPr sz="1275" b="0">
                <a:solidFill>
                  <a:srgbClr val="5A7076"/>
                </a:solidFill>
                <a:latin typeface="Arial"/>
                <a:ea typeface="Arial"/>
                <a:cs typeface="Arial"/>
              </a:rPr>
              <a:t>R3/R4 dự phòng chưa tính giá. Chốt revision, nhãn chân và pull-up của A1–A3 trước khi đặt hàng.</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07F74"/>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07F74"/>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88" b="1">
                <a:solidFill>
                  <a:srgbClr val="5A7076"/>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900" b="1">
                <a:solidFill>
                  <a:srgbClr val="5A7076"/>
                </a:solidFill>
                <a:latin typeface="Arial"/>
                <a:ea typeface="Arial"/>
                <a:cs typeface="Arial"/>
              </a:defRPr>
            </a:pPr>
            <a:r>
              <a:rPr sz="788" b="1">
                <a:solidFill>
                  <a:srgbClr val="5A7076"/>
                </a:solidFill>
                <a:latin typeface="Arial"/>
                <a:ea typeface="Arial"/>
                <a:cs typeface="Arial"/>
              </a:rPr>
              <a:t>BỘ CƠ BẢN, CHƯA GỒM R3/R4</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858250" y="542925"/>
            <a:ext cx="26384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850" b="1">
                <a:solidFill>
                  <a:srgbClr val="007F74"/>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850" b="1">
                <a:solidFill>
                  <a:srgbClr val="007F74"/>
                </a:solidFill>
                <a:latin typeface="Arial"/>
                <a:ea typeface="Arial"/>
                <a:cs typeface="Arial"/>
              </a:defRPr>
            </a:pPr>
            <a:r>
              <a:rPr sz="2850" b="1">
                <a:solidFill>
                  <a:srgbClr val="007F74"/>
                </a:solidFill>
                <a:latin typeface="Arial"/>
                <a:ea typeface="Arial"/>
                <a:cs typeface="Arial"/>
              </a:rPr>
              <a:t>≈622.000₫</a:t>
            </a:r>
          </a:p>
        </p:txBody>
      </p:sp>
      <p:graphicFrame>
        <p:nvGraphicFramePr>
          <p:cNvPr id="13" name="">
            <a:extLst xmlns:a="http://schemas.openxmlformats.org/drawingml/2006/main">
              <a:ext uri="{FF2B5EF4-FFF2-40B4-BE49-F238E27FC236}">
                <a16:creationId xmlns:a16="http://schemas.microsoft.com/office/drawing/2014/main" id="{2E413F03-045D-45FA-AD0F-572A7B3DB390}"/>
              </a:ext>
            </a:extLst>
          </p:cNvPr>
          <p:cNvGraphicFramePr/>
          <p:nvPr/>
        </p:nvGraphicFramePr>
        <p:xfrm>
          <a:off xmlns:a="http://schemas.openxmlformats.org/drawingml/2006/main" x="628650" y="1666875"/>
          <a:ext xmlns:a="http://schemas.openxmlformats.org/drawingml/2006/main" cx="10868025" cy="3714750"/>
        </p:xfrm>
        <a:graphic xmlns:a="http://schemas.openxmlformats.org/drawingml/2006/main">
          <a:graphicData uri="http://schemas.openxmlformats.org/drawingml/2006/table">
            <a:tbl>
              <a:tblPr/>
              <a:tblGrid>
                <a:gridCol w="809625"/>
                <a:gridCol w="7391400"/>
                <a:gridCol w="2667000"/>
              </a:tblGrid>
              <a:tr h="400050">
                <a:tc>
                  <a:txBody>
                    <a:bodyPr lIns="114300" tIns="28575" rIns="152400" bIns="28575"/>
                    <a:lstStyle/>
                    <a:p>
                      <a:pPr algn="ctr">
                        <a:buNone/>
                      </a:pPr>
                      <a:r>
                        <a:rPr sz="1275" b="1">
                          <a:solidFill>
                            <a:srgbClr val="5A7076"/>
                          </a:solidFill>
                          <a:latin typeface="Arial"/>
                          <a:ea typeface="Arial"/>
                          <a:cs typeface="Arial"/>
                        </a:rPr>
                        <a:t>SL</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l">
                        <a:buNone/>
                      </a:pPr>
                      <a:r>
                        <a:rPr sz="1275" b="1">
                          <a:solidFill>
                            <a:srgbClr val="5A7076"/>
                          </a:solidFill>
                          <a:latin typeface="Arial"/>
                          <a:ea typeface="Arial"/>
                          <a:cs typeface="Arial"/>
                        </a:rPr>
                        <a:t>Linh kiện / cấu hình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c>
                  <a:txBody>
                    <a:bodyPr lIns="114300" tIns="28575" rIns="152400" bIns="28575"/>
                    <a:lstStyle/>
                    <a:p>
                      <a:pPr algn="r">
                        <a:buNone/>
                      </a:pPr>
                      <a:r>
                        <a:rPr sz="1275" b="1">
                          <a:solidFill>
                            <a:srgbClr val="5A7076"/>
                          </a:solidFill>
                          <a:latin typeface="Arial"/>
                          <a:ea typeface="Arial"/>
                          <a:cs typeface="Arial"/>
                        </a:rPr>
                        <a:t>Giá dự kiến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EAF1ED"/>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A1 ESP32 DevKit V1</a:t>
                      </a:r>
                    </a:p>
                    <a:p>
                      <a:pPr algn="l">
                        <a:buNone/>
                      </a:pPr>
                      <a:r>
                        <a:rPr sz="1425" b="0">
                          <a:solidFill>
                            <a:srgbClr val="122F38"/>
                          </a:solidFill>
                          <a:latin typeface="Arial"/>
                          <a:ea typeface="Arial"/>
                          <a:cs typeface="Arial"/>
                        </a:rPr>
                        <a:t>ESP-WROOM-32, Micro-USB</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109.000₫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A2 TMe ESP32-S3 Dev</a:t>
                      </a:r>
                    </a:p>
                    <a:p>
                      <a:pPr algn="l">
                        <a:buNone/>
                      </a:pPr>
                      <a:r>
                        <a:rPr sz="1425" b="0">
                          <a:solidFill>
                            <a:srgbClr val="122F38"/>
                          </a:solidFill>
                          <a:latin typeface="Arial"/>
                          <a:ea typeface="Arial"/>
                          <a:cs typeface="Arial"/>
                        </a:rPr>
                        <a:t>WROOM-1 N8R8, USB-C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250.000₫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1</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A3 OLED SSD1306 0,96 in</a:t>
                      </a:r>
                    </a:p>
                    <a:p>
                      <a:pPr algn="l">
                        <a:buNone/>
                      </a:pPr>
                      <a:r>
                        <a:rPr sz="1425" b="0">
                          <a:solidFill>
                            <a:srgbClr val="122F38"/>
                          </a:solidFill>
                          <a:latin typeface="Arial"/>
                          <a:ea typeface="Arial"/>
                          <a:cs typeface="Arial"/>
                        </a:rPr>
                        <a:t>I²C, VCC 3,3 V, kiểm tra nhãn chân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60.086₫</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 gói+</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R1 10 kΩ + R2 39 kΩ, 1/4 W, ±5%</a:t>
                      </a:r>
                    </a:p>
                    <a:p>
                      <a:pPr algn="l">
                        <a:buNone/>
                      </a:pPr>
                      <a:r>
                        <a:rPr sz="1425" b="0">
                          <a:solidFill>
                            <a:srgbClr val="122F38"/>
                          </a:solidFill>
                          <a:latin typeface="Arial"/>
                          <a:ea typeface="Arial"/>
                          <a:cs typeface="Arial"/>
                        </a:rPr>
                        <a:t>R3/R4 4k7 dự phòng, DNP mặc định</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350" b="1">
                          <a:solidFill>
                            <a:srgbClr val="007F74"/>
                          </a:solidFill>
                          <a:latin typeface="Arial"/>
                          <a:ea typeface="Arial"/>
                          <a:cs typeface="Arial"/>
                        </a:rPr>
                        <a:t>≈5.500₫ + R3/R4</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3 món</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425" b="0">
                          <a:solidFill>
                            <a:srgbClr val="122F38"/>
                          </a:solidFill>
                          <a:latin typeface="Arial"/>
                          <a:ea typeface="Arial"/>
                          <a:cs typeface="Arial"/>
                        </a:rPr>
                        <a:t>C1/C2 100 nF/50 V + MB-102 830 lỗ</a:t>
                      </a:r>
                    </a:p>
                    <a:p>
                      <a:pPr algn="l">
                        <a:buNone/>
                      </a:pPr>
                      <a:r>
                        <a:rPr sz="1425" b="0">
                          <a:solidFill>
                            <a:srgbClr val="122F38"/>
                          </a:solidFill>
                          <a:latin typeface="Arial"/>
                          <a:ea typeface="Arial"/>
                          <a:cs typeface="Arial"/>
                        </a:rPr>
                        <a:t>Dây Dupont 40P, tụ lấy cùng gói 10 chiếc</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≈69.900₫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r h="552450">
                <a:tc>
                  <a:txBody>
                    <a:bodyPr lIns="114300" tIns="28575" rIns="152400" bIns="28575"/>
                    <a:lstStyle/>
                    <a:p>
                      <a:pPr algn="ctr">
                        <a:buNone/>
                      </a:pPr>
                      <a:r>
                        <a:rPr sz="1350" b="1">
                          <a:solidFill>
                            <a:srgbClr val="122F38"/>
                          </a:solidFill>
                          <a:latin typeface="Arial"/>
                          <a:ea typeface="Arial"/>
                          <a:cs typeface="Arial"/>
                        </a:rPr>
                        <a:t>2</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l">
                        <a:buNone/>
                      </a:pPr>
                      <a:r>
                        <a:rPr sz="1500" b="0">
                          <a:solidFill>
                            <a:srgbClr val="122F38"/>
                          </a:solidFill>
                          <a:latin typeface="Arial"/>
                          <a:ea typeface="Arial"/>
                          <a:cs typeface="Arial"/>
                        </a:rPr>
                        <a:t>Cáp dữ liệu Micro-USB và USB-A sang USB-C</a:t>
                      </a:r>
                    </a:p>
                    <a:p>
                      <a:pPr algn="l">
                        <a:buNone/>
                      </a:pPr>
                      <a:r>
                        <a:rPr sz="1500" b="0">
                          <a:solidFill>
                            <a:srgbClr val="122F38"/>
                          </a:solidFill>
                          <a:latin typeface="Arial"/>
                          <a:ea typeface="Arial"/>
                          <a:cs typeface="Arial"/>
                        </a:rPr>
                        <a:t>Mỗi loại 1 dây, dài 1 m</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c>
                  <a:txBody>
                    <a:bodyPr lIns="114300" tIns="28575" rIns="152400" bIns="28575"/>
                    <a:lstStyle/>
                    <a:p>
                      <a:pPr algn="r">
                        <a:buNone/>
                      </a:pPr>
                      <a:r>
                        <a:rPr sz="1650" b="1">
                          <a:solidFill>
                            <a:srgbClr val="007F74"/>
                          </a:solidFill>
                          <a:latin typeface="Arial"/>
                          <a:ea typeface="Arial"/>
                          <a:cs typeface="Arial"/>
                        </a:rPr>
                        <a:t>≈127.300₫</a:t>
                      </a:r>
                    </a:p>
                  </a:txBody>
                  <a:tcPr marL="114300" marR="152400" marT="28575" marB="28575" anchor="ctr">
                    <a:lnL w="5715">
                      <a:noFill/>
                    </a:lnL>
                    <a:lnR w="5715">
                      <a:noFill/>
                    </a:lnR>
                    <a:lnT w="5715">
                      <a:solidFill>
                        <a:srgbClr val="DFE7E2"/>
                      </a:solidFill>
                      <a:prstDash val="solid"/>
                    </a:lnT>
                    <a:lnB w="5715">
                      <a:solidFill>
                        <a:srgbClr val="DFE7E2"/>
                      </a:solidFill>
                      <a:prstDash val="solid"/>
                    </a:lnB>
                    <a:solidFill>
                      <a:srgbClr val="FFFFFF"/>
                    </a:solidFill>
                  </a:tcPr>
                </a:tc>
              </a:tr>
            </a:tbl>
          </a:graphicData>
        </a:graphic>
      </p:graphicFrame>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102D38"/>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F4F8F7"/>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300" b="1">
                <a:solidFill>
                  <a:srgbClr val="F4F8F7"/>
                </a:solidFill>
                <a:latin typeface="Arial"/>
                <a:ea typeface="Arial"/>
                <a:cs typeface="Arial"/>
              </a:defRPr>
            </a:pPr>
            <a:r>
              <a:rPr sz="3300" b="1">
                <a:solidFill>
                  <a:srgbClr val="F4F8F7"/>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8FAEB7"/>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8FAEB7"/>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0">
            <a:noFill/>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09600" y="15335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Chốt mã bo &amp;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Xác nhận revision A1–A3, ADC attenuation và timer lấy mẫu.</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09600" y="24479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Nghiệm thu điện &amp; I²C</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TP2 ≤2,85 V, chung GND. I²C 100 kHz, quét địa chỉ OLED.</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09600" y="33623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294650"/>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noFill xmlns:a="http://schemas.openxmlformats.org/drawingml/2006/main"/>
          <a:ln xmlns:a="http://schemas.openxmlformats.org/drawingml/2006/main" w="0">
            <a:noFill/>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09600" y="4276725"/>
            <a:ext cx="6286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D4ED88"/>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l">
              <a:buNone/>
              <a:defRPr sz="2700" b="1">
                <a:solidFill>
                  <a:srgbClr val="D4ED88"/>
                </a:solidFill>
                <a:latin typeface="Arial"/>
                <a:ea typeface="Arial"/>
                <a:cs typeface="Arial"/>
              </a:defRPr>
            </a:pPr>
            <a:r>
              <a:rPr sz="2700" b="1">
                <a:solidFill>
                  <a:srgbClr val="D4ED88"/>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222"/>
          </a:bodyPr>
          <a:lstStyle xmlns:a="http://schemas.openxmlformats.org/drawingml/2006/main">
            <a:defPPr algn="l">
              <a:defRPr sz="1800" b="1">
                <a:solidFill>
                  <a:srgbClr val="F4F8F7"/>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800" b="1">
                <a:solidFill>
                  <a:srgbClr val="F4F8F7"/>
                </a:solidFill>
                <a:latin typeface="Arial"/>
                <a:ea typeface="Arial"/>
                <a:cs typeface="Arial"/>
              </a:defRPr>
            </a:pPr>
            <a:r>
              <a:rPr sz="1800" b="1">
                <a:solidFill>
                  <a:srgbClr val="F4F8F7"/>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B8CCD1"/>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r01: đối chiếu F1 và jitter. a02: kiểm tra gate, ẩn fHR.</a:t>
            </a:r>
          </a:p>
          <a:p xmlns:a="http://schemas.openxmlformats.org/drawingml/2006/main">
            <a:pPr algn="l">
              <a:buNone/>
              <a:defRPr sz="1500" b="0">
                <a:solidFill>
                  <a:srgbClr val="B8CCD1"/>
                </a:solidFill>
                <a:latin typeface="Arial"/>
                <a:ea typeface="Arial"/>
                <a:cs typeface="Arial"/>
              </a:defRPr>
            </a:pPr>
            <a:r>
              <a:rPr sz="1500" b="0">
                <a:solidFill>
                  <a:srgbClr val="B8CCD1"/>
                </a:solidFill>
                <a:latin typeface="Arial"/>
                <a:ea typeface="Arial"/>
                <a:cs typeface="Arial"/>
              </a:rPr>
              <a:t>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noFill xmlns:a="http://schemas.openxmlformats.org/drawingml/2006/main"/>
          <a:ln xmlns:a="http://schemas.openxmlformats.org/drawingml/2006/main" w="0">
            <a:noFill/>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57250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4ED88"/>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200" b="1">
                <a:solidFill>
                  <a:srgbClr val="D4ED88"/>
                </a:solidFill>
                <a:latin typeface="Arial"/>
                <a:ea typeface="Arial"/>
                <a:cs typeface="Arial"/>
              </a:defRPr>
            </a:pPr>
            <a:r>
              <a:rPr sz="1200" b="1">
                <a:solidFill>
                  <a:srgbClr val="D4ED88"/>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572500" y="22288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8F7"/>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Lấy mẫu 1 kHz</a:t>
            </a:r>
          </a:p>
          <a:p xmlns:a="http://schemas.openxmlformats.org/drawingml/2006/main">
            <a:pPr algn="l">
              <a:buNone/>
              <a:defRPr sz="1575" b="1">
                <a:solidFill>
                  <a:srgbClr val="F4F8F7"/>
                </a:solidFill>
                <a:latin typeface="Arial"/>
                <a:ea typeface="Arial"/>
                <a:cs typeface="Arial"/>
              </a:defRPr>
            </a:pPr>
            <a:r>
              <a:rPr sz="1575" b="1">
                <a:solidFill>
                  <a:srgbClr val="F4F8F7"/>
                </a:solidFill>
                <a:latin typeface="Arial"/>
                <a:ea typeface="Arial"/>
                <a:cs typeface="Arial"/>
              </a:rPr>
              <a:t>Không mất mẫu, có log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572500" y="30575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572500" y="32194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ADC không clipping</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Đo TP2 và hiệu chuẩn ADC</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572500" y="4048125"/>
            <a:ext cx="2762250" cy="9525"/>
          </a:xfrm>
          <a:prstGeom xmlns:a="http://schemas.openxmlformats.org/drawingml/2006/main" prst="line">
            <a:avLst/>
          </a:prstGeom>
          <a:noFill xmlns:a="http://schemas.openxmlformats.org/drawingml/2006/main"/>
          <a:ln xmlns:a="http://schemas.openxmlformats.org/drawingml/2006/main" w="9525">
            <a:solidFill>
              <a:srgbClr val="34515B"/>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572500" y="421005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8F7"/>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TCN chạy trên bo</a:t>
            </a:r>
          </a:p>
          <a:p xmlns:a="http://schemas.openxmlformats.org/drawingml/2006/main">
            <a:pPr algn="l">
              <a:buNone/>
              <a:defRPr sz="1575" b="0">
                <a:solidFill>
                  <a:srgbClr val="F4F8F7"/>
                </a:solidFill>
                <a:latin typeface="Arial"/>
                <a:ea typeface="Arial"/>
                <a:cs typeface="Arial"/>
              </a:defRPr>
            </a:pPr>
            <a:r>
              <a:rPr sz="1575" b="0">
                <a:solidFill>
                  <a:srgbClr val="F4F8F7"/>
                </a:solidFill>
                <a:latin typeface="Arial"/>
                <a:ea typeface="Arial"/>
                <a:cs typeface="Arial"/>
              </a:rPr>
              <a:t>Khớp offline theo dung sai</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628650" y="5743575"/>
            <a:ext cx="10868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B8CCD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Hiện tại: firmware demo 250 Hz, chưa TCN trên bo.</a:t>
            </a:r>
          </a:p>
          <a:p xmlns:a="http://schemas.openxmlformats.org/drawingml/2006/main">
            <a:pPr algn="l">
              <a:buNone/>
              <a:defRPr sz="1275" b="0">
                <a:solidFill>
                  <a:srgbClr val="B8CCD1"/>
                </a:solidFill>
                <a:latin typeface="Arial"/>
                <a:ea typeface="Arial"/>
                <a:cs typeface="Arial"/>
              </a:defRPr>
            </a:pPr>
            <a:r>
              <a:rPr sz="1200" b="0">
                <a:solidFill>
                  <a:srgbClr val="B8CCD1"/>
                </a:solidFill>
                <a:latin typeface="Arial"/>
                <a:ea typeface="Arial"/>
                <a:cs typeface="Arial"/>
              </a:rPr>
              <a:t>Rev B: nguyên mẫu. Cần chốt module, ERC ECAD và đo bench trước phát hành sản xuất.</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5CACE"/>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B5CACE"/>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2026-10-18T04:41:28.4020000Z</dcterms:created>
  <dcterms:modified xsi:type="dcterms:W3CDTF">2026-10-18T04:41:28.4020000Z</dcterms:modified>
</coreProperties>
</file>