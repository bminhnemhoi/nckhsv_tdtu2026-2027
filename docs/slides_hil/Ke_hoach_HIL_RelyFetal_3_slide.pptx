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164c52c12442ae" /><Relationship Type="http://schemas.openxmlformats.org/officeDocument/2006/relationships/extended-properties" Target="/docProps/app.xml" Id="Rb9a38ccf0ebd4da5" /><Relationship Type="http://schemas.openxmlformats.org/officeDocument/2006/relationships/officeDocument" Target="/ppt/presentation.xml" Id="R77e35e84d92249c8" /></Relationships>
</file>

<file path=ppt/presentation.xml><?xml version="1.0" encoding="utf-8"?>
<p:presentation xmlns:p="http://schemas.openxmlformats.org/presentationml/2006/main">
  <p:sldMasterIdLst>
    <p:sldMasterId xmlns:r="http://schemas.openxmlformats.org/officeDocument/2006/relationships" id="2147483648" r:id="R6e397d04ee004354"/>
  </p:sldMasterIdLst>
  <p:notesMasterIdLst>
    <p:notesMasterId xmlns:r="http://schemas.openxmlformats.org/officeDocument/2006/relationships" r:id="R84276f4c904c40f7"/>
  </p:notesMasterIdLst>
  <p:sldIdLst>
    <p:sldId xmlns:r="http://schemas.openxmlformats.org/officeDocument/2006/relationships" id="256" r:id="R2e1709d2ddcd494b"/>
    <p:sldId xmlns:r="http://schemas.openxmlformats.org/officeDocument/2006/relationships" id="257" r:id="R8292ec3016044034"/>
    <p:sldId xmlns:r="http://schemas.openxmlformats.org/officeDocument/2006/relationships" id="258" r:id="R371e6fa219bb4b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9a6271573f4af0" /><Relationship Type="http://schemas.openxmlformats.org/officeDocument/2006/relationships/slideMaster" Target="/ppt/slideMasters/slideMaster1.xml" Id="R6e397d04ee004354" /><Relationship Type="http://schemas.openxmlformats.org/officeDocument/2006/relationships/notesMaster" Target="/ppt/notesMasters/notesMaster1.xml" Id="R84276f4c904c40f7" /><Relationship Type="http://schemas.openxmlformats.org/officeDocument/2006/relationships/presProps" Target="/ppt/presProps.xml" Id="Rd095554707e74e0c" /><Relationship Type="http://schemas.openxmlformats.org/officeDocument/2006/relationships/tableStyles" Target="/ppt/tableStyles.xml" Id="Ra4ed986f2fdc42fc" /><Relationship Type="http://schemas.openxmlformats.org/officeDocument/2006/relationships/slide" Target="/ppt/slides/slide1.xml" Id="R2e1709d2ddcd494b" /><Relationship Type="http://schemas.openxmlformats.org/officeDocument/2006/relationships/slide" Target="/ppt/slides/slide2.xml" Id="R8292ec3016044034" /><Relationship Type="http://schemas.openxmlformats.org/officeDocument/2006/relationships/slide" Target="/ppt/slides/slide3.xml" Id="R371e6fa219bb4b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c504e913004e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25c341863341f8" /><Relationship Type="http://schemas.openxmlformats.org/officeDocument/2006/relationships/notesMaster" Target="/ppt/notesMasters/notesMaster1.xml" Id="Rc58ad850cd6444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7c35bb00d24040" /><Relationship Type="http://schemas.openxmlformats.org/officeDocument/2006/relationships/notesMaster" Target="/ppt/notesMasters/notesMaster1.xml" Id="R295f9fcab96c46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c555cfbd76444e" /><Relationship Type="http://schemas.openxmlformats.org/officeDocument/2006/relationships/notesMaster" Target="/ppt/notesMasters/notesMaster1.xml" Id="Rfc6530c3dd8141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dự án: analysis/hardware_simulator/esp32_patient_simulator.ino và patient_sim_data.h (250 Hz); analysis/KIENTRUC.md (đánh giá mô hình ở 1.000 Hz, hạ xuống 250 Hz bên trong pipeline). Tài liệu Espressif: ESP32 DAC GPIO25, 8-bit https://docs.espressif.com/projects/esp-idf/en/latest/esp32/api-reference/peripherals/dac.html ; ESP32-S3 GPIO1 = ADC1_CH0 https://docs.espressif.com/projects/esp-hardware-design-guidelines/en/latest/esp32s3/schematic-checklist.html . Đây là sơ đồ HIL dự kiến sau khi sửa nhịp phát và data; firmware thu hiện tại chưa chạy TCN.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dựa trên tài liệu dự án docs/HUONG_DAN_LAP_RAP_PHAN_CUNG_HIL.md, đã sửa sơ đồ ngõ vào thêm cầu chia áp vì ESP32-S3 ADC ở 12 dB có dải đo danh định đến khoảng 3,1 V; DAC ESP32 có thể phát đến gần VDD (~3,3 V). Tài liệu chính hãng: DevKitC-1 N8R8 có 8 MB flash + 8 MB PSRAM https://docs.espressif.com/projects/esp-dev-kits/en/latest/esp32s3/esp32-s3-devkitc-1/user_guide_v1.1.html ; ADC S3, GPIO1 và dải đo https://docs.espressif.com/projects/esp-idf/en/latest/esp32s3/api-reference/peripherals/adc.html . Giá marketplace biến động nên không đưa con số mua hàng chưa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80c4291c8049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ed3392542a4c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81c96a5a4347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b3ff1742c34b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f6f072eabb44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bb95f7363e47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bc25e6ab034ce7" /><Relationship Type="http://schemas.openxmlformats.org/officeDocument/2006/relationships/slideLayout" Target="/ppt/slideLayouts/slideLayout1.xml" Id="Rd939abd3d6e84af7" /><Relationship Type="http://schemas.openxmlformats.org/officeDocument/2006/relationships/slideLayout" Target="/ppt/slideLayouts/slideLayout2.xml" Id="Rc7276112ae0b4825" /><Relationship Type="http://schemas.openxmlformats.org/officeDocument/2006/relationships/slideLayout" Target="/ppt/slideLayouts/slideLayout3.xml" Id="R3c5354c2fe9f4db1" /><Relationship Type="http://schemas.openxmlformats.org/officeDocument/2006/relationships/slideLayout" Target="/ppt/slideLayouts/slideLayout4.xml" Id="R8c4de734e66b4eae" /><Relationship Type="http://schemas.openxmlformats.org/officeDocument/2006/relationships/slideLayout" Target="/ppt/slideLayouts/slideLayout5.xml" Id="R5468e7a0f4af4899" /><Relationship Type="http://schemas.openxmlformats.org/officeDocument/2006/relationships/slideLayout" Target="/ppt/slideLayouts/slideLayout6.xml" Id="Reef12244c2d84b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39abd3d6e84af7"/>
    <p:sldLayoutId xmlns:r="http://schemas.openxmlformats.org/officeDocument/2006/relationships" id="2147483650" r:id="Rc7276112ae0b4825"/>
    <p:sldLayoutId xmlns:r="http://schemas.openxmlformats.org/officeDocument/2006/relationships" id="2147483651" r:id="R3c5354c2fe9f4db1"/>
    <p:sldLayoutId xmlns:r="http://schemas.openxmlformats.org/officeDocument/2006/relationships" id="2147483652" r:id="R8c4de734e66b4eae"/>
    <p:sldLayoutId xmlns:r="http://schemas.openxmlformats.org/officeDocument/2006/relationships" id="2147483653" r:id="R5468e7a0f4af4899"/>
    <p:sldLayoutId xmlns:r="http://schemas.openxmlformats.org/officeDocument/2006/relationships" id="2147483654" r:id="Reef12244c2d84b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011b77c7914a3f" /><Relationship Type="http://schemas.openxmlformats.org/officeDocument/2006/relationships/notesSlide" Target="/ppt/notesSlides/notesSlide1.xml" Id="R2f4431c2ddf740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a129a365bb41c1" /><Relationship Type="http://schemas.openxmlformats.org/officeDocument/2006/relationships/notesSlide" Target="/ppt/notesSlides/notesSlide2.xml" Id="R0db2d1d046054e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629e88237c42b3" /><Relationship Type="http://schemas.openxmlformats.org/officeDocument/2006/relationships/notesSlide" Target="/ppt/notesSlides/notesSlide3.xml" Id="Raa82727bc6cf483b"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defRPr sz="2700" b="1">
                <a:solidFill>
                  <a:srgbClr val="11232B"/>
                </a:solidFill>
                <a:latin typeface="Arial"/>
                <a:ea typeface="Arial"/>
                <a:cs typeface="Arial"/>
              </a:defRPr>
            </a:lvl1pPr>
            <a:lvl2pPr algn="l">
              <a:defRPr sz="2700" b="1">
                <a:solidFill>
                  <a:srgbClr val="11232B"/>
                </a:solidFill>
                <a:latin typeface="Arial"/>
                <a:ea typeface="Arial"/>
                <a:cs typeface="Arial"/>
              </a:defRPr>
            </a:lvl2pPr>
            <a:lvl3pPr algn="l">
              <a:defRPr sz="2700" b="1">
                <a:solidFill>
                  <a:srgbClr val="11232B"/>
                </a:solidFill>
                <a:latin typeface="Arial"/>
                <a:ea typeface="Arial"/>
                <a:cs typeface="Arial"/>
              </a:defRPr>
            </a:lvl3pPr>
            <a:lvl4pPr algn="l">
              <a:defRPr sz="2700" b="1">
                <a:solidFill>
                  <a:srgbClr val="11232B"/>
                </a:solidFill>
                <a:latin typeface="Arial"/>
                <a:ea typeface="Arial"/>
                <a:cs typeface="Arial"/>
              </a:defRPr>
            </a:lvl4pPr>
            <a:lvl5pPr algn="l">
              <a:defRPr sz="2700" b="1">
                <a:solidFill>
                  <a:srgbClr val="11232B"/>
                </a:solidFill>
                <a:latin typeface="Arial"/>
                <a:ea typeface="Arial"/>
                <a:cs typeface="Arial"/>
              </a:defRPr>
            </a:lvl5pPr>
            <a:lvl6pPr algn="l">
              <a:defRPr sz="2700" b="1">
                <a:solidFill>
                  <a:srgbClr val="11232B"/>
                </a:solidFill>
                <a:latin typeface="Arial"/>
                <a:ea typeface="Arial"/>
                <a:cs typeface="Arial"/>
              </a:defRPr>
            </a:lvl6pPr>
            <a:lvl7pPr algn="l">
              <a:defRPr sz="2700" b="1">
                <a:solidFill>
                  <a:srgbClr val="11232B"/>
                </a:solidFill>
                <a:latin typeface="Arial"/>
                <a:ea typeface="Arial"/>
                <a:cs typeface="Arial"/>
              </a:defRPr>
            </a:lvl7pPr>
            <a:lvl8pPr algn="l">
              <a:defRPr sz="2700" b="1">
                <a:solidFill>
                  <a:srgbClr val="11232B"/>
                </a:solidFill>
                <a:latin typeface="Arial"/>
                <a:ea typeface="Arial"/>
                <a:cs typeface="Arial"/>
              </a:defRPr>
            </a:lvl8pPr>
            <a:lvl9pPr algn="l">
              <a:defRPr sz="2700" b="1">
                <a:solidFill>
                  <a:srgbClr val="11232B"/>
                </a:solidFill>
                <a:latin typeface="Arial"/>
                <a:ea typeface="Arial"/>
                <a:cs typeface="Arial"/>
              </a:defRPr>
            </a:lvl9pPr>
          </a:lstStyle>
          <a:p xmlns:a="http://schemas.openxmlformats.org/drawingml/2006/main">
            <a:pPr algn="l">
              <a:defRPr sz="2700" b="1">
                <a:solidFill>
                  <a:srgbClr val="11232B"/>
                </a:solidFill>
                <a:latin typeface="Arial"/>
                <a:ea typeface="Arial"/>
                <a:cs typeface="Arial"/>
              </a:defRPr>
            </a:pPr>
            <a:r>
              <a:rPr sz="2700" b="1">
                <a:solidFill>
                  <a:srgbClr val="11232B"/>
                </a:solidFill>
                <a:latin typeface="Arial"/>
                <a:ea typeface="Arial"/>
                <a:cs typeface="Arial"/>
              </a:rPr>
              <a:t>HIL cho RelyFetal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defRPr sz="1275" b="0">
                <a:solidFill>
                  <a:srgbClr val="50636A"/>
                </a:solidFill>
                <a:latin typeface="Arial"/>
                <a:ea typeface="Arial"/>
                <a:cs typeface="Arial"/>
              </a:defRPr>
            </a:lvl1pPr>
            <a:lvl2pPr algn="l">
              <a:defRPr sz="1275" b="0">
                <a:solidFill>
                  <a:srgbClr val="50636A"/>
                </a:solidFill>
                <a:latin typeface="Arial"/>
                <a:ea typeface="Arial"/>
                <a:cs typeface="Arial"/>
              </a:defRPr>
            </a:lvl2pPr>
            <a:lvl3pPr algn="l">
              <a:defRPr sz="1275" b="0">
                <a:solidFill>
                  <a:srgbClr val="50636A"/>
                </a:solidFill>
                <a:latin typeface="Arial"/>
                <a:ea typeface="Arial"/>
                <a:cs typeface="Arial"/>
              </a:defRPr>
            </a:lvl3pPr>
            <a:lvl4pPr algn="l">
              <a:defRPr sz="1275" b="0">
                <a:solidFill>
                  <a:srgbClr val="50636A"/>
                </a:solidFill>
                <a:latin typeface="Arial"/>
                <a:ea typeface="Arial"/>
                <a:cs typeface="Arial"/>
              </a:defRPr>
            </a:lvl4pPr>
            <a:lvl5pPr algn="l">
              <a:defRPr sz="1275" b="0">
                <a:solidFill>
                  <a:srgbClr val="50636A"/>
                </a:solidFill>
                <a:latin typeface="Arial"/>
                <a:ea typeface="Arial"/>
                <a:cs typeface="Arial"/>
              </a:defRPr>
            </a:lvl5pPr>
            <a:lvl6pPr algn="l">
              <a:defRPr sz="1275" b="0">
                <a:solidFill>
                  <a:srgbClr val="50636A"/>
                </a:solidFill>
                <a:latin typeface="Arial"/>
                <a:ea typeface="Arial"/>
                <a:cs typeface="Arial"/>
              </a:defRPr>
            </a:lvl6pPr>
            <a:lvl7pPr algn="l">
              <a:defRPr sz="1275" b="0">
                <a:solidFill>
                  <a:srgbClr val="50636A"/>
                </a:solidFill>
                <a:latin typeface="Arial"/>
                <a:ea typeface="Arial"/>
                <a:cs typeface="Arial"/>
              </a:defRPr>
            </a:lvl7pPr>
            <a:lvl8pPr algn="l">
              <a:defRPr sz="1275" b="0">
                <a:solidFill>
                  <a:srgbClr val="50636A"/>
                </a:solidFill>
                <a:latin typeface="Arial"/>
                <a:ea typeface="Arial"/>
                <a:cs typeface="Arial"/>
              </a:defRPr>
            </a:lvl8pPr>
            <a:lvl9pPr algn="l">
              <a:defRPr sz="1275" b="0">
                <a:solidFill>
                  <a:srgbClr val="50636A"/>
                </a:solidFill>
                <a:latin typeface="Arial"/>
                <a:ea typeface="Arial"/>
                <a:cs typeface="Arial"/>
              </a:defRPr>
            </a:lvl9pPr>
          </a:lstStyle>
          <a:p xmlns:a="http://schemas.openxmlformats.org/drawingml/2006/main">
            <a:pPr algn="l">
              <a:defRPr sz="1275" b="0">
                <a:solidFill>
                  <a:srgbClr val="50636A"/>
                </a:solidFill>
                <a:latin typeface="Arial"/>
                <a:ea typeface="Arial"/>
                <a:cs typeface="Arial"/>
              </a:defRPr>
            </a:pPr>
            <a:r>
              <a:rPr sz="1275" b="0">
                <a:solidFill>
                  <a:srgbClr val="50636A"/>
                </a:solidFill>
                <a:latin typeface="Arial"/>
                <a:ea typeface="Arial"/>
                <a:cs typeface="Arial"/>
              </a:rPr>
              <a:t>Tạo tín hiệu ECG bụng đã ghi, đưa qua phần cứng thật, rồi so kết quả với nhãn chuẩn.</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defRPr sz="825" b="1">
                <a:solidFill>
                  <a:srgbClr val="50636A"/>
                </a:solidFill>
                <a:latin typeface="Arial"/>
                <a:ea typeface="Arial"/>
                <a:cs typeface="Arial"/>
              </a:defRPr>
            </a:lvl1pPr>
            <a:lvl2pPr algn="l">
              <a:defRPr sz="825" b="1">
                <a:solidFill>
                  <a:srgbClr val="50636A"/>
                </a:solidFill>
                <a:latin typeface="Arial"/>
                <a:ea typeface="Arial"/>
                <a:cs typeface="Arial"/>
              </a:defRPr>
            </a:lvl2pPr>
            <a:lvl3pPr algn="l">
              <a:defRPr sz="825" b="1">
                <a:solidFill>
                  <a:srgbClr val="50636A"/>
                </a:solidFill>
                <a:latin typeface="Arial"/>
                <a:ea typeface="Arial"/>
                <a:cs typeface="Arial"/>
              </a:defRPr>
            </a:lvl3pPr>
            <a:lvl4pPr algn="l">
              <a:defRPr sz="825" b="1">
                <a:solidFill>
                  <a:srgbClr val="50636A"/>
                </a:solidFill>
                <a:latin typeface="Arial"/>
                <a:ea typeface="Arial"/>
                <a:cs typeface="Arial"/>
              </a:defRPr>
            </a:lvl4pPr>
            <a:lvl5pPr algn="l">
              <a:defRPr sz="825" b="1">
                <a:solidFill>
                  <a:srgbClr val="50636A"/>
                </a:solidFill>
                <a:latin typeface="Arial"/>
                <a:ea typeface="Arial"/>
                <a:cs typeface="Arial"/>
              </a:defRPr>
            </a:lvl5pPr>
            <a:lvl6pPr algn="l">
              <a:defRPr sz="825" b="1">
                <a:solidFill>
                  <a:srgbClr val="50636A"/>
                </a:solidFill>
                <a:latin typeface="Arial"/>
                <a:ea typeface="Arial"/>
                <a:cs typeface="Arial"/>
              </a:defRPr>
            </a:lvl6pPr>
            <a:lvl7pPr algn="l">
              <a:defRPr sz="825" b="1">
                <a:solidFill>
                  <a:srgbClr val="50636A"/>
                </a:solidFill>
                <a:latin typeface="Arial"/>
                <a:ea typeface="Arial"/>
                <a:cs typeface="Arial"/>
              </a:defRPr>
            </a:lvl7pPr>
            <a:lvl8pPr algn="l">
              <a:defRPr sz="825" b="1">
                <a:solidFill>
                  <a:srgbClr val="50636A"/>
                </a:solidFill>
                <a:latin typeface="Arial"/>
                <a:ea typeface="Arial"/>
                <a:cs typeface="Arial"/>
              </a:defRPr>
            </a:lvl8pPr>
            <a:lvl9pPr algn="l">
              <a:defRPr sz="825" b="1">
                <a:solidFill>
                  <a:srgbClr val="50636A"/>
                </a:solidFill>
                <a:latin typeface="Arial"/>
                <a:ea typeface="Arial"/>
                <a:cs typeface="Arial"/>
              </a:defRPr>
            </a:lvl9pPr>
          </a:lstStyle>
          <a:p xmlns:a="http://schemas.openxmlformats.org/drawingml/2006/main">
            <a:pPr algn="l">
              <a:defRPr sz="825" b="1">
                <a:solidFill>
                  <a:srgbClr val="50636A"/>
                </a:solidFill>
                <a:latin typeface="Arial"/>
                <a:ea typeface="Arial"/>
                <a:cs typeface="Arial"/>
              </a:defRPr>
            </a:pPr>
            <a:r>
              <a:rPr sz="825" b="1">
                <a:solidFill>
                  <a:srgbClr val="50636A"/>
                </a:solidFill>
                <a:latin typeface="Arial"/>
                <a:ea typeface="Arial"/>
                <a:cs typeface="Arial"/>
              </a:rPr>
              <a:t>RELYFETAL   /   HIL PLAN                                      01  /  03</a:t>
            </a:r>
          </a:p>
        </p:txBody>
      </p:sp>
      <p:sp>
        <p:nvSpPr>
          <p:cNvPr id="5" name="architecture-DỮ LIỆU CHUẨN">
            <a:extLst xmlns:a="http://schemas.openxmlformats.org/drawingml/2006/main">
              <a:ext uri="{FF2B5EF4-FFF2-40B4-BE49-F238E27FC236}">
                <a16:creationId xmlns:a16="http://schemas.microsoft.com/office/drawing/2014/main" id="{010FA93B-E487-4CE1-B6BB-8D0D56F3CAD4}"/>
              </a:ext>
            </a:extLst>
          </p:cNvPr>
          <p:cNvSpPr>
            <a:spLocks xmlns:a="http://schemas.openxmlformats.org/drawingml/2006/main" noGrp="1"/>
          </p:cNvSpPr>
          <p:nvPr/>
        </p:nvSpPr>
        <p:spPr>
          <a:xfrm xmlns:a="http://schemas.openxmlformats.org/drawingml/2006/main">
            <a:off x="628650" y="1981200"/>
            <a:ext cx="2095500" cy="1619250"/>
          </a:xfrm>
          <a:prstGeom xmlns:a="http://schemas.openxmlformats.org/drawingml/2006/main" prst="roundRect">
            <a:avLst>
              <a:gd name="adj" fmla="val 8235"/>
            </a:avLst>
          </a:prstGeom>
          <a:solidFill xmlns:a="http://schemas.openxmlformats.org/drawingml/2006/main">
            <a:srgbClr val="102A33"/>
          </a:solidFill>
          <a:ln xmlns:a="http://schemas.openxmlformats.org/drawingml/2006/main" w="0">
            <a:noFill/>
            <a:prstDash val="solid"/>
          </a:ln>
        </p:spPr>
      </p:sp>
      <p:sp>
        <p:nvSpPr>
          <p:cNvPr id="6" name="DỮ LIỆU CHUẨN-heading">
            <a:extLst xmlns:a="http://schemas.openxmlformats.org/drawingml/2006/main">
              <a:ext uri="{FF2B5EF4-FFF2-40B4-BE49-F238E27FC236}">
                <a16:creationId xmlns:a16="http://schemas.microsoft.com/office/drawing/2014/main" id="{E812F2B6-DA75-450B-AC01-2FFA4D2A11FE}"/>
              </a:ext>
            </a:extLst>
          </p:cNvPr>
          <p:cNvSpPr>
            <a:spLocks xmlns:a="http://schemas.openxmlformats.org/drawingml/2006/main" noGrp="1"/>
          </p:cNvSpPr>
          <p:nvPr/>
        </p:nvSpPr>
        <p:spPr>
          <a:xfrm xmlns:a="http://schemas.openxmlformats.org/drawingml/2006/main">
            <a:off x="800100" y="215265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F7F8F3"/>
                </a:solidFill>
                <a:latin typeface="Arial"/>
                <a:ea typeface="Arial"/>
                <a:cs typeface="Arial"/>
              </a:defRPr>
            </a:defPPr>
            <a:lvl1pPr algn="l">
              <a:defRPr sz="975" b="1">
                <a:solidFill>
                  <a:srgbClr val="F7F8F3"/>
                </a:solidFill>
                <a:latin typeface="Arial"/>
                <a:ea typeface="Arial"/>
                <a:cs typeface="Arial"/>
              </a:defRPr>
            </a:lvl1pPr>
            <a:lvl2pPr algn="l">
              <a:defRPr sz="975" b="1">
                <a:solidFill>
                  <a:srgbClr val="F7F8F3"/>
                </a:solidFill>
                <a:latin typeface="Arial"/>
                <a:ea typeface="Arial"/>
                <a:cs typeface="Arial"/>
              </a:defRPr>
            </a:lvl2pPr>
            <a:lvl3pPr algn="l">
              <a:defRPr sz="975" b="1">
                <a:solidFill>
                  <a:srgbClr val="F7F8F3"/>
                </a:solidFill>
                <a:latin typeface="Arial"/>
                <a:ea typeface="Arial"/>
                <a:cs typeface="Arial"/>
              </a:defRPr>
            </a:lvl3pPr>
            <a:lvl4pPr algn="l">
              <a:defRPr sz="975" b="1">
                <a:solidFill>
                  <a:srgbClr val="F7F8F3"/>
                </a:solidFill>
                <a:latin typeface="Arial"/>
                <a:ea typeface="Arial"/>
                <a:cs typeface="Arial"/>
              </a:defRPr>
            </a:lvl4pPr>
            <a:lvl5pPr algn="l">
              <a:defRPr sz="975" b="1">
                <a:solidFill>
                  <a:srgbClr val="F7F8F3"/>
                </a:solidFill>
                <a:latin typeface="Arial"/>
                <a:ea typeface="Arial"/>
                <a:cs typeface="Arial"/>
              </a:defRPr>
            </a:lvl5pPr>
            <a:lvl6pPr algn="l">
              <a:defRPr sz="975" b="1">
                <a:solidFill>
                  <a:srgbClr val="F7F8F3"/>
                </a:solidFill>
                <a:latin typeface="Arial"/>
                <a:ea typeface="Arial"/>
                <a:cs typeface="Arial"/>
              </a:defRPr>
            </a:lvl6pPr>
            <a:lvl7pPr algn="l">
              <a:defRPr sz="975" b="1">
                <a:solidFill>
                  <a:srgbClr val="F7F8F3"/>
                </a:solidFill>
                <a:latin typeface="Arial"/>
                <a:ea typeface="Arial"/>
                <a:cs typeface="Arial"/>
              </a:defRPr>
            </a:lvl7pPr>
            <a:lvl8pPr algn="l">
              <a:defRPr sz="975" b="1">
                <a:solidFill>
                  <a:srgbClr val="F7F8F3"/>
                </a:solidFill>
                <a:latin typeface="Arial"/>
                <a:ea typeface="Arial"/>
                <a:cs typeface="Arial"/>
              </a:defRPr>
            </a:lvl8pPr>
            <a:lvl9pPr algn="l">
              <a:defRPr sz="975" b="1">
                <a:solidFill>
                  <a:srgbClr val="F7F8F3"/>
                </a:solidFill>
                <a:latin typeface="Arial"/>
                <a:ea typeface="Arial"/>
                <a:cs typeface="Arial"/>
              </a:defRPr>
            </a:lvl9pPr>
          </a:lstStyle>
          <a:p xmlns:a="http://schemas.openxmlformats.org/drawingml/2006/main">
            <a:pPr algn="l">
              <a:defRPr sz="975" b="1">
                <a:solidFill>
                  <a:srgbClr val="F7F8F3"/>
                </a:solidFill>
                <a:latin typeface="Arial"/>
                <a:ea typeface="Arial"/>
                <a:cs typeface="Arial"/>
              </a:defRPr>
            </a:pPr>
            <a:r>
              <a:rPr sz="975" b="1">
                <a:solidFill>
                  <a:srgbClr val="F7F8F3"/>
                </a:solidFill>
                <a:latin typeface="Arial"/>
                <a:ea typeface="Arial"/>
                <a:cs typeface="Arial"/>
              </a:rPr>
              <a:t>DỮ LIỆU CHUẨN</a:t>
            </a:r>
          </a:p>
        </p:txBody>
      </p:sp>
      <p:sp>
        <p:nvSpPr>
          <p:cNvPr id="7" name="DỮ LIỆU CHUẨN-body">
            <a:extLst xmlns:a="http://schemas.openxmlformats.org/drawingml/2006/main">
              <a:ext uri="{FF2B5EF4-FFF2-40B4-BE49-F238E27FC236}">
                <a16:creationId xmlns:a16="http://schemas.microsoft.com/office/drawing/2014/main" id="{C12298BD-3729-418A-9E98-BB9EA1D51BC4}"/>
              </a:ext>
            </a:extLst>
          </p:cNvPr>
          <p:cNvSpPr>
            <a:spLocks xmlns:a="http://schemas.openxmlformats.org/drawingml/2006/main" noGrp="1"/>
          </p:cNvSpPr>
          <p:nvPr/>
        </p:nvSpPr>
        <p:spPr>
          <a:xfrm xmlns:a="http://schemas.openxmlformats.org/drawingml/2006/main">
            <a:off x="800100" y="24669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7F8F3"/>
                </a:solidFill>
                <a:latin typeface="Arial"/>
                <a:ea typeface="Arial"/>
                <a:cs typeface="Arial"/>
              </a:defRPr>
            </a:defPPr>
            <a:lvl1pPr algn="l">
              <a:defRPr sz="1500" b="1">
                <a:solidFill>
                  <a:srgbClr val="F7F8F3"/>
                </a:solidFill>
                <a:latin typeface="Arial"/>
                <a:ea typeface="Arial"/>
                <a:cs typeface="Arial"/>
              </a:defRPr>
            </a:lvl1pPr>
            <a:lvl2pPr algn="l">
              <a:defRPr sz="1500" b="1">
                <a:solidFill>
                  <a:srgbClr val="F7F8F3"/>
                </a:solidFill>
                <a:latin typeface="Arial"/>
                <a:ea typeface="Arial"/>
                <a:cs typeface="Arial"/>
              </a:defRPr>
            </a:lvl2pPr>
            <a:lvl3pPr algn="l">
              <a:defRPr sz="1500" b="1">
                <a:solidFill>
                  <a:srgbClr val="F7F8F3"/>
                </a:solidFill>
                <a:latin typeface="Arial"/>
                <a:ea typeface="Arial"/>
                <a:cs typeface="Arial"/>
              </a:defRPr>
            </a:lvl3pPr>
            <a:lvl4pPr algn="l">
              <a:defRPr sz="1500" b="1">
                <a:solidFill>
                  <a:srgbClr val="F7F8F3"/>
                </a:solidFill>
                <a:latin typeface="Arial"/>
                <a:ea typeface="Arial"/>
                <a:cs typeface="Arial"/>
              </a:defRPr>
            </a:lvl4pPr>
            <a:lvl5pPr algn="l">
              <a:defRPr sz="1500" b="1">
                <a:solidFill>
                  <a:srgbClr val="F7F8F3"/>
                </a:solidFill>
                <a:latin typeface="Arial"/>
                <a:ea typeface="Arial"/>
                <a:cs typeface="Arial"/>
              </a:defRPr>
            </a:lvl5pPr>
            <a:lvl6pPr algn="l">
              <a:defRPr sz="1500" b="1">
                <a:solidFill>
                  <a:srgbClr val="F7F8F3"/>
                </a:solidFill>
                <a:latin typeface="Arial"/>
                <a:ea typeface="Arial"/>
                <a:cs typeface="Arial"/>
              </a:defRPr>
            </a:lvl6pPr>
            <a:lvl7pPr algn="l">
              <a:defRPr sz="1500" b="1">
                <a:solidFill>
                  <a:srgbClr val="F7F8F3"/>
                </a:solidFill>
                <a:latin typeface="Arial"/>
                <a:ea typeface="Arial"/>
                <a:cs typeface="Arial"/>
              </a:defRPr>
            </a:lvl7pPr>
            <a:lvl8pPr algn="l">
              <a:defRPr sz="1500" b="1">
                <a:solidFill>
                  <a:srgbClr val="F7F8F3"/>
                </a:solidFill>
                <a:latin typeface="Arial"/>
                <a:ea typeface="Arial"/>
                <a:cs typeface="Arial"/>
              </a:defRPr>
            </a:lvl8pPr>
            <a:lvl9pPr algn="l">
              <a:defRPr sz="1500" b="1">
                <a:solidFill>
                  <a:srgbClr val="F7F8F3"/>
                </a:solidFill>
                <a:latin typeface="Arial"/>
                <a:ea typeface="Arial"/>
                <a:cs typeface="Arial"/>
              </a:defRPr>
            </a:lvl9pPr>
          </a:lstStyle>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PhysioNet</a:t>
            </a:r>
          </a:p>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r01 / a02</a:t>
            </a:r>
          </a:p>
        </p:txBody>
      </p:sp>
      <p:sp>
        <p:nvSpPr>
          <p:cNvPr id="8" name="DỮ LIỆU CHUẨN-tag">
            <a:extLst xmlns:a="http://schemas.openxmlformats.org/drawingml/2006/main">
              <a:ext uri="{FF2B5EF4-FFF2-40B4-BE49-F238E27FC236}">
                <a16:creationId xmlns:a16="http://schemas.microsoft.com/office/drawing/2014/main" id="{EECE52D1-83CD-4966-8516-FBBC9249C4C6}"/>
              </a:ext>
            </a:extLst>
          </p:cNvPr>
          <p:cNvSpPr>
            <a:spLocks xmlns:a="http://schemas.openxmlformats.org/drawingml/2006/main" noGrp="1"/>
          </p:cNvSpPr>
          <p:nvPr/>
        </p:nvSpPr>
        <p:spPr>
          <a:xfrm xmlns:a="http://schemas.openxmlformats.org/drawingml/2006/main">
            <a:off x="800100" y="3219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F7F8F3"/>
                </a:solidFill>
                <a:latin typeface="Arial"/>
                <a:ea typeface="Arial"/>
                <a:cs typeface="Arial"/>
              </a:defRPr>
            </a:defPPr>
            <a:lvl1pPr algn="l">
              <a:defRPr sz="975" b="0">
                <a:solidFill>
                  <a:srgbClr val="F7F8F3"/>
                </a:solidFill>
                <a:latin typeface="Arial"/>
                <a:ea typeface="Arial"/>
                <a:cs typeface="Arial"/>
              </a:defRPr>
            </a:lvl1pPr>
            <a:lvl2pPr algn="l">
              <a:defRPr sz="975" b="0">
                <a:solidFill>
                  <a:srgbClr val="F7F8F3"/>
                </a:solidFill>
                <a:latin typeface="Arial"/>
                <a:ea typeface="Arial"/>
                <a:cs typeface="Arial"/>
              </a:defRPr>
            </a:lvl2pPr>
            <a:lvl3pPr algn="l">
              <a:defRPr sz="975" b="0">
                <a:solidFill>
                  <a:srgbClr val="F7F8F3"/>
                </a:solidFill>
                <a:latin typeface="Arial"/>
                <a:ea typeface="Arial"/>
                <a:cs typeface="Arial"/>
              </a:defRPr>
            </a:lvl3pPr>
            <a:lvl4pPr algn="l">
              <a:defRPr sz="975" b="0">
                <a:solidFill>
                  <a:srgbClr val="F7F8F3"/>
                </a:solidFill>
                <a:latin typeface="Arial"/>
                <a:ea typeface="Arial"/>
                <a:cs typeface="Arial"/>
              </a:defRPr>
            </a:lvl4pPr>
            <a:lvl5pPr algn="l">
              <a:defRPr sz="975" b="0">
                <a:solidFill>
                  <a:srgbClr val="F7F8F3"/>
                </a:solidFill>
                <a:latin typeface="Arial"/>
                <a:ea typeface="Arial"/>
                <a:cs typeface="Arial"/>
              </a:defRPr>
            </a:lvl5pPr>
            <a:lvl6pPr algn="l">
              <a:defRPr sz="975" b="0">
                <a:solidFill>
                  <a:srgbClr val="F7F8F3"/>
                </a:solidFill>
                <a:latin typeface="Arial"/>
                <a:ea typeface="Arial"/>
                <a:cs typeface="Arial"/>
              </a:defRPr>
            </a:lvl6pPr>
            <a:lvl7pPr algn="l">
              <a:defRPr sz="975" b="0">
                <a:solidFill>
                  <a:srgbClr val="F7F8F3"/>
                </a:solidFill>
                <a:latin typeface="Arial"/>
                <a:ea typeface="Arial"/>
                <a:cs typeface="Arial"/>
              </a:defRPr>
            </a:lvl7pPr>
            <a:lvl8pPr algn="l">
              <a:defRPr sz="975" b="0">
                <a:solidFill>
                  <a:srgbClr val="F7F8F3"/>
                </a:solidFill>
                <a:latin typeface="Arial"/>
                <a:ea typeface="Arial"/>
                <a:cs typeface="Arial"/>
              </a:defRPr>
            </a:lvl8pPr>
            <a:lvl9pPr algn="l">
              <a:defRPr sz="975" b="0">
                <a:solidFill>
                  <a:srgbClr val="F7F8F3"/>
                </a:solidFill>
                <a:latin typeface="Arial"/>
                <a:ea typeface="Arial"/>
                <a:cs typeface="Arial"/>
              </a:defRPr>
            </a:lvl9pPr>
          </a:lstStyle>
          <a:p xmlns:a="http://schemas.openxmlformats.org/drawingml/2006/main">
            <a:pPr algn="l">
              <a:defRPr sz="975" b="0">
                <a:solidFill>
                  <a:srgbClr val="F7F8F3"/>
                </a:solidFill>
                <a:latin typeface="Arial"/>
                <a:ea typeface="Arial"/>
                <a:cs typeface="Arial"/>
              </a:defRPr>
            </a:pPr>
            <a:r>
              <a:rPr sz="975" b="0">
                <a:solidFill>
                  <a:srgbClr val="F7F8F3"/>
                </a:solidFill>
                <a:latin typeface="Arial"/>
                <a:ea typeface="Arial"/>
                <a:cs typeface="Arial"/>
              </a:rPr>
              <a:t>ca rõ  ·  ca bẫy</a:t>
            </a:r>
          </a:p>
        </p:txBody>
      </p:sp>
      <p:sp>
        <p:nvSpPr>
          <p:cNvPr id="9" name="architecture-BỘ PHÁT">
            <a:extLst xmlns:a="http://schemas.openxmlformats.org/drawingml/2006/main">
              <a:ext uri="{FF2B5EF4-FFF2-40B4-BE49-F238E27FC236}">
                <a16:creationId xmlns:a16="http://schemas.microsoft.com/office/drawing/2014/main" id="{5FB0503F-2175-4CF0-85CB-22F0C7504591}"/>
              </a:ext>
            </a:extLst>
          </p:cNvPr>
          <p:cNvSpPr>
            <a:spLocks xmlns:a="http://schemas.openxmlformats.org/drawingml/2006/main" noGrp="1"/>
          </p:cNvSpPr>
          <p:nvPr/>
        </p:nvSpPr>
        <p:spPr>
          <a:xfrm xmlns:a="http://schemas.openxmlformats.org/drawingml/2006/main">
            <a:off x="3314700" y="1981200"/>
            <a:ext cx="2095500" cy="1619250"/>
          </a:xfrm>
          <a:prstGeom xmlns:a="http://schemas.openxmlformats.org/drawingml/2006/main" prst="roundRect">
            <a:avLst>
              <a:gd name="adj" fmla="val 8235"/>
            </a:avLst>
          </a:prstGeom>
          <a:solidFill xmlns:a="http://schemas.openxmlformats.org/drawingml/2006/main">
            <a:srgbClr val="006F68"/>
          </a:solidFill>
          <a:ln xmlns:a="http://schemas.openxmlformats.org/drawingml/2006/main" w="0">
            <a:noFill/>
            <a:prstDash val="solid"/>
          </a:ln>
        </p:spPr>
      </p:sp>
      <p:sp>
        <p:nvSpPr>
          <p:cNvPr id="10" name="BỘ PHÁT-heading">
            <a:extLst xmlns:a="http://schemas.openxmlformats.org/drawingml/2006/main">
              <a:ext uri="{FF2B5EF4-FFF2-40B4-BE49-F238E27FC236}">
                <a16:creationId xmlns:a16="http://schemas.microsoft.com/office/drawing/2014/main" id="{215B2FB1-9AEC-44D3-907B-3B9F77C76CBB}"/>
              </a:ext>
            </a:extLst>
          </p:cNvPr>
          <p:cNvSpPr>
            <a:spLocks xmlns:a="http://schemas.openxmlformats.org/drawingml/2006/main" noGrp="1"/>
          </p:cNvSpPr>
          <p:nvPr/>
        </p:nvSpPr>
        <p:spPr>
          <a:xfrm xmlns:a="http://schemas.openxmlformats.org/drawingml/2006/main">
            <a:off x="3486150" y="215265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F7F8F3"/>
                </a:solidFill>
                <a:latin typeface="Arial"/>
                <a:ea typeface="Arial"/>
                <a:cs typeface="Arial"/>
              </a:defRPr>
            </a:defPPr>
            <a:lvl1pPr algn="l">
              <a:defRPr sz="975" b="1">
                <a:solidFill>
                  <a:srgbClr val="F7F8F3"/>
                </a:solidFill>
                <a:latin typeface="Arial"/>
                <a:ea typeface="Arial"/>
                <a:cs typeface="Arial"/>
              </a:defRPr>
            </a:lvl1pPr>
            <a:lvl2pPr algn="l">
              <a:defRPr sz="975" b="1">
                <a:solidFill>
                  <a:srgbClr val="F7F8F3"/>
                </a:solidFill>
                <a:latin typeface="Arial"/>
                <a:ea typeface="Arial"/>
                <a:cs typeface="Arial"/>
              </a:defRPr>
            </a:lvl2pPr>
            <a:lvl3pPr algn="l">
              <a:defRPr sz="975" b="1">
                <a:solidFill>
                  <a:srgbClr val="F7F8F3"/>
                </a:solidFill>
                <a:latin typeface="Arial"/>
                <a:ea typeface="Arial"/>
                <a:cs typeface="Arial"/>
              </a:defRPr>
            </a:lvl3pPr>
            <a:lvl4pPr algn="l">
              <a:defRPr sz="975" b="1">
                <a:solidFill>
                  <a:srgbClr val="F7F8F3"/>
                </a:solidFill>
                <a:latin typeface="Arial"/>
                <a:ea typeface="Arial"/>
                <a:cs typeface="Arial"/>
              </a:defRPr>
            </a:lvl4pPr>
            <a:lvl5pPr algn="l">
              <a:defRPr sz="975" b="1">
                <a:solidFill>
                  <a:srgbClr val="F7F8F3"/>
                </a:solidFill>
                <a:latin typeface="Arial"/>
                <a:ea typeface="Arial"/>
                <a:cs typeface="Arial"/>
              </a:defRPr>
            </a:lvl5pPr>
            <a:lvl6pPr algn="l">
              <a:defRPr sz="975" b="1">
                <a:solidFill>
                  <a:srgbClr val="F7F8F3"/>
                </a:solidFill>
                <a:latin typeface="Arial"/>
                <a:ea typeface="Arial"/>
                <a:cs typeface="Arial"/>
              </a:defRPr>
            </a:lvl6pPr>
            <a:lvl7pPr algn="l">
              <a:defRPr sz="975" b="1">
                <a:solidFill>
                  <a:srgbClr val="F7F8F3"/>
                </a:solidFill>
                <a:latin typeface="Arial"/>
                <a:ea typeface="Arial"/>
                <a:cs typeface="Arial"/>
              </a:defRPr>
            </a:lvl7pPr>
            <a:lvl8pPr algn="l">
              <a:defRPr sz="975" b="1">
                <a:solidFill>
                  <a:srgbClr val="F7F8F3"/>
                </a:solidFill>
                <a:latin typeface="Arial"/>
                <a:ea typeface="Arial"/>
                <a:cs typeface="Arial"/>
              </a:defRPr>
            </a:lvl8pPr>
            <a:lvl9pPr algn="l">
              <a:defRPr sz="975" b="1">
                <a:solidFill>
                  <a:srgbClr val="F7F8F3"/>
                </a:solidFill>
                <a:latin typeface="Arial"/>
                <a:ea typeface="Arial"/>
                <a:cs typeface="Arial"/>
              </a:defRPr>
            </a:lvl9pPr>
          </a:lstStyle>
          <a:p xmlns:a="http://schemas.openxmlformats.org/drawingml/2006/main">
            <a:pPr algn="l">
              <a:defRPr sz="975" b="1">
                <a:solidFill>
                  <a:srgbClr val="F7F8F3"/>
                </a:solidFill>
                <a:latin typeface="Arial"/>
                <a:ea typeface="Arial"/>
                <a:cs typeface="Arial"/>
              </a:defRPr>
            </a:pPr>
            <a:r>
              <a:rPr sz="975" b="1">
                <a:solidFill>
                  <a:srgbClr val="F7F8F3"/>
                </a:solidFill>
                <a:latin typeface="Arial"/>
                <a:ea typeface="Arial"/>
                <a:cs typeface="Arial"/>
              </a:rPr>
              <a:t>BỘ PHÁT</a:t>
            </a:r>
          </a:p>
        </p:txBody>
      </p:sp>
      <p:sp>
        <p:nvSpPr>
          <p:cNvPr id="11" name="BỘ PHÁT-body">
            <a:extLst xmlns:a="http://schemas.openxmlformats.org/drawingml/2006/main">
              <a:ext uri="{FF2B5EF4-FFF2-40B4-BE49-F238E27FC236}">
                <a16:creationId xmlns:a16="http://schemas.microsoft.com/office/drawing/2014/main" id="{FF2265E2-7CC9-47EE-880E-0E66B04C4678}"/>
              </a:ext>
            </a:extLst>
          </p:cNvPr>
          <p:cNvSpPr>
            <a:spLocks xmlns:a="http://schemas.openxmlformats.org/drawingml/2006/main" noGrp="1"/>
          </p:cNvSpPr>
          <p:nvPr/>
        </p:nvSpPr>
        <p:spPr>
          <a:xfrm xmlns:a="http://schemas.openxmlformats.org/drawingml/2006/main">
            <a:off x="3486150" y="24669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7F8F3"/>
                </a:solidFill>
                <a:latin typeface="Arial"/>
                <a:ea typeface="Arial"/>
                <a:cs typeface="Arial"/>
              </a:defRPr>
            </a:defPPr>
            <a:lvl1pPr algn="l">
              <a:defRPr sz="1500" b="1">
                <a:solidFill>
                  <a:srgbClr val="F7F8F3"/>
                </a:solidFill>
                <a:latin typeface="Arial"/>
                <a:ea typeface="Arial"/>
                <a:cs typeface="Arial"/>
              </a:defRPr>
            </a:lvl1pPr>
            <a:lvl2pPr algn="l">
              <a:defRPr sz="1500" b="1">
                <a:solidFill>
                  <a:srgbClr val="F7F8F3"/>
                </a:solidFill>
                <a:latin typeface="Arial"/>
                <a:ea typeface="Arial"/>
                <a:cs typeface="Arial"/>
              </a:defRPr>
            </a:lvl2pPr>
            <a:lvl3pPr algn="l">
              <a:defRPr sz="1500" b="1">
                <a:solidFill>
                  <a:srgbClr val="F7F8F3"/>
                </a:solidFill>
                <a:latin typeface="Arial"/>
                <a:ea typeface="Arial"/>
                <a:cs typeface="Arial"/>
              </a:defRPr>
            </a:lvl3pPr>
            <a:lvl4pPr algn="l">
              <a:defRPr sz="1500" b="1">
                <a:solidFill>
                  <a:srgbClr val="F7F8F3"/>
                </a:solidFill>
                <a:latin typeface="Arial"/>
                <a:ea typeface="Arial"/>
                <a:cs typeface="Arial"/>
              </a:defRPr>
            </a:lvl4pPr>
            <a:lvl5pPr algn="l">
              <a:defRPr sz="1500" b="1">
                <a:solidFill>
                  <a:srgbClr val="F7F8F3"/>
                </a:solidFill>
                <a:latin typeface="Arial"/>
                <a:ea typeface="Arial"/>
                <a:cs typeface="Arial"/>
              </a:defRPr>
            </a:lvl5pPr>
            <a:lvl6pPr algn="l">
              <a:defRPr sz="1500" b="1">
                <a:solidFill>
                  <a:srgbClr val="F7F8F3"/>
                </a:solidFill>
                <a:latin typeface="Arial"/>
                <a:ea typeface="Arial"/>
                <a:cs typeface="Arial"/>
              </a:defRPr>
            </a:lvl6pPr>
            <a:lvl7pPr algn="l">
              <a:defRPr sz="1500" b="1">
                <a:solidFill>
                  <a:srgbClr val="F7F8F3"/>
                </a:solidFill>
                <a:latin typeface="Arial"/>
                <a:ea typeface="Arial"/>
                <a:cs typeface="Arial"/>
              </a:defRPr>
            </a:lvl7pPr>
            <a:lvl8pPr algn="l">
              <a:defRPr sz="1500" b="1">
                <a:solidFill>
                  <a:srgbClr val="F7F8F3"/>
                </a:solidFill>
                <a:latin typeface="Arial"/>
                <a:ea typeface="Arial"/>
                <a:cs typeface="Arial"/>
              </a:defRPr>
            </a:lvl8pPr>
            <a:lvl9pPr algn="l">
              <a:defRPr sz="1500" b="1">
                <a:solidFill>
                  <a:srgbClr val="F7F8F3"/>
                </a:solidFill>
                <a:latin typeface="Arial"/>
                <a:ea typeface="Arial"/>
                <a:cs typeface="Arial"/>
              </a:defRPr>
            </a:lvl9pPr>
          </a:lstStyle>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ESP32-WROOM-32</a:t>
            </a:r>
          </a:p>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DAC 8-bit · GPIO25</a:t>
            </a:r>
          </a:p>
        </p:txBody>
      </p:sp>
      <p:sp>
        <p:nvSpPr>
          <p:cNvPr id="12" name="BỘ PHÁT-tag">
            <a:extLst xmlns:a="http://schemas.openxmlformats.org/drawingml/2006/main">
              <a:ext uri="{FF2B5EF4-FFF2-40B4-BE49-F238E27FC236}">
                <a16:creationId xmlns:a16="http://schemas.microsoft.com/office/drawing/2014/main" id="{A21E2002-E947-48BA-AE7E-C4779C525734}"/>
              </a:ext>
            </a:extLst>
          </p:cNvPr>
          <p:cNvSpPr>
            <a:spLocks xmlns:a="http://schemas.openxmlformats.org/drawingml/2006/main" noGrp="1"/>
          </p:cNvSpPr>
          <p:nvPr/>
        </p:nvSpPr>
        <p:spPr>
          <a:xfrm xmlns:a="http://schemas.openxmlformats.org/drawingml/2006/main">
            <a:off x="3486150" y="3219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F7F8F3"/>
                </a:solidFill>
                <a:latin typeface="Arial"/>
                <a:ea typeface="Arial"/>
                <a:cs typeface="Arial"/>
              </a:defRPr>
            </a:defPPr>
            <a:lvl1pPr algn="l">
              <a:defRPr sz="975" b="0">
                <a:solidFill>
                  <a:srgbClr val="F7F8F3"/>
                </a:solidFill>
                <a:latin typeface="Arial"/>
                <a:ea typeface="Arial"/>
                <a:cs typeface="Arial"/>
              </a:defRPr>
            </a:lvl1pPr>
            <a:lvl2pPr algn="l">
              <a:defRPr sz="975" b="0">
                <a:solidFill>
                  <a:srgbClr val="F7F8F3"/>
                </a:solidFill>
                <a:latin typeface="Arial"/>
                <a:ea typeface="Arial"/>
                <a:cs typeface="Arial"/>
              </a:defRPr>
            </a:lvl2pPr>
            <a:lvl3pPr algn="l">
              <a:defRPr sz="975" b="0">
                <a:solidFill>
                  <a:srgbClr val="F7F8F3"/>
                </a:solidFill>
                <a:latin typeface="Arial"/>
                <a:ea typeface="Arial"/>
                <a:cs typeface="Arial"/>
              </a:defRPr>
            </a:lvl3pPr>
            <a:lvl4pPr algn="l">
              <a:defRPr sz="975" b="0">
                <a:solidFill>
                  <a:srgbClr val="F7F8F3"/>
                </a:solidFill>
                <a:latin typeface="Arial"/>
                <a:ea typeface="Arial"/>
                <a:cs typeface="Arial"/>
              </a:defRPr>
            </a:lvl4pPr>
            <a:lvl5pPr algn="l">
              <a:defRPr sz="975" b="0">
                <a:solidFill>
                  <a:srgbClr val="F7F8F3"/>
                </a:solidFill>
                <a:latin typeface="Arial"/>
                <a:ea typeface="Arial"/>
                <a:cs typeface="Arial"/>
              </a:defRPr>
            </a:lvl5pPr>
            <a:lvl6pPr algn="l">
              <a:defRPr sz="975" b="0">
                <a:solidFill>
                  <a:srgbClr val="F7F8F3"/>
                </a:solidFill>
                <a:latin typeface="Arial"/>
                <a:ea typeface="Arial"/>
                <a:cs typeface="Arial"/>
              </a:defRPr>
            </a:lvl6pPr>
            <a:lvl7pPr algn="l">
              <a:defRPr sz="975" b="0">
                <a:solidFill>
                  <a:srgbClr val="F7F8F3"/>
                </a:solidFill>
                <a:latin typeface="Arial"/>
                <a:ea typeface="Arial"/>
                <a:cs typeface="Arial"/>
              </a:defRPr>
            </a:lvl7pPr>
            <a:lvl8pPr algn="l">
              <a:defRPr sz="975" b="0">
                <a:solidFill>
                  <a:srgbClr val="F7F8F3"/>
                </a:solidFill>
                <a:latin typeface="Arial"/>
                <a:ea typeface="Arial"/>
                <a:cs typeface="Arial"/>
              </a:defRPr>
            </a:lvl8pPr>
            <a:lvl9pPr algn="l">
              <a:defRPr sz="975" b="0">
                <a:solidFill>
                  <a:srgbClr val="F7F8F3"/>
                </a:solidFill>
                <a:latin typeface="Arial"/>
                <a:ea typeface="Arial"/>
                <a:cs typeface="Arial"/>
              </a:defRPr>
            </a:lvl9pPr>
          </a:lstStyle>
          <a:p xmlns:a="http://schemas.openxmlformats.org/drawingml/2006/main">
            <a:pPr algn="l">
              <a:defRPr sz="975" b="0">
                <a:solidFill>
                  <a:srgbClr val="F7F8F3"/>
                </a:solidFill>
                <a:latin typeface="Arial"/>
                <a:ea typeface="Arial"/>
                <a:cs typeface="Arial"/>
              </a:defRPr>
            </a:pPr>
            <a:r>
              <a:rPr sz="975" b="0">
                <a:solidFill>
                  <a:srgbClr val="F7F8F3"/>
                </a:solidFill>
                <a:latin typeface="Arial"/>
                <a:ea typeface="Arial"/>
                <a:cs typeface="Arial"/>
              </a:rPr>
              <a:t>phát mẫu 1 kHz</a:t>
            </a:r>
          </a:p>
        </p:txBody>
      </p:sp>
      <p:sp>
        <p:nvSpPr>
          <p:cNvPr id="13" name="architecture-ĐIỀU HÒA TÍN HIỆU">
            <a:extLst xmlns:a="http://schemas.openxmlformats.org/drawingml/2006/main">
              <a:ext uri="{FF2B5EF4-FFF2-40B4-BE49-F238E27FC236}">
                <a16:creationId xmlns:a16="http://schemas.microsoft.com/office/drawing/2014/main" id="{70714D6D-98C1-4D61-8970-828505FC23E3}"/>
              </a:ext>
            </a:extLst>
          </p:cNvPr>
          <p:cNvSpPr>
            <a:spLocks xmlns:a="http://schemas.openxmlformats.org/drawingml/2006/main" noGrp="1"/>
          </p:cNvSpPr>
          <p:nvPr/>
        </p:nvSpPr>
        <p:spPr>
          <a:xfrm xmlns:a="http://schemas.openxmlformats.org/drawingml/2006/main">
            <a:off x="6000750" y="1981200"/>
            <a:ext cx="2190750" cy="1619250"/>
          </a:xfrm>
          <a:prstGeom xmlns:a="http://schemas.openxmlformats.org/drawingml/2006/main" prst="roundRect">
            <a:avLst>
              <a:gd name="adj" fmla="val 8235"/>
            </a:avLst>
          </a:prstGeom>
          <a:solidFill xmlns:a="http://schemas.openxmlformats.org/drawingml/2006/main">
            <a:srgbClr val="D9ECE7"/>
          </a:solidFill>
          <a:ln xmlns:a="http://schemas.openxmlformats.org/drawingml/2006/main" w="0">
            <a:noFill/>
            <a:prstDash val="solid"/>
          </a:ln>
        </p:spPr>
      </p:sp>
      <p:sp>
        <p:nvSpPr>
          <p:cNvPr id="14" name="ĐIỀU HÒA TÍN HIỆU-heading">
            <a:extLst xmlns:a="http://schemas.openxmlformats.org/drawingml/2006/main">
              <a:ext uri="{FF2B5EF4-FFF2-40B4-BE49-F238E27FC236}">
                <a16:creationId xmlns:a16="http://schemas.microsoft.com/office/drawing/2014/main" id="{6F7F08A7-48C4-4FCF-9038-803AF63D820D}"/>
              </a:ext>
            </a:extLst>
          </p:cNvPr>
          <p:cNvSpPr>
            <a:spLocks xmlns:a="http://schemas.openxmlformats.org/drawingml/2006/main" noGrp="1"/>
          </p:cNvSpPr>
          <p:nvPr/>
        </p:nvSpPr>
        <p:spPr>
          <a:xfrm xmlns:a="http://schemas.openxmlformats.org/drawingml/2006/main">
            <a:off x="6172200" y="21526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1232B"/>
                </a:solidFill>
                <a:latin typeface="Arial"/>
                <a:ea typeface="Arial"/>
                <a:cs typeface="Arial"/>
              </a:defRPr>
            </a:defPPr>
            <a:lvl1pPr algn="l">
              <a:defRPr sz="975" b="1">
                <a:solidFill>
                  <a:srgbClr val="11232B"/>
                </a:solidFill>
                <a:latin typeface="Arial"/>
                <a:ea typeface="Arial"/>
                <a:cs typeface="Arial"/>
              </a:defRPr>
            </a:lvl1pPr>
            <a:lvl2pPr algn="l">
              <a:defRPr sz="975" b="1">
                <a:solidFill>
                  <a:srgbClr val="11232B"/>
                </a:solidFill>
                <a:latin typeface="Arial"/>
                <a:ea typeface="Arial"/>
                <a:cs typeface="Arial"/>
              </a:defRPr>
            </a:lvl2pPr>
            <a:lvl3pPr algn="l">
              <a:defRPr sz="975" b="1">
                <a:solidFill>
                  <a:srgbClr val="11232B"/>
                </a:solidFill>
                <a:latin typeface="Arial"/>
                <a:ea typeface="Arial"/>
                <a:cs typeface="Arial"/>
              </a:defRPr>
            </a:lvl3pPr>
            <a:lvl4pPr algn="l">
              <a:defRPr sz="975" b="1">
                <a:solidFill>
                  <a:srgbClr val="11232B"/>
                </a:solidFill>
                <a:latin typeface="Arial"/>
                <a:ea typeface="Arial"/>
                <a:cs typeface="Arial"/>
              </a:defRPr>
            </a:lvl4pPr>
            <a:lvl5pPr algn="l">
              <a:defRPr sz="975" b="1">
                <a:solidFill>
                  <a:srgbClr val="11232B"/>
                </a:solidFill>
                <a:latin typeface="Arial"/>
                <a:ea typeface="Arial"/>
                <a:cs typeface="Arial"/>
              </a:defRPr>
            </a:lvl5pPr>
            <a:lvl6pPr algn="l">
              <a:defRPr sz="975" b="1">
                <a:solidFill>
                  <a:srgbClr val="11232B"/>
                </a:solidFill>
                <a:latin typeface="Arial"/>
                <a:ea typeface="Arial"/>
                <a:cs typeface="Arial"/>
              </a:defRPr>
            </a:lvl6pPr>
            <a:lvl7pPr algn="l">
              <a:defRPr sz="975" b="1">
                <a:solidFill>
                  <a:srgbClr val="11232B"/>
                </a:solidFill>
                <a:latin typeface="Arial"/>
                <a:ea typeface="Arial"/>
                <a:cs typeface="Arial"/>
              </a:defRPr>
            </a:lvl7pPr>
            <a:lvl8pPr algn="l">
              <a:defRPr sz="975" b="1">
                <a:solidFill>
                  <a:srgbClr val="11232B"/>
                </a:solidFill>
                <a:latin typeface="Arial"/>
                <a:ea typeface="Arial"/>
                <a:cs typeface="Arial"/>
              </a:defRPr>
            </a:lvl8pPr>
            <a:lvl9pPr algn="l">
              <a:defRPr sz="975" b="1">
                <a:solidFill>
                  <a:srgbClr val="11232B"/>
                </a:solidFill>
                <a:latin typeface="Arial"/>
                <a:ea typeface="Arial"/>
                <a:cs typeface="Arial"/>
              </a:defRPr>
            </a:lvl9pPr>
          </a:lstStyle>
          <a:p xmlns:a="http://schemas.openxmlformats.org/drawingml/2006/main">
            <a:pPr algn="l">
              <a:defRPr sz="975" b="1">
                <a:solidFill>
                  <a:srgbClr val="11232B"/>
                </a:solidFill>
                <a:latin typeface="Arial"/>
                <a:ea typeface="Arial"/>
                <a:cs typeface="Arial"/>
              </a:defRPr>
            </a:pPr>
            <a:r>
              <a:rPr sz="975" b="1">
                <a:solidFill>
                  <a:srgbClr val="11232B"/>
                </a:solidFill>
                <a:latin typeface="Arial"/>
                <a:ea typeface="Arial"/>
                <a:cs typeface="Arial"/>
              </a:rPr>
              <a:t>ĐIỀU HÒA TÍN HIỆU</a:t>
            </a:r>
          </a:p>
        </p:txBody>
      </p:sp>
      <p:sp>
        <p:nvSpPr>
          <p:cNvPr id="15" name="ĐIỀU HÒA TÍN HIỆU-body">
            <a:extLst xmlns:a="http://schemas.openxmlformats.org/drawingml/2006/main">
              <a:ext uri="{FF2B5EF4-FFF2-40B4-BE49-F238E27FC236}">
                <a16:creationId xmlns:a16="http://schemas.microsoft.com/office/drawing/2014/main" id="{1B5FC10E-70EB-45C1-9B80-88BBA37231DD}"/>
              </a:ext>
            </a:extLst>
          </p:cNvPr>
          <p:cNvSpPr>
            <a:spLocks xmlns:a="http://schemas.openxmlformats.org/drawingml/2006/main" noGrp="1"/>
          </p:cNvSpPr>
          <p:nvPr/>
        </p:nvSpPr>
        <p:spPr>
          <a:xfrm xmlns:a="http://schemas.openxmlformats.org/drawingml/2006/main">
            <a:off x="6172200" y="2466975"/>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627"/>
          </a:bodyPr>
          <a:lstStyle xmlns:a="http://schemas.openxmlformats.org/drawingml/2006/main">
            <a:defPPr algn="l">
              <a:defRPr sz="1500" b="1">
                <a:solidFill>
                  <a:srgbClr val="11232B"/>
                </a:solidFill>
                <a:latin typeface="Arial"/>
                <a:ea typeface="Arial"/>
                <a:cs typeface="Arial"/>
              </a:defRPr>
            </a:defPPr>
            <a:lvl1pPr algn="l">
              <a:defRPr sz="1500" b="1">
                <a:solidFill>
                  <a:srgbClr val="11232B"/>
                </a:solidFill>
                <a:latin typeface="Arial"/>
                <a:ea typeface="Arial"/>
                <a:cs typeface="Arial"/>
              </a:defRPr>
            </a:lvl1pPr>
            <a:lvl2pPr algn="l">
              <a:defRPr sz="1500" b="1">
                <a:solidFill>
                  <a:srgbClr val="11232B"/>
                </a:solidFill>
                <a:latin typeface="Arial"/>
                <a:ea typeface="Arial"/>
                <a:cs typeface="Arial"/>
              </a:defRPr>
            </a:lvl2pPr>
            <a:lvl3pPr algn="l">
              <a:defRPr sz="1500" b="1">
                <a:solidFill>
                  <a:srgbClr val="11232B"/>
                </a:solidFill>
                <a:latin typeface="Arial"/>
                <a:ea typeface="Arial"/>
                <a:cs typeface="Arial"/>
              </a:defRPr>
            </a:lvl3pPr>
            <a:lvl4pPr algn="l">
              <a:defRPr sz="1500" b="1">
                <a:solidFill>
                  <a:srgbClr val="11232B"/>
                </a:solidFill>
                <a:latin typeface="Arial"/>
                <a:ea typeface="Arial"/>
                <a:cs typeface="Arial"/>
              </a:defRPr>
            </a:lvl4pPr>
            <a:lvl5pPr algn="l">
              <a:defRPr sz="1500" b="1">
                <a:solidFill>
                  <a:srgbClr val="11232B"/>
                </a:solidFill>
                <a:latin typeface="Arial"/>
                <a:ea typeface="Arial"/>
                <a:cs typeface="Arial"/>
              </a:defRPr>
            </a:lvl5pPr>
            <a:lvl6pPr algn="l">
              <a:defRPr sz="1500" b="1">
                <a:solidFill>
                  <a:srgbClr val="11232B"/>
                </a:solidFill>
                <a:latin typeface="Arial"/>
                <a:ea typeface="Arial"/>
                <a:cs typeface="Arial"/>
              </a:defRPr>
            </a:lvl6pPr>
            <a:lvl7pPr algn="l">
              <a:defRPr sz="1500" b="1">
                <a:solidFill>
                  <a:srgbClr val="11232B"/>
                </a:solidFill>
                <a:latin typeface="Arial"/>
                <a:ea typeface="Arial"/>
                <a:cs typeface="Arial"/>
              </a:defRPr>
            </a:lvl7pPr>
            <a:lvl8pPr algn="l">
              <a:defRPr sz="1500" b="1">
                <a:solidFill>
                  <a:srgbClr val="11232B"/>
                </a:solidFill>
                <a:latin typeface="Arial"/>
                <a:ea typeface="Arial"/>
                <a:cs typeface="Arial"/>
              </a:defRPr>
            </a:lvl8pPr>
            <a:lvl9pPr algn="l">
              <a:defRPr sz="1500" b="1">
                <a:solidFill>
                  <a:srgbClr val="11232B"/>
                </a:solidFill>
                <a:latin typeface="Arial"/>
                <a:ea typeface="Arial"/>
                <a:cs typeface="Arial"/>
              </a:defRPr>
            </a:lvl9pPr>
          </a:lstStyle>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chia áp 1:1</a:t>
            </a:r>
          </a:p>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R 10 kΩ × 2 + C 100 nF</a:t>
            </a:r>
          </a:p>
        </p:txBody>
      </p:sp>
      <p:sp>
        <p:nvSpPr>
          <p:cNvPr id="16" name="ĐIỀU HÒA TÍN HIỆU-tag">
            <a:extLst xmlns:a="http://schemas.openxmlformats.org/drawingml/2006/main">
              <a:ext uri="{FF2B5EF4-FFF2-40B4-BE49-F238E27FC236}">
                <a16:creationId xmlns:a16="http://schemas.microsoft.com/office/drawing/2014/main" id="{8D6125FF-D3C3-4248-BDC9-6B558A8D4AA5}"/>
              </a:ext>
            </a:extLst>
          </p:cNvPr>
          <p:cNvSpPr>
            <a:spLocks xmlns:a="http://schemas.openxmlformats.org/drawingml/2006/main" noGrp="1"/>
          </p:cNvSpPr>
          <p:nvPr/>
        </p:nvSpPr>
        <p:spPr>
          <a:xfrm xmlns:a="http://schemas.openxmlformats.org/drawingml/2006/main">
            <a:off x="6172200" y="3219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1232B"/>
                </a:solidFill>
                <a:latin typeface="Arial"/>
                <a:ea typeface="Arial"/>
                <a:cs typeface="Arial"/>
              </a:defRPr>
            </a:defPPr>
            <a:lvl1pPr algn="l">
              <a:defRPr sz="975" b="0">
                <a:solidFill>
                  <a:srgbClr val="11232B"/>
                </a:solidFill>
                <a:latin typeface="Arial"/>
                <a:ea typeface="Arial"/>
                <a:cs typeface="Arial"/>
              </a:defRPr>
            </a:lvl1pPr>
            <a:lvl2pPr algn="l">
              <a:defRPr sz="975" b="0">
                <a:solidFill>
                  <a:srgbClr val="11232B"/>
                </a:solidFill>
                <a:latin typeface="Arial"/>
                <a:ea typeface="Arial"/>
                <a:cs typeface="Arial"/>
              </a:defRPr>
            </a:lvl2pPr>
            <a:lvl3pPr algn="l">
              <a:defRPr sz="975" b="0">
                <a:solidFill>
                  <a:srgbClr val="11232B"/>
                </a:solidFill>
                <a:latin typeface="Arial"/>
                <a:ea typeface="Arial"/>
                <a:cs typeface="Arial"/>
              </a:defRPr>
            </a:lvl3pPr>
            <a:lvl4pPr algn="l">
              <a:defRPr sz="975" b="0">
                <a:solidFill>
                  <a:srgbClr val="11232B"/>
                </a:solidFill>
                <a:latin typeface="Arial"/>
                <a:ea typeface="Arial"/>
                <a:cs typeface="Arial"/>
              </a:defRPr>
            </a:lvl4pPr>
            <a:lvl5pPr algn="l">
              <a:defRPr sz="975" b="0">
                <a:solidFill>
                  <a:srgbClr val="11232B"/>
                </a:solidFill>
                <a:latin typeface="Arial"/>
                <a:ea typeface="Arial"/>
                <a:cs typeface="Arial"/>
              </a:defRPr>
            </a:lvl5pPr>
            <a:lvl6pPr algn="l">
              <a:defRPr sz="975" b="0">
                <a:solidFill>
                  <a:srgbClr val="11232B"/>
                </a:solidFill>
                <a:latin typeface="Arial"/>
                <a:ea typeface="Arial"/>
                <a:cs typeface="Arial"/>
              </a:defRPr>
            </a:lvl6pPr>
            <a:lvl7pPr algn="l">
              <a:defRPr sz="975" b="0">
                <a:solidFill>
                  <a:srgbClr val="11232B"/>
                </a:solidFill>
                <a:latin typeface="Arial"/>
                <a:ea typeface="Arial"/>
                <a:cs typeface="Arial"/>
              </a:defRPr>
            </a:lvl7pPr>
            <a:lvl8pPr algn="l">
              <a:defRPr sz="975" b="0">
                <a:solidFill>
                  <a:srgbClr val="11232B"/>
                </a:solidFill>
                <a:latin typeface="Arial"/>
                <a:ea typeface="Arial"/>
                <a:cs typeface="Arial"/>
              </a:defRPr>
            </a:lvl8pPr>
            <a:lvl9pPr algn="l">
              <a:defRPr sz="975" b="0">
                <a:solidFill>
                  <a:srgbClr val="11232B"/>
                </a:solidFill>
                <a:latin typeface="Arial"/>
                <a:ea typeface="Arial"/>
                <a:cs typeface="Arial"/>
              </a:defRPr>
            </a:lvl9pPr>
          </a:lstStyle>
          <a:p xmlns:a="http://schemas.openxmlformats.org/drawingml/2006/main">
            <a:pPr algn="l">
              <a:defRPr sz="975" b="0">
                <a:solidFill>
                  <a:srgbClr val="11232B"/>
                </a:solidFill>
                <a:latin typeface="Arial"/>
                <a:ea typeface="Arial"/>
                <a:cs typeface="Arial"/>
              </a:defRPr>
            </a:pPr>
            <a:r>
              <a:rPr sz="975" b="0">
                <a:solidFill>
                  <a:srgbClr val="11232B"/>
                </a:solidFill>
                <a:latin typeface="Arial"/>
                <a:ea typeface="Arial"/>
                <a:cs typeface="Arial"/>
              </a:rPr>
              <a:t>0–1,65 V · GND chung</a:t>
            </a:r>
          </a:p>
        </p:txBody>
      </p:sp>
      <p:sp>
        <p:nvSpPr>
          <p:cNvPr id="17" name="architecture-BỘ THU / AI">
            <a:extLst xmlns:a="http://schemas.openxmlformats.org/drawingml/2006/main">
              <a:ext uri="{FF2B5EF4-FFF2-40B4-BE49-F238E27FC236}">
                <a16:creationId xmlns:a16="http://schemas.microsoft.com/office/drawing/2014/main" id="{9A8C2A43-3B22-41D3-98F8-472730E9D0D0}"/>
              </a:ext>
            </a:extLst>
          </p:cNvPr>
          <p:cNvSpPr>
            <a:spLocks xmlns:a="http://schemas.openxmlformats.org/drawingml/2006/main" noGrp="1"/>
          </p:cNvSpPr>
          <p:nvPr/>
        </p:nvSpPr>
        <p:spPr>
          <a:xfrm xmlns:a="http://schemas.openxmlformats.org/drawingml/2006/main">
            <a:off x="8782050" y="1981200"/>
            <a:ext cx="2714625" cy="1619250"/>
          </a:xfrm>
          <a:prstGeom xmlns:a="http://schemas.openxmlformats.org/drawingml/2006/main" prst="roundRect">
            <a:avLst>
              <a:gd name="adj" fmla="val 8235"/>
            </a:avLst>
          </a:prstGeom>
          <a:solidFill xmlns:a="http://schemas.openxmlformats.org/drawingml/2006/main">
            <a:srgbClr val="102A33"/>
          </a:solidFill>
          <a:ln xmlns:a="http://schemas.openxmlformats.org/drawingml/2006/main" w="0">
            <a:noFill/>
            <a:prstDash val="solid"/>
          </a:ln>
        </p:spPr>
      </p:sp>
      <p:sp>
        <p:nvSpPr>
          <p:cNvPr id="18" name="BỘ THU / AI-heading">
            <a:extLst xmlns:a="http://schemas.openxmlformats.org/drawingml/2006/main">
              <a:ext uri="{FF2B5EF4-FFF2-40B4-BE49-F238E27FC236}">
                <a16:creationId xmlns:a16="http://schemas.microsoft.com/office/drawing/2014/main" id="{3695747B-428A-4467-9D7E-BBF59285EE40}"/>
              </a:ext>
            </a:extLst>
          </p:cNvPr>
          <p:cNvSpPr>
            <a:spLocks xmlns:a="http://schemas.openxmlformats.org/drawingml/2006/main" noGrp="1"/>
          </p:cNvSpPr>
          <p:nvPr/>
        </p:nvSpPr>
        <p:spPr>
          <a:xfrm xmlns:a="http://schemas.openxmlformats.org/drawingml/2006/main">
            <a:off x="8953500" y="2152650"/>
            <a:ext cx="2371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F7F8F3"/>
                </a:solidFill>
                <a:latin typeface="Arial"/>
                <a:ea typeface="Arial"/>
                <a:cs typeface="Arial"/>
              </a:defRPr>
            </a:defPPr>
            <a:lvl1pPr algn="l">
              <a:defRPr sz="975" b="1">
                <a:solidFill>
                  <a:srgbClr val="F7F8F3"/>
                </a:solidFill>
                <a:latin typeface="Arial"/>
                <a:ea typeface="Arial"/>
                <a:cs typeface="Arial"/>
              </a:defRPr>
            </a:lvl1pPr>
            <a:lvl2pPr algn="l">
              <a:defRPr sz="975" b="1">
                <a:solidFill>
                  <a:srgbClr val="F7F8F3"/>
                </a:solidFill>
                <a:latin typeface="Arial"/>
                <a:ea typeface="Arial"/>
                <a:cs typeface="Arial"/>
              </a:defRPr>
            </a:lvl2pPr>
            <a:lvl3pPr algn="l">
              <a:defRPr sz="975" b="1">
                <a:solidFill>
                  <a:srgbClr val="F7F8F3"/>
                </a:solidFill>
                <a:latin typeface="Arial"/>
                <a:ea typeface="Arial"/>
                <a:cs typeface="Arial"/>
              </a:defRPr>
            </a:lvl3pPr>
            <a:lvl4pPr algn="l">
              <a:defRPr sz="975" b="1">
                <a:solidFill>
                  <a:srgbClr val="F7F8F3"/>
                </a:solidFill>
                <a:latin typeface="Arial"/>
                <a:ea typeface="Arial"/>
                <a:cs typeface="Arial"/>
              </a:defRPr>
            </a:lvl4pPr>
            <a:lvl5pPr algn="l">
              <a:defRPr sz="975" b="1">
                <a:solidFill>
                  <a:srgbClr val="F7F8F3"/>
                </a:solidFill>
                <a:latin typeface="Arial"/>
                <a:ea typeface="Arial"/>
                <a:cs typeface="Arial"/>
              </a:defRPr>
            </a:lvl5pPr>
            <a:lvl6pPr algn="l">
              <a:defRPr sz="975" b="1">
                <a:solidFill>
                  <a:srgbClr val="F7F8F3"/>
                </a:solidFill>
                <a:latin typeface="Arial"/>
                <a:ea typeface="Arial"/>
                <a:cs typeface="Arial"/>
              </a:defRPr>
            </a:lvl6pPr>
            <a:lvl7pPr algn="l">
              <a:defRPr sz="975" b="1">
                <a:solidFill>
                  <a:srgbClr val="F7F8F3"/>
                </a:solidFill>
                <a:latin typeface="Arial"/>
                <a:ea typeface="Arial"/>
                <a:cs typeface="Arial"/>
              </a:defRPr>
            </a:lvl7pPr>
            <a:lvl8pPr algn="l">
              <a:defRPr sz="975" b="1">
                <a:solidFill>
                  <a:srgbClr val="F7F8F3"/>
                </a:solidFill>
                <a:latin typeface="Arial"/>
                <a:ea typeface="Arial"/>
                <a:cs typeface="Arial"/>
              </a:defRPr>
            </a:lvl8pPr>
            <a:lvl9pPr algn="l">
              <a:defRPr sz="975" b="1">
                <a:solidFill>
                  <a:srgbClr val="F7F8F3"/>
                </a:solidFill>
                <a:latin typeface="Arial"/>
                <a:ea typeface="Arial"/>
                <a:cs typeface="Arial"/>
              </a:defRPr>
            </a:lvl9pPr>
          </a:lstStyle>
          <a:p xmlns:a="http://schemas.openxmlformats.org/drawingml/2006/main">
            <a:pPr algn="l">
              <a:defRPr sz="975" b="1">
                <a:solidFill>
                  <a:srgbClr val="F7F8F3"/>
                </a:solidFill>
                <a:latin typeface="Arial"/>
                <a:ea typeface="Arial"/>
                <a:cs typeface="Arial"/>
              </a:defRPr>
            </a:pPr>
            <a:r>
              <a:rPr sz="975" b="1">
                <a:solidFill>
                  <a:srgbClr val="F7F8F3"/>
                </a:solidFill>
                <a:latin typeface="Arial"/>
                <a:ea typeface="Arial"/>
                <a:cs typeface="Arial"/>
              </a:rPr>
              <a:t>BỘ THU / AI</a:t>
            </a:r>
          </a:p>
        </p:txBody>
      </p:sp>
      <p:sp>
        <p:nvSpPr>
          <p:cNvPr id="19" name="BỘ THU / AI-body">
            <a:extLst xmlns:a="http://schemas.openxmlformats.org/drawingml/2006/main">
              <a:ext uri="{FF2B5EF4-FFF2-40B4-BE49-F238E27FC236}">
                <a16:creationId xmlns:a16="http://schemas.microsoft.com/office/drawing/2014/main" id="{DE03CDC9-0DAF-4D35-A20E-9F07686FFF60}"/>
              </a:ext>
            </a:extLst>
          </p:cNvPr>
          <p:cNvSpPr>
            <a:spLocks xmlns:a="http://schemas.openxmlformats.org/drawingml/2006/main" noGrp="1"/>
          </p:cNvSpPr>
          <p:nvPr/>
        </p:nvSpPr>
        <p:spPr>
          <a:xfrm xmlns:a="http://schemas.openxmlformats.org/drawingml/2006/main">
            <a:off x="8953500" y="2466975"/>
            <a:ext cx="23717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682"/>
          </a:bodyPr>
          <a:lstStyle xmlns:a="http://schemas.openxmlformats.org/drawingml/2006/main">
            <a:defPPr algn="l">
              <a:defRPr sz="1500" b="1">
                <a:solidFill>
                  <a:srgbClr val="F7F8F3"/>
                </a:solidFill>
                <a:latin typeface="Arial"/>
                <a:ea typeface="Arial"/>
                <a:cs typeface="Arial"/>
              </a:defRPr>
            </a:defPPr>
            <a:lvl1pPr algn="l">
              <a:defRPr sz="1500" b="1">
                <a:solidFill>
                  <a:srgbClr val="F7F8F3"/>
                </a:solidFill>
                <a:latin typeface="Arial"/>
                <a:ea typeface="Arial"/>
                <a:cs typeface="Arial"/>
              </a:defRPr>
            </a:lvl1pPr>
            <a:lvl2pPr algn="l">
              <a:defRPr sz="1500" b="1">
                <a:solidFill>
                  <a:srgbClr val="F7F8F3"/>
                </a:solidFill>
                <a:latin typeface="Arial"/>
                <a:ea typeface="Arial"/>
                <a:cs typeface="Arial"/>
              </a:defRPr>
            </a:lvl2pPr>
            <a:lvl3pPr algn="l">
              <a:defRPr sz="1500" b="1">
                <a:solidFill>
                  <a:srgbClr val="F7F8F3"/>
                </a:solidFill>
                <a:latin typeface="Arial"/>
                <a:ea typeface="Arial"/>
                <a:cs typeface="Arial"/>
              </a:defRPr>
            </a:lvl3pPr>
            <a:lvl4pPr algn="l">
              <a:defRPr sz="1500" b="1">
                <a:solidFill>
                  <a:srgbClr val="F7F8F3"/>
                </a:solidFill>
                <a:latin typeface="Arial"/>
                <a:ea typeface="Arial"/>
                <a:cs typeface="Arial"/>
              </a:defRPr>
            </a:lvl4pPr>
            <a:lvl5pPr algn="l">
              <a:defRPr sz="1500" b="1">
                <a:solidFill>
                  <a:srgbClr val="F7F8F3"/>
                </a:solidFill>
                <a:latin typeface="Arial"/>
                <a:ea typeface="Arial"/>
                <a:cs typeface="Arial"/>
              </a:defRPr>
            </a:lvl5pPr>
            <a:lvl6pPr algn="l">
              <a:defRPr sz="1500" b="1">
                <a:solidFill>
                  <a:srgbClr val="F7F8F3"/>
                </a:solidFill>
                <a:latin typeface="Arial"/>
                <a:ea typeface="Arial"/>
                <a:cs typeface="Arial"/>
              </a:defRPr>
            </a:lvl6pPr>
            <a:lvl7pPr algn="l">
              <a:defRPr sz="1500" b="1">
                <a:solidFill>
                  <a:srgbClr val="F7F8F3"/>
                </a:solidFill>
                <a:latin typeface="Arial"/>
                <a:ea typeface="Arial"/>
                <a:cs typeface="Arial"/>
              </a:defRPr>
            </a:lvl7pPr>
            <a:lvl8pPr algn="l">
              <a:defRPr sz="1500" b="1">
                <a:solidFill>
                  <a:srgbClr val="F7F8F3"/>
                </a:solidFill>
                <a:latin typeface="Arial"/>
                <a:ea typeface="Arial"/>
                <a:cs typeface="Arial"/>
              </a:defRPr>
            </a:lvl8pPr>
            <a:lvl9pPr algn="l">
              <a:defRPr sz="1500" b="1">
                <a:solidFill>
                  <a:srgbClr val="F7F8F3"/>
                </a:solidFill>
                <a:latin typeface="Arial"/>
                <a:ea typeface="Arial"/>
                <a:cs typeface="Arial"/>
              </a:defRPr>
            </a:lvl9pPr>
          </a:lstStyle>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ESP32-S3 DevKitC-1 N8R8</a:t>
            </a:r>
          </a:p>
          <a:p xmlns:a="http://schemas.openxmlformats.org/drawingml/2006/main">
            <a:pPr algn="l">
              <a:defRPr sz="1500" b="1">
                <a:solidFill>
                  <a:srgbClr val="F7F8F3"/>
                </a:solidFill>
                <a:latin typeface="Arial"/>
                <a:ea typeface="Arial"/>
                <a:cs typeface="Arial"/>
              </a:defRPr>
            </a:pPr>
            <a:r>
              <a:rPr sz="1500" b="1">
                <a:solidFill>
                  <a:srgbClr val="F7F8F3"/>
                </a:solidFill>
                <a:latin typeface="Arial"/>
                <a:ea typeface="Arial"/>
                <a:cs typeface="Arial"/>
              </a:rPr>
              <a:t>ADC1 GPIO1 → pipeline TCN</a:t>
            </a:r>
          </a:p>
        </p:txBody>
      </p:sp>
      <p:sp>
        <p:nvSpPr>
          <p:cNvPr id="20" name="BỘ THU / AI-tag">
            <a:extLst xmlns:a="http://schemas.openxmlformats.org/drawingml/2006/main">
              <a:ext uri="{FF2B5EF4-FFF2-40B4-BE49-F238E27FC236}">
                <a16:creationId xmlns:a16="http://schemas.microsoft.com/office/drawing/2014/main" id="{9B141EB5-2129-4409-8424-91ABE49A6CDE}"/>
              </a:ext>
            </a:extLst>
          </p:cNvPr>
          <p:cNvSpPr>
            <a:spLocks xmlns:a="http://schemas.openxmlformats.org/drawingml/2006/main" noGrp="1"/>
          </p:cNvSpPr>
          <p:nvPr/>
        </p:nvSpPr>
        <p:spPr>
          <a:xfrm xmlns:a="http://schemas.openxmlformats.org/drawingml/2006/main">
            <a:off x="8953500" y="3219450"/>
            <a:ext cx="2371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F7F8F3"/>
                </a:solidFill>
                <a:latin typeface="Arial"/>
                <a:ea typeface="Arial"/>
                <a:cs typeface="Arial"/>
              </a:defRPr>
            </a:defPPr>
            <a:lvl1pPr algn="l">
              <a:defRPr sz="975" b="0">
                <a:solidFill>
                  <a:srgbClr val="F7F8F3"/>
                </a:solidFill>
                <a:latin typeface="Arial"/>
                <a:ea typeface="Arial"/>
                <a:cs typeface="Arial"/>
              </a:defRPr>
            </a:lvl1pPr>
            <a:lvl2pPr algn="l">
              <a:defRPr sz="975" b="0">
                <a:solidFill>
                  <a:srgbClr val="F7F8F3"/>
                </a:solidFill>
                <a:latin typeface="Arial"/>
                <a:ea typeface="Arial"/>
                <a:cs typeface="Arial"/>
              </a:defRPr>
            </a:lvl2pPr>
            <a:lvl3pPr algn="l">
              <a:defRPr sz="975" b="0">
                <a:solidFill>
                  <a:srgbClr val="F7F8F3"/>
                </a:solidFill>
                <a:latin typeface="Arial"/>
                <a:ea typeface="Arial"/>
                <a:cs typeface="Arial"/>
              </a:defRPr>
            </a:lvl3pPr>
            <a:lvl4pPr algn="l">
              <a:defRPr sz="975" b="0">
                <a:solidFill>
                  <a:srgbClr val="F7F8F3"/>
                </a:solidFill>
                <a:latin typeface="Arial"/>
                <a:ea typeface="Arial"/>
                <a:cs typeface="Arial"/>
              </a:defRPr>
            </a:lvl4pPr>
            <a:lvl5pPr algn="l">
              <a:defRPr sz="975" b="0">
                <a:solidFill>
                  <a:srgbClr val="F7F8F3"/>
                </a:solidFill>
                <a:latin typeface="Arial"/>
                <a:ea typeface="Arial"/>
                <a:cs typeface="Arial"/>
              </a:defRPr>
            </a:lvl5pPr>
            <a:lvl6pPr algn="l">
              <a:defRPr sz="975" b="0">
                <a:solidFill>
                  <a:srgbClr val="F7F8F3"/>
                </a:solidFill>
                <a:latin typeface="Arial"/>
                <a:ea typeface="Arial"/>
                <a:cs typeface="Arial"/>
              </a:defRPr>
            </a:lvl6pPr>
            <a:lvl7pPr algn="l">
              <a:defRPr sz="975" b="0">
                <a:solidFill>
                  <a:srgbClr val="F7F8F3"/>
                </a:solidFill>
                <a:latin typeface="Arial"/>
                <a:ea typeface="Arial"/>
                <a:cs typeface="Arial"/>
              </a:defRPr>
            </a:lvl7pPr>
            <a:lvl8pPr algn="l">
              <a:defRPr sz="975" b="0">
                <a:solidFill>
                  <a:srgbClr val="F7F8F3"/>
                </a:solidFill>
                <a:latin typeface="Arial"/>
                <a:ea typeface="Arial"/>
                <a:cs typeface="Arial"/>
              </a:defRPr>
            </a:lvl8pPr>
            <a:lvl9pPr algn="l">
              <a:defRPr sz="975" b="0">
                <a:solidFill>
                  <a:srgbClr val="F7F8F3"/>
                </a:solidFill>
                <a:latin typeface="Arial"/>
                <a:ea typeface="Arial"/>
                <a:cs typeface="Arial"/>
              </a:defRPr>
            </a:lvl9pPr>
          </a:lstStyle>
          <a:p xmlns:a="http://schemas.openxmlformats.org/drawingml/2006/main">
            <a:pPr algn="l">
              <a:defRPr sz="975" b="0">
                <a:solidFill>
                  <a:srgbClr val="F7F8F3"/>
                </a:solidFill>
                <a:latin typeface="Arial"/>
                <a:ea typeface="Arial"/>
                <a:cs typeface="Arial"/>
              </a:defRPr>
            </a:pPr>
            <a:r>
              <a:rPr sz="975" b="0">
                <a:solidFill>
                  <a:srgbClr val="F7F8F3"/>
                </a:solidFill>
                <a:latin typeface="Arial"/>
                <a:ea typeface="Arial"/>
                <a:cs typeface="Arial"/>
              </a:rPr>
              <a:t>OLED SSD1306 · fHR / từ chối</a:t>
            </a:r>
          </a:p>
        </p:txBody>
      </p:sp>
      <p:sp>
        <p:nvSpPr>
          <p:cNvPr id="21" name="signal-arrow">
            <a:extLst xmlns:a="http://schemas.openxmlformats.org/drawingml/2006/main">
              <a:ext uri="{FF2B5EF4-FFF2-40B4-BE49-F238E27FC236}">
                <a16:creationId xmlns:a16="http://schemas.microsoft.com/office/drawing/2014/main" id="{6F9337D1-F029-4B95-9A89-4D4BB5F81255}"/>
              </a:ext>
            </a:extLst>
          </p:cNvPr>
          <p:cNvSpPr>
            <a:spLocks xmlns:a="http://schemas.openxmlformats.org/drawingml/2006/main" noGrp="1"/>
          </p:cNvSpPr>
          <p:nvPr/>
        </p:nvSpPr>
        <p:spPr>
          <a:xfrm xmlns:a="http://schemas.openxmlformats.org/drawingml/2006/main">
            <a:off x="2800350" y="2647950"/>
            <a:ext cx="400050" cy="285750"/>
          </a:xfrm>
          <a:prstGeom xmlns:a="http://schemas.openxmlformats.org/drawingml/2006/main" prst="rightArrow">
            <a:avLst/>
          </a:prstGeom>
          <a:solidFill xmlns:a="http://schemas.openxmlformats.org/drawingml/2006/main">
            <a:srgbClr val="006F68"/>
          </a:solidFill>
          <a:ln xmlns:a="http://schemas.openxmlformats.org/drawingml/2006/main" w="0">
            <a:noFill/>
            <a:prstDash val="solid"/>
          </a:ln>
        </p:spPr>
      </p:sp>
      <p:sp>
        <p:nvSpPr>
          <p:cNvPr id="22" name="signal-arrow">
            <a:extLst xmlns:a="http://schemas.openxmlformats.org/drawingml/2006/main">
              <a:ext uri="{FF2B5EF4-FFF2-40B4-BE49-F238E27FC236}">
                <a16:creationId xmlns:a16="http://schemas.microsoft.com/office/drawing/2014/main" id="{128C5CF0-F418-4B16-93F1-198F7677E280}"/>
              </a:ext>
            </a:extLst>
          </p:cNvPr>
          <p:cNvSpPr>
            <a:spLocks xmlns:a="http://schemas.openxmlformats.org/drawingml/2006/main" noGrp="1"/>
          </p:cNvSpPr>
          <p:nvPr/>
        </p:nvSpPr>
        <p:spPr>
          <a:xfrm xmlns:a="http://schemas.openxmlformats.org/drawingml/2006/main">
            <a:off x="5486400" y="2647950"/>
            <a:ext cx="400050" cy="285750"/>
          </a:xfrm>
          <a:prstGeom xmlns:a="http://schemas.openxmlformats.org/drawingml/2006/main" prst="rightArrow">
            <a:avLst/>
          </a:prstGeom>
          <a:solidFill xmlns:a="http://schemas.openxmlformats.org/drawingml/2006/main">
            <a:srgbClr val="006F68"/>
          </a:solidFill>
          <a:ln xmlns:a="http://schemas.openxmlformats.org/drawingml/2006/main" w="0">
            <a:noFill/>
            <a:prstDash val="solid"/>
          </a:ln>
        </p:spPr>
      </p:sp>
      <p:sp>
        <p:nvSpPr>
          <p:cNvPr id="23" name="signal-arrow">
            <a:extLst xmlns:a="http://schemas.openxmlformats.org/drawingml/2006/main">
              <a:ext uri="{FF2B5EF4-FFF2-40B4-BE49-F238E27FC236}">
                <a16:creationId xmlns:a16="http://schemas.microsoft.com/office/drawing/2014/main" id="{E63EBF9C-0DB6-4EA6-B6A2-E970B7578272}"/>
              </a:ext>
            </a:extLst>
          </p:cNvPr>
          <p:cNvSpPr>
            <a:spLocks xmlns:a="http://schemas.openxmlformats.org/drawingml/2006/main" noGrp="1"/>
          </p:cNvSpPr>
          <p:nvPr/>
        </p:nvSpPr>
        <p:spPr>
          <a:xfrm xmlns:a="http://schemas.openxmlformats.org/drawingml/2006/main">
            <a:off x="8267700" y="2647950"/>
            <a:ext cx="400050" cy="285750"/>
          </a:xfrm>
          <a:prstGeom xmlns:a="http://schemas.openxmlformats.org/drawingml/2006/main" prst="rightArrow">
            <a:avLst/>
          </a:prstGeom>
          <a:solidFill xmlns:a="http://schemas.openxmlformats.org/drawingml/2006/main">
            <a:srgbClr val="006F68"/>
          </a:solidFill>
          <a:ln xmlns:a="http://schemas.openxmlformats.org/drawingml/2006/main" w="0">
            <a:noFill/>
            <a:prstDash val="solid"/>
          </a:ln>
        </p:spPr>
      </p:sp>
      <p:sp>
        <p:nvSpPr>
          <p:cNvPr id="24" name="frequency-band">
            <a:extLst xmlns:a="http://schemas.openxmlformats.org/drawingml/2006/main">
              <a:ext uri="{FF2B5EF4-FFF2-40B4-BE49-F238E27FC236}">
                <a16:creationId xmlns:a16="http://schemas.microsoft.com/office/drawing/2014/main" id="{55A509A3-46FE-4EAF-8A6F-70A7F8F41C15}"/>
              </a:ext>
            </a:extLst>
          </p:cNvPr>
          <p:cNvSpPr>
            <a:spLocks xmlns:a="http://schemas.openxmlformats.org/drawingml/2006/main" noGrp="1"/>
          </p:cNvSpPr>
          <p:nvPr/>
        </p:nvSpPr>
        <p:spPr>
          <a:xfrm xmlns:a="http://schemas.openxmlformats.org/drawingml/2006/main">
            <a:off x="628650" y="3905250"/>
            <a:ext cx="10868025"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9525">
            <a:solidFill>
              <a:srgbClr val="D7DDD9"/>
            </a:solidFill>
            <a:prstDash val="solid"/>
          </a:ln>
        </p:spPr>
      </p:sp>
      <p:sp>
        <p:nvSpPr>
          <p:cNvPr id="25" name="frequency-label">
            <a:extLst xmlns:a="http://schemas.openxmlformats.org/drawingml/2006/main">
              <a:ext uri="{FF2B5EF4-FFF2-40B4-BE49-F238E27FC236}">
                <a16:creationId xmlns:a16="http://schemas.microsoft.com/office/drawing/2014/main" id="{6022A8A0-563A-46B7-ACF8-9B8E9BA9F6AA}"/>
              </a:ext>
            </a:extLst>
          </p:cNvPr>
          <p:cNvSpPr>
            <a:spLocks xmlns:a="http://schemas.openxmlformats.org/drawingml/2006/main" noGrp="1"/>
          </p:cNvSpPr>
          <p:nvPr/>
        </p:nvSpPr>
        <p:spPr>
          <a:xfrm xmlns:a="http://schemas.openxmlformats.org/drawingml/2006/main">
            <a:off x="838200" y="40386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006F68"/>
                </a:solidFill>
                <a:latin typeface="Arial"/>
                <a:ea typeface="Arial"/>
                <a:cs typeface="Arial"/>
              </a:defRPr>
            </a:defPPr>
            <a:lvl1pPr algn="l">
              <a:defRPr sz="975" b="1">
                <a:solidFill>
                  <a:srgbClr val="006F68"/>
                </a:solidFill>
                <a:latin typeface="Arial"/>
                <a:ea typeface="Arial"/>
                <a:cs typeface="Arial"/>
              </a:defRPr>
            </a:lvl1pPr>
            <a:lvl2pPr algn="l">
              <a:defRPr sz="975" b="1">
                <a:solidFill>
                  <a:srgbClr val="006F68"/>
                </a:solidFill>
                <a:latin typeface="Arial"/>
                <a:ea typeface="Arial"/>
                <a:cs typeface="Arial"/>
              </a:defRPr>
            </a:lvl2pPr>
            <a:lvl3pPr algn="l">
              <a:defRPr sz="975" b="1">
                <a:solidFill>
                  <a:srgbClr val="006F68"/>
                </a:solidFill>
                <a:latin typeface="Arial"/>
                <a:ea typeface="Arial"/>
                <a:cs typeface="Arial"/>
              </a:defRPr>
            </a:lvl3pPr>
            <a:lvl4pPr algn="l">
              <a:defRPr sz="975" b="1">
                <a:solidFill>
                  <a:srgbClr val="006F68"/>
                </a:solidFill>
                <a:latin typeface="Arial"/>
                <a:ea typeface="Arial"/>
                <a:cs typeface="Arial"/>
              </a:defRPr>
            </a:lvl4pPr>
            <a:lvl5pPr algn="l">
              <a:defRPr sz="975" b="1">
                <a:solidFill>
                  <a:srgbClr val="006F68"/>
                </a:solidFill>
                <a:latin typeface="Arial"/>
                <a:ea typeface="Arial"/>
                <a:cs typeface="Arial"/>
              </a:defRPr>
            </a:lvl5pPr>
            <a:lvl6pPr algn="l">
              <a:defRPr sz="975" b="1">
                <a:solidFill>
                  <a:srgbClr val="006F68"/>
                </a:solidFill>
                <a:latin typeface="Arial"/>
                <a:ea typeface="Arial"/>
                <a:cs typeface="Arial"/>
              </a:defRPr>
            </a:lvl6pPr>
            <a:lvl7pPr algn="l">
              <a:defRPr sz="975" b="1">
                <a:solidFill>
                  <a:srgbClr val="006F68"/>
                </a:solidFill>
                <a:latin typeface="Arial"/>
                <a:ea typeface="Arial"/>
                <a:cs typeface="Arial"/>
              </a:defRPr>
            </a:lvl7pPr>
            <a:lvl8pPr algn="l">
              <a:defRPr sz="975" b="1">
                <a:solidFill>
                  <a:srgbClr val="006F68"/>
                </a:solidFill>
                <a:latin typeface="Arial"/>
                <a:ea typeface="Arial"/>
                <a:cs typeface="Arial"/>
              </a:defRPr>
            </a:lvl8pPr>
            <a:lvl9pPr algn="l">
              <a:defRPr sz="975" b="1">
                <a:solidFill>
                  <a:srgbClr val="006F68"/>
                </a:solidFill>
                <a:latin typeface="Arial"/>
                <a:ea typeface="Arial"/>
                <a:cs typeface="Arial"/>
              </a:defRPr>
            </a:lvl9pPr>
          </a:lstStyle>
          <a:p xmlns:a="http://schemas.openxmlformats.org/drawingml/2006/main">
            <a:pPr algn="l">
              <a:defRPr sz="975" b="1">
                <a:solidFill>
                  <a:srgbClr val="006F68"/>
                </a:solidFill>
                <a:latin typeface="Arial"/>
                <a:ea typeface="Arial"/>
                <a:cs typeface="Arial"/>
              </a:defRPr>
            </a:pPr>
            <a:r>
              <a:rPr sz="975" b="1">
                <a:solidFill>
                  <a:srgbClr val="006F68"/>
                </a:solidFill>
                <a:latin typeface="Arial"/>
                <a:ea typeface="Arial"/>
                <a:cs typeface="Arial"/>
              </a:rPr>
              <a:t>ĐIỀU KIỆN ĐỒNG BỘ</a:t>
            </a:r>
          </a:p>
        </p:txBody>
      </p:sp>
      <p:sp>
        <p:nvSpPr>
          <p:cNvPr id="26" name="frequency-note">
            <a:extLst xmlns:a="http://schemas.openxmlformats.org/drawingml/2006/main">
              <a:ext uri="{FF2B5EF4-FFF2-40B4-BE49-F238E27FC236}">
                <a16:creationId xmlns:a16="http://schemas.microsoft.com/office/drawing/2014/main" id="{1A8FF40D-FB98-4C5B-A198-CE67D8A4B939}"/>
              </a:ext>
            </a:extLst>
          </p:cNvPr>
          <p:cNvSpPr>
            <a:spLocks xmlns:a="http://schemas.openxmlformats.org/drawingml/2006/main" noGrp="1"/>
          </p:cNvSpPr>
          <p:nvPr/>
        </p:nvSpPr>
        <p:spPr>
          <a:xfrm xmlns:a="http://schemas.openxmlformats.org/drawingml/2006/main">
            <a:off x="838200" y="42957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15"/>
          </a:bodyPr>
          <a:lstStyle xmlns:a="http://schemas.openxmlformats.org/drawingml/2006/main">
            <a:defPPr algn="l">
              <a:defRPr sz="1275" b="1">
                <a:solidFill>
                  <a:srgbClr val="11232B"/>
                </a:solidFill>
                <a:latin typeface="Arial"/>
                <a:ea typeface="Arial"/>
                <a:cs typeface="Arial"/>
              </a:defRPr>
            </a:defPPr>
            <a:lvl1pPr algn="l">
              <a:defRPr sz="1275" b="1">
                <a:solidFill>
                  <a:srgbClr val="11232B"/>
                </a:solidFill>
                <a:latin typeface="Arial"/>
                <a:ea typeface="Arial"/>
                <a:cs typeface="Arial"/>
              </a:defRPr>
            </a:lvl1pPr>
            <a:lvl2pPr algn="l">
              <a:defRPr sz="1275" b="1">
                <a:solidFill>
                  <a:srgbClr val="11232B"/>
                </a:solidFill>
                <a:latin typeface="Arial"/>
                <a:ea typeface="Arial"/>
                <a:cs typeface="Arial"/>
              </a:defRPr>
            </a:lvl2pPr>
            <a:lvl3pPr algn="l">
              <a:defRPr sz="1275" b="1">
                <a:solidFill>
                  <a:srgbClr val="11232B"/>
                </a:solidFill>
                <a:latin typeface="Arial"/>
                <a:ea typeface="Arial"/>
                <a:cs typeface="Arial"/>
              </a:defRPr>
            </a:lvl3pPr>
            <a:lvl4pPr algn="l">
              <a:defRPr sz="1275" b="1">
                <a:solidFill>
                  <a:srgbClr val="11232B"/>
                </a:solidFill>
                <a:latin typeface="Arial"/>
                <a:ea typeface="Arial"/>
                <a:cs typeface="Arial"/>
              </a:defRPr>
            </a:lvl4pPr>
            <a:lvl5pPr algn="l">
              <a:defRPr sz="1275" b="1">
                <a:solidFill>
                  <a:srgbClr val="11232B"/>
                </a:solidFill>
                <a:latin typeface="Arial"/>
                <a:ea typeface="Arial"/>
                <a:cs typeface="Arial"/>
              </a:defRPr>
            </a:lvl5pPr>
            <a:lvl6pPr algn="l">
              <a:defRPr sz="1275" b="1">
                <a:solidFill>
                  <a:srgbClr val="11232B"/>
                </a:solidFill>
                <a:latin typeface="Arial"/>
                <a:ea typeface="Arial"/>
                <a:cs typeface="Arial"/>
              </a:defRPr>
            </a:lvl6pPr>
            <a:lvl7pPr algn="l">
              <a:defRPr sz="1275" b="1">
                <a:solidFill>
                  <a:srgbClr val="11232B"/>
                </a:solidFill>
                <a:latin typeface="Arial"/>
                <a:ea typeface="Arial"/>
                <a:cs typeface="Arial"/>
              </a:defRPr>
            </a:lvl7pPr>
            <a:lvl8pPr algn="l">
              <a:defRPr sz="1275" b="1">
                <a:solidFill>
                  <a:srgbClr val="11232B"/>
                </a:solidFill>
                <a:latin typeface="Arial"/>
                <a:ea typeface="Arial"/>
                <a:cs typeface="Arial"/>
              </a:defRPr>
            </a:lvl8pPr>
            <a:lvl9pPr algn="l">
              <a:defRPr sz="1275" b="1">
                <a:solidFill>
                  <a:srgbClr val="11232B"/>
                </a:solidFill>
                <a:latin typeface="Arial"/>
                <a:ea typeface="Arial"/>
                <a:cs typeface="Arial"/>
              </a:defRPr>
            </a:lvl9pPr>
          </a:lstStyle>
          <a:p xmlns:a="http://schemas.openxmlformats.org/drawingml/2006/main">
            <a:pPr algn="l">
              <a:defRPr sz="1275" b="1">
                <a:solidFill>
                  <a:srgbClr val="11232B"/>
                </a:solidFill>
                <a:latin typeface="Arial"/>
                <a:ea typeface="Arial"/>
                <a:cs typeface="Arial"/>
              </a:defRPr>
            </a:pPr>
            <a:r>
              <a:rPr sz="1275" b="1">
                <a:solidFill>
                  <a:srgbClr val="11232B"/>
                </a:solidFill>
                <a:latin typeface="Arial"/>
                <a:ea typeface="Arial"/>
                <a:cs typeface="Arial"/>
              </a:rPr>
              <a:t>Pipeline hiện hành xử lý tín hiệu gốc 1.000 Hz. Firmware trong repo đang phát bộ dữ liệu 250 Hz; cần tạo lại mẫu 1 kHz và phát bằng timer/DMA trước khi đo AI.</a:t>
            </a:r>
          </a:p>
        </p:txBody>
      </p:sp>
      <p:sp>
        <p:nvSpPr>
          <p:cNvPr id="27" name="scope-caveat">
            <a:extLst xmlns:a="http://schemas.openxmlformats.org/drawingml/2006/main">
              <a:ext uri="{FF2B5EF4-FFF2-40B4-BE49-F238E27FC236}">
                <a16:creationId xmlns:a16="http://schemas.microsoft.com/office/drawing/2014/main" id="{5951BDEA-97FC-4191-912F-D2A83EF94756}"/>
              </a:ext>
            </a:extLst>
          </p:cNvPr>
          <p:cNvSpPr>
            <a:spLocks xmlns:a="http://schemas.openxmlformats.org/drawingml/2006/main" noGrp="1"/>
          </p:cNvSpPr>
          <p:nvPr/>
        </p:nvSpPr>
        <p:spPr>
          <a:xfrm xmlns:a="http://schemas.openxmlformats.org/drawingml/2006/main">
            <a:off x="628650" y="4981575"/>
            <a:ext cx="10868025" cy="1000125"/>
          </a:xfrm>
          <a:prstGeom xmlns:a="http://schemas.openxmlformats.org/drawingml/2006/main" prst="roundRect">
            <a:avLst>
              <a:gd name="adj" fmla="val 9524"/>
            </a:avLst>
          </a:prstGeom>
          <a:solidFill xmlns:a="http://schemas.openxmlformats.org/drawingml/2006/main">
            <a:srgbClr val="F4EBD8"/>
          </a:solidFill>
          <a:ln xmlns:a="http://schemas.openxmlformats.org/drawingml/2006/main" w="0">
            <a:noFill/>
            <a:prstDash val="solid"/>
          </a:ln>
        </p:spPr>
      </p:sp>
      <p:sp>
        <p:nvSpPr>
          <p:cNvPr id="28" name="scope-label">
            <a:extLst xmlns:a="http://schemas.openxmlformats.org/drawingml/2006/main">
              <a:ext uri="{FF2B5EF4-FFF2-40B4-BE49-F238E27FC236}">
                <a16:creationId xmlns:a16="http://schemas.microsoft.com/office/drawing/2014/main" id="{B3AE59D7-290B-4F1F-8EBE-50185470DD2B}"/>
              </a:ext>
            </a:extLst>
          </p:cNvPr>
          <p:cNvSpPr>
            <a:spLocks xmlns:a="http://schemas.openxmlformats.org/drawingml/2006/main" noGrp="1"/>
          </p:cNvSpPr>
          <p:nvPr/>
        </p:nvSpPr>
        <p:spPr>
          <a:xfrm xmlns:a="http://schemas.openxmlformats.org/drawingml/2006/main">
            <a:off x="838200" y="51149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B87A24"/>
                </a:solidFill>
                <a:latin typeface="Arial"/>
                <a:ea typeface="Arial"/>
                <a:cs typeface="Arial"/>
              </a:defRPr>
            </a:defPPr>
            <a:lvl1pPr algn="l">
              <a:defRPr sz="975" b="1">
                <a:solidFill>
                  <a:srgbClr val="B87A24"/>
                </a:solidFill>
                <a:latin typeface="Arial"/>
                <a:ea typeface="Arial"/>
                <a:cs typeface="Arial"/>
              </a:defRPr>
            </a:lvl1pPr>
            <a:lvl2pPr algn="l">
              <a:defRPr sz="975" b="1">
                <a:solidFill>
                  <a:srgbClr val="B87A24"/>
                </a:solidFill>
                <a:latin typeface="Arial"/>
                <a:ea typeface="Arial"/>
                <a:cs typeface="Arial"/>
              </a:defRPr>
            </a:lvl2pPr>
            <a:lvl3pPr algn="l">
              <a:defRPr sz="975" b="1">
                <a:solidFill>
                  <a:srgbClr val="B87A24"/>
                </a:solidFill>
                <a:latin typeface="Arial"/>
                <a:ea typeface="Arial"/>
                <a:cs typeface="Arial"/>
              </a:defRPr>
            </a:lvl3pPr>
            <a:lvl4pPr algn="l">
              <a:defRPr sz="975" b="1">
                <a:solidFill>
                  <a:srgbClr val="B87A24"/>
                </a:solidFill>
                <a:latin typeface="Arial"/>
                <a:ea typeface="Arial"/>
                <a:cs typeface="Arial"/>
              </a:defRPr>
            </a:lvl4pPr>
            <a:lvl5pPr algn="l">
              <a:defRPr sz="975" b="1">
                <a:solidFill>
                  <a:srgbClr val="B87A24"/>
                </a:solidFill>
                <a:latin typeface="Arial"/>
                <a:ea typeface="Arial"/>
                <a:cs typeface="Arial"/>
              </a:defRPr>
            </a:lvl5pPr>
            <a:lvl6pPr algn="l">
              <a:defRPr sz="975" b="1">
                <a:solidFill>
                  <a:srgbClr val="B87A24"/>
                </a:solidFill>
                <a:latin typeface="Arial"/>
                <a:ea typeface="Arial"/>
                <a:cs typeface="Arial"/>
              </a:defRPr>
            </a:lvl6pPr>
            <a:lvl7pPr algn="l">
              <a:defRPr sz="975" b="1">
                <a:solidFill>
                  <a:srgbClr val="B87A24"/>
                </a:solidFill>
                <a:latin typeface="Arial"/>
                <a:ea typeface="Arial"/>
                <a:cs typeface="Arial"/>
              </a:defRPr>
            </a:lvl7pPr>
            <a:lvl8pPr algn="l">
              <a:defRPr sz="975" b="1">
                <a:solidFill>
                  <a:srgbClr val="B87A24"/>
                </a:solidFill>
                <a:latin typeface="Arial"/>
                <a:ea typeface="Arial"/>
                <a:cs typeface="Arial"/>
              </a:defRPr>
            </a:lvl8pPr>
            <a:lvl9pPr algn="l">
              <a:defRPr sz="975" b="1">
                <a:solidFill>
                  <a:srgbClr val="B87A24"/>
                </a:solidFill>
                <a:latin typeface="Arial"/>
                <a:ea typeface="Arial"/>
                <a:cs typeface="Arial"/>
              </a:defRPr>
            </a:lvl9pPr>
          </a:lstStyle>
          <a:p xmlns:a="http://schemas.openxmlformats.org/drawingml/2006/main">
            <a:pPr algn="l">
              <a:defRPr sz="975" b="1">
                <a:solidFill>
                  <a:srgbClr val="B87A24"/>
                </a:solidFill>
                <a:latin typeface="Arial"/>
                <a:ea typeface="Arial"/>
                <a:cs typeface="Arial"/>
              </a:defRPr>
            </a:pPr>
            <a:r>
              <a:rPr sz="975" b="1">
                <a:solidFill>
                  <a:srgbClr val="B87A24"/>
                </a:solidFill>
                <a:latin typeface="Arial"/>
                <a:ea typeface="Arial"/>
                <a:cs typeface="Arial"/>
              </a:rPr>
              <a:t>PHẠM VI</a:t>
            </a:r>
          </a:p>
        </p:txBody>
      </p:sp>
      <p:sp>
        <p:nvSpPr>
          <p:cNvPr id="29" name="scope-copy">
            <a:extLst xmlns:a="http://schemas.openxmlformats.org/drawingml/2006/main">
              <a:ext uri="{FF2B5EF4-FFF2-40B4-BE49-F238E27FC236}">
                <a16:creationId xmlns:a16="http://schemas.microsoft.com/office/drawing/2014/main" id="{CC87593E-2312-4027-9A0B-E20FA7E7494A}"/>
              </a:ext>
            </a:extLst>
          </p:cNvPr>
          <p:cNvSpPr>
            <a:spLocks xmlns:a="http://schemas.openxmlformats.org/drawingml/2006/main" noGrp="1"/>
          </p:cNvSpPr>
          <p:nvPr/>
        </p:nvSpPr>
        <p:spPr>
          <a:xfrm xmlns:a="http://schemas.openxmlformats.org/drawingml/2006/main">
            <a:off x="838200" y="53721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1232B"/>
                </a:solidFill>
                <a:latin typeface="Arial"/>
                <a:ea typeface="Arial"/>
                <a:cs typeface="Arial"/>
              </a:defRPr>
            </a:defPPr>
            <a:lvl1pPr algn="l">
              <a:defRPr sz="1275" b="0">
                <a:solidFill>
                  <a:srgbClr val="11232B"/>
                </a:solidFill>
                <a:latin typeface="Arial"/>
                <a:ea typeface="Arial"/>
                <a:cs typeface="Arial"/>
              </a:defRPr>
            </a:lvl1pPr>
            <a:lvl2pPr algn="l">
              <a:defRPr sz="1275" b="0">
                <a:solidFill>
                  <a:srgbClr val="11232B"/>
                </a:solidFill>
                <a:latin typeface="Arial"/>
                <a:ea typeface="Arial"/>
                <a:cs typeface="Arial"/>
              </a:defRPr>
            </a:lvl2pPr>
            <a:lvl3pPr algn="l">
              <a:defRPr sz="1275" b="0">
                <a:solidFill>
                  <a:srgbClr val="11232B"/>
                </a:solidFill>
                <a:latin typeface="Arial"/>
                <a:ea typeface="Arial"/>
                <a:cs typeface="Arial"/>
              </a:defRPr>
            </a:lvl3pPr>
            <a:lvl4pPr algn="l">
              <a:defRPr sz="1275" b="0">
                <a:solidFill>
                  <a:srgbClr val="11232B"/>
                </a:solidFill>
                <a:latin typeface="Arial"/>
                <a:ea typeface="Arial"/>
                <a:cs typeface="Arial"/>
              </a:defRPr>
            </a:lvl4pPr>
            <a:lvl5pPr algn="l">
              <a:defRPr sz="1275" b="0">
                <a:solidFill>
                  <a:srgbClr val="11232B"/>
                </a:solidFill>
                <a:latin typeface="Arial"/>
                <a:ea typeface="Arial"/>
                <a:cs typeface="Arial"/>
              </a:defRPr>
            </a:lvl5pPr>
            <a:lvl6pPr algn="l">
              <a:defRPr sz="1275" b="0">
                <a:solidFill>
                  <a:srgbClr val="11232B"/>
                </a:solidFill>
                <a:latin typeface="Arial"/>
                <a:ea typeface="Arial"/>
                <a:cs typeface="Arial"/>
              </a:defRPr>
            </a:lvl6pPr>
            <a:lvl7pPr algn="l">
              <a:defRPr sz="1275" b="0">
                <a:solidFill>
                  <a:srgbClr val="11232B"/>
                </a:solidFill>
                <a:latin typeface="Arial"/>
                <a:ea typeface="Arial"/>
                <a:cs typeface="Arial"/>
              </a:defRPr>
            </a:lvl7pPr>
            <a:lvl8pPr algn="l">
              <a:defRPr sz="1275" b="0">
                <a:solidFill>
                  <a:srgbClr val="11232B"/>
                </a:solidFill>
                <a:latin typeface="Arial"/>
                <a:ea typeface="Arial"/>
                <a:cs typeface="Arial"/>
              </a:defRPr>
            </a:lvl8pPr>
            <a:lvl9pPr algn="l">
              <a:defRPr sz="1275" b="0">
                <a:solidFill>
                  <a:srgbClr val="11232B"/>
                </a:solidFill>
                <a:latin typeface="Arial"/>
                <a:ea typeface="Arial"/>
                <a:cs typeface="Arial"/>
              </a:defRPr>
            </a:lvl9pPr>
          </a:lstStyle>
          <a:p xmlns:a="http://schemas.openxmlformats.org/drawingml/2006/main">
            <a:pPr algn="l">
              <a:defRPr sz="1275" b="0">
                <a:solidFill>
                  <a:srgbClr val="11232B"/>
                </a:solidFill>
                <a:latin typeface="Arial"/>
                <a:ea typeface="Arial"/>
                <a:cs typeface="Arial"/>
              </a:defRPr>
            </a:pPr>
            <a:r>
              <a:rPr sz="1275" b="0">
                <a:solidFill>
                  <a:srgbClr val="11232B"/>
                </a:solidFill>
                <a:latin typeface="Arial"/>
                <a:ea typeface="Arial"/>
                <a:cs typeface="Arial"/>
              </a:rPr>
              <a:t>HIL kiểm tra chuỗi phát–thu, lấy mẫu, suy luận và cổng từ chối trên tín hiệu lưu trữ. Đây không phải thử nghiệm trên người hay xác nhận thiết bị y tế.</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defRPr sz="2700" b="1">
                <a:solidFill>
                  <a:srgbClr val="11232B"/>
                </a:solidFill>
                <a:latin typeface="Arial"/>
                <a:ea typeface="Arial"/>
                <a:cs typeface="Arial"/>
              </a:defRPr>
            </a:lvl1pPr>
            <a:lvl2pPr algn="l">
              <a:defRPr sz="2700" b="1">
                <a:solidFill>
                  <a:srgbClr val="11232B"/>
                </a:solidFill>
                <a:latin typeface="Arial"/>
                <a:ea typeface="Arial"/>
                <a:cs typeface="Arial"/>
              </a:defRPr>
            </a:lvl2pPr>
            <a:lvl3pPr algn="l">
              <a:defRPr sz="2700" b="1">
                <a:solidFill>
                  <a:srgbClr val="11232B"/>
                </a:solidFill>
                <a:latin typeface="Arial"/>
                <a:ea typeface="Arial"/>
                <a:cs typeface="Arial"/>
              </a:defRPr>
            </a:lvl3pPr>
            <a:lvl4pPr algn="l">
              <a:defRPr sz="2700" b="1">
                <a:solidFill>
                  <a:srgbClr val="11232B"/>
                </a:solidFill>
                <a:latin typeface="Arial"/>
                <a:ea typeface="Arial"/>
                <a:cs typeface="Arial"/>
              </a:defRPr>
            </a:lvl4pPr>
            <a:lvl5pPr algn="l">
              <a:defRPr sz="2700" b="1">
                <a:solidFill>
                  <a:srgbClr val="11232B"/>
                </a:solidFill>
                <a:latin typeface="Arial"/>
                <a:ea typeface="Arial"/>
                <a:cs typeface="Arial"/>
              </a:defRPr>
            </a:lvl5pPr>
            <a:lvl6pPr algn="l">
              <a:defRPr sz="2700" b="1">
                <a:solidFill>
                  <a:srgbClr val="11232B"/>
                </a:solidFill>
                <a:latin typeface="Arial"/>
                <a:ea typeface="Arial"/>
                <a:cs typeface="Arial"/>
              </a:defRPr>
            </a:lvl6pPr>
            <a:lvl7pPr algn="l">
              <a:defRPr sz="2700" b="1">
                <a:solidFill>
                  <a:srgbClr val="11232B"/>
                </a:solidFill>
                <a:latin typeface="Arial"/>
                <a:ea typeface="Arial"/>
                <a:cs typeface="Arial"/>
              </a:defRPr>
            </a:lvl7pPr>
            <a:lvl8pPr algn="l">
              <a:defRPr sz="2700" b="1">
                <a:solidFill>
                  <a:srgbClr val="11232B"/>
                </a:solidFill>
                <a:latin typeface="Arial"/>
                <a:ea typeface="Arial"/>
                <a:cs typeface="Arial"/>
              </a:defRPr>
            </a:lvl8pPr>
            <a:lvl9pPr algn="l">
              <a:defRPr sz="2700" b="1">
                <a:solidFill>
                  <a:srgbClr val="11232B"/>
                </a:solidFill>
                <a:latin typeface="Arial"/>
                <a:ea typeface="Arial"/>
                <a:cs typeface="Arial"/>
              </a:defRPr>
            </a:lvl9pPr>
          </a:lstStyle>
          <a:p xmlns:a="http://schemas.openxmlformats.org/drawingml/2006/main">
            <a:pPr algn="l">
              <a:defRPr sz="2700" b="1">
                <a:solidFill>
                  <a:srgbClr val="11232B"/>
                </a:solidFill>
                <a:latin typeface="Arial"/>
                <a:ea typeface="Arial"/>
                <a:cs typeface="Arial"/>
              </a:defRPr>
            </a:pPr>
            <a:r>
              <a:rPr sz="2700" b="1">
                <a:solidFill>
                  <a:srgbClr val="11232B"/>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defRPr sz="1275" b="0">
                <a:solidFill>
                  <a:srgbClr val="50636A"/>
                </a:solidFill>
                <a:latin typeface="Arial"/>
                <a:ea typeface="Arial"/>
                <a:cs typeface="Arial"/>
              </a:defRPr>
            </a:lvl1pPr>
            <a:lvl2pPr algn="l">
              <a:defRPr sz="1275" b="0">
                <a:solidFill>
                  <a:srgbClr val="50636A"/>
                </a:solidFill>
                <a:latin typeface="Arial"/>
                <a:ea typeface="Arial"/>
                <a:cs typeface="Arial"/>
              </a:defRPr>
            </a:lvl2pPr>
            <a:lvl3pPr algn="l">
              <a:defRPr sz="1275" b="0">
                <a:solidFill>
                  <a:srgbClr val="50636A"/>
                </a:solidFill>
                <a:latin typeface="Arial"/>
                <a:ea typeface="Arial"/>
                <a:cs typeface="Arial"/>
              </a:defRPr>
            </a:lvl3pPr>
            <a:lvl4pPr algn="l">
              <a:defRPr sz="1275" b="0">
                <a:solidFill>
                  <a:srgbClr val="50636A"/>
                </a:solidFill>
                <a:latin typeface="Arial"/>
                <a:ea typeface="Arial"/>
                <a:cs typeface="Arial"/>
              </a:defRPr>
            </a:lvl4pPr>
            <a:lvl5pPr algn="l">
              <a:defRPr sz="1275" b="0">
                <a:solidFill>
                  <a:srgbClr val="50636A"/>
                </a:solidFill>
                <a:latin typeface="Arial"/>
                <a:ea typeface="Arial"/>
                <a:cs typeface="Arial"/>
              </a:defRPr>
            </a:lvl5pPr>
            <a:lvl6pPr algn="l">
              <a:defRPr sz="1275" b="0">
                <a:solidFill>
                  <a:srgbClr val="50636A"/>
                </a:solidFill>
                <a:latin typeface="Arial"/>
                <a:ea typeface="Arial"/>
                <a:cs typeface="Arial"/>
              </a:defRPr>
            </a:lvl6pPr>
            <a:lvl7pPr algn="l">
              <a:defRPr sz="1275" b="0">
                <a:solidFill>
                  <a:srgbClr val="50636A"/>
                </a:solidFill>
                <a:latin typeface="Arial"/>
                <a:ea typeface="Arial"/>
                <a:cs typeface="Arial"/>
              </a:defRPr>
            </a:lvl7pPr>
            <a:lvl8pPr algn="l">
              <a:defRPr sz="1275" b="0">
                <a:solidFill>
                  <a:srgbClr val="50636A"/>
                </a:solidFill>
                <a:latin typeface="Arial"/>
                <a:ea typeface="Arial"/>
                <a:cs typeface="Arial"/>
              </a:defRPr>
            </a:lvl8pPr>
            <a:lvl9pPr algn="l">
              <a:defRPr sz="1275" b="0">
                <a:solidFill>
                  <a:srgbClr val="50636A"/>
                </a:solidFill>
                <a:latin typeface="Arial"/>
                <a:ea typeface="Arial"/>
                <a:cs typeface="Arial"/>
              </a:defRPr>
            </a:lvl9pPr>
          </a:lstStyle>
          <a:p xmlns:a="http://schemas.openxmlformats.org/drawingml/2006/main">
            <a:pPr algn="l">
              <a:defRPr sz="1275" b="0">
                <a:solidFill>
                  <a:srgbClr val="50636A"/>
                </a:solidFill>
                <a:latin typeface="Arial"/>
                <a:ea typeface="Arial"/>
                <a:cs typeface="Arial"/>
              </a:defRPr>
            </a:pPr>
            <a:r>
              <a:rPr sz="1275" b="0">
                <a:solidFill>
                  <a:srgbClr val="50636A"/>
                </a:solidFill>
                <a:latin typeface="Arial"/>
                <a:ea typeface="Arial"/>
                <a:cs typeface="Arial"/>
              </a:rPr>
              <a:t>Bộ tối thiểu cho HIL để bàn · số lượng 01 bộ · chọn bo có đúng mã chip / module.</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defRPr sz="825" b="1">
                <a:solidFill>
                  <a:srgbClr val="50636A"/>
                </a:solidFill>
                <a:latin typeface="Arial"/>
                <a:ea typeface="Arial"/>
                <a:cs typeface="Arial"/>
              </a:defRPr>
            </a:lvl1pPr>
            <a:lvl2pPr algn="l">
              <a:defRPr sz="825" b="1">
                <a:solidFill>
                  <a:srgbClr val="50636A"/>
                </a:solidFill>
                <a:latin typeface="Arial"/>
                <a:ea typeface="Arial"/>
                <a:cs typeface="Arial"/>
              </a:defRPr>
            </a:lvl2pPr>
            <a:lvl3pPr algn="l">
              <a:defRPr sz="825" b="1">
                <a:solidFill>
                  <a:srgbClr val="50636A"/>
                </a:solidFill>
                <a:latin typeface="Arial"/>
                <a:ea typeface="Arial"/>
                <a:cs typeface="Arial"/>
              </a:defRPr>
            </a:lvl3pPr>
            <a:lvl4pPr algn="l">
              <a:defRPr sz="825" b="1">
                <a:solidFill>
                  <a:srgbClr val="50636A"/>
                </a:solidFill>
                <a:latin typeface="Arial"/>
                <a:ea typeface="Arial"/>
                <a:cs typeface="Arial"/>
              </a:defRPr>
            </a:lvl4pPr>
            <a:lvl5pPr algn="l">
              <a:defRPr sz="825" b="1">
                <a:solidFill>
                  <a:srgbClr val="50636A"/>
                </a:solidFill>
                <a:latin typeface="Arial"/>
                <a:ea typeface="Arial"/>
                <a:cs typeface="Arial"/>
              </a:defRPr>
            </a:lvl5pPr>
            <a:lvl6pPr algn="l">
              <a:defRPr sz="825" b="1">
                <a:solidFill>
                  <a:srgbClr val="50636A"/>
                </a:solidFill>
                <a:latin typeface="Arial"/>
                <a:ea typeface="Arial"/>
                <a:cs typeface="Arial"/>
              </a:defRPr>
            </a:lvl6pPr>
            <a:lvl7pPr algn="l">
              <a:defRPr sz="825" b="1">
                <a:solidFill>
                  <a:srgbClr val="50636A"/>
                </a:solidFill>
                <a:latin typeface="Arial"/>
                <a:ea typeface="Arial"/>
                <a:cs typeface="Arial"/>
              </a:defRPr>
            </a:lvl7pPr>
            <a:lvl8pPr algn="l">
              <a:defRPr sz="825" b="1">
                <a:solidFill>
                  <a:srgbClr val="50636A"/>
                </a:solidFill>
                <a:latin typeface="Arial"/>
                <a:ea typeface="Arial"/>
                <a:cs typeface="Arial"/>
              </a:defRPr>
            </a:lvl8pPr>
            <a:lvl9pPr algn="l">
              <a:defRPr sz="825" b="1">
                <a:solidFill>
                  <a:srgbClr val="50636A"/>
                </a:solidFill>
                <a:latin typeface="Arial"/>
                <a:ea typeface="Arial"/>
                <a:cs typeface="Arial"/>
              </a:defRPr>
            </a:lvl9pPr>
          </a:lstStyle>
          <a:p xmlns:a="http://schemas.openxmlformats.org/drawingml/2006/main">
            <a:pPr algn="l">
              <a:defRPr sz="825" b="1">
                <a:solidFill>
                  <a:srgbClr val="50636A"/>
                </a:solidFill>
                <a:latin typeface="Arial"/>
                <a:ea typeface="Arial"/>
                <a:cs typeface="Arial"/>
              </a:defRPr>
            </a:pPr>
            <a:r>
              <a:rPr sz="825" b="1">
                <a:solidFill>
                  <a:srgbClr val="50636A"/>
                </a:solidFill>
                <a:latin typeface="Arial"/>
                <a:ea typeface="Arial"/>
                <a:cs typeface="Arial"/>
              </a:rPr>
              <a:t>RELYFETAL   /   HIL PLAN                                      02  /  03</a:t>
            </a:r>
          </a:p>
        </p:txBody>
      </p:sp>
      <p:graphicFrame>
        <p:nvGraphicFramePr>
          <p:cNvPr id="5" name="">
            <a:extLst xmlns:a="http://schemas.openxmlformats.org/drawingml/2006/main">
              <a:ext uri="{FF2B5EF4-FFF2-40B4-BE49-F238E27FC236}">
                <a16:creationId xmlns:a16="http://schemas.microsoft.com/office/drawing/2014/main" id="{11C77961-7DD3-437E-B482-786894AFBDC0}"/>
              </a:ext>
            </a:extLst>
          </p:cNvPr>
          <p:cNvGraphicFramePr/>
          <p:nvPr/>
        </p:nvGraphicFramePr>
        <p:xfrm>
          <a:off xmlns:a="http://schemas.openxmlformats.org/drawingml/2006/main" x="628650" y="1619250"/>
          <a:ext xmlns:a="http://schemas.openxmlformats.org/drawingml/2006/main" cx="10868025" cy="3390900"/>
        </p:xfrm>
        <a:graphic xmlns:a="http://schemas.openxmlformats.org/drawingml/2006/main">
          <a:graphicData uri="http://schemas.openxmlformats.org/drawingml/2006/table">
            <a:tbl>
              <a:tblPr firstRow="1" bandRow="0"/>
              <a:tblGrid>
                <a:gridCol w="685800"/>
                <a:gridCol w="3143250"/>
                <a:gridCol w="1809750"/>
                <a:gridCol w="5229225"/>
              </a:tblGrid>
              <a:tr h="484414">
                <a:tc>
                  <a:txBody>
                    <a:bodyPr>
                      <a:normAutofit/>
                    </a:bodyPr>
                    <a:lstStyle/>
                    <a:p>
                      <a:r>
                        <a:rPr sz="1200" b="1">
                          <a:solidFill>
                            <a:srgbClr val="F7F8F3"/>
                          </a:solidFill>
                          <a:latin typeface="Arial"/>
                          <a:ea typeface="Arial"/>
                          <a:cs typeface="Arial"/>
                        </a:rPr>
                        <a:t>SL</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Linh kiện / mã cần tìm</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Vai trò</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Điểm cần xác nhận khi mua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ESP32 DevKit V1 / NodeMCU-32S</a:t>
                      </a:r>
                    </a:p>
                    <a:p>
                      <a:r>
                        <a:rPr sz="1163" b="0">
                          <a:solidFill>
                            <a:srgbClr val="11232B"/>
                          </a:solidFill>
                          <a:latin typeface="Arial"/>
                          <a:ea typeface="Arial"/>
                          <a:cs typeface="Arial"/>
                        </a:rPr>
                        <a:t>ESP-WROOM-32</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Bộ phát DAC</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Đúng ESP32 cổ điển; có DAC GPIO25. Không chọn C3/C6/S3 cho bo phát.</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Espressif ESP32-S3-DevKitC-1-N8R8</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Thu ADC + chạy AI</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N8R8 = 8 MB flash + 8 MB PSRAM; GPIO1 là ADC1_CH0. Tránh bản N8 không PSRAM.</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OLED 0,96 in · SSD1306 · I²C · 128×64</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Hiển thị tại chỗ</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Chọn module 4 chân VCC/GND/SCL/SDA; địa chỉ thường 0x3C. Dùng mức 3,3 V.</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Điện trở 10 kΩ · 1/4 W</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Chia áp 1:1</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Nối GPIO25 → 10 kΩ → ADC; từ ADC thêm 10 kΩ xuống GND.</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Tụ gốm 100 nF (104) + breadboard + dây</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Lọc / lắp ráp</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Tụ từ nút ADC xuống GND; nối chung GND hai bo.</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Cáp USB truyền dữ liệu đúng cổng bo</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Nguồn + nạp firmware</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ESP32 cổ điển thường Micro-USB; DevKitC-1 N8R8 dùng USB-C. Kiểm tra ảnh cổng trước khi đặt.</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219700"/>
            <a:ext cx="10868025" cy="838200"/>
          </a:xfrm>
          <a:prstGeom xmlns:a="http://schemas.openxmlformats.org/drawingml/2006/main" prst="roundRect">
            <a:avLst>
              <a:gd name="adj" fmla="val 11364"/>
            </a:avLst>
          </a:prstGeom>
          <a:solidFill xmlns:a="http://schemas.openxmlformats.org/drawingml/2006/main">
            <a:srgbClr val="F7E4DF"/>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3244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C84B42"/>
                </a:solidFill>
                <a:latin typeface="Arial"/>
                <a:ea typeface="Arial"/>
                <a:cs typeface="Arial"/>
              </a:defRPr>
            </a:defPPr>
            <a:lvl1pPr algn="l">
              <a:defRPr sz="975" b="1">
                <a:solidFill>
                  <a:srgbClr val="C84B42"/>
                </a:solidFill>
                <a:latin typeface="Arial"/>
                <a:ea typeface="Arial"/>
                <a:cs typeface="Arial"/>
              </a:defRPr>
            </a:lvl1pPr>
            <a:lvl2pPr algn="l">
              <a:defRPr sz="975" b="1">
                <a:solidFill>
                  <a:srgbClr val="C84B42"/>
                </a:solidFill>
                <a:latin typeface="Arial"/>
                <a:ea typeface="Arial"/>
                <a:cs typeface="Arial"/>
              </a:defRPr>
            </a:lvl2pPr>
            <a:lvl3pPr algn="l">
              <a:defRPr sz="975" b="1">
                <a:solidFill>
                  <a:srgbClr val="C84B42"/>
                </a:solidFill>
                <a:latin typeface="Arial"/>
                <a:ea typeface="Arial"/>
                <a:cs typeface="Arial"/>
              </a:defRPr>
            </a:lvl3pPr>
            <a:lvl4pPr algn="l">
              <a:defRPr sz="975" b="1">
                <a:solidFill>
                  <a:srgbClr val="C84B42"/>
                </a:solidFill>
                <a:latin typeface="Arial"/>
                <a:ea typeface="Arial"/>
                <a:cs typeface="Arial"/>
              </a:defRPr>
            </a:lvl4pPr>
            <a:lvl5pPr algn="l">
              <a:defRPr sz="975" b="1">
                <a:solidFill>
                  <a:srgbClr val="C84B42"/>
                </a:solidFill>
                <a:latin typeface="Arial"/>
                <a:ea typeface="Arial"/>
                <a:cs typeface="Arial"/>
              </a:defRPr>
            </a:lvl5pPr>
            <a:lvl6pPr algn="l">
              <a:defRPr sz="975" b="1">
                <a:solidFill>
                  <a:srgbClr val="C84B42"/>
                </a:solidFill>
                <a:latin typeface="Arial"/>
                <a:ea typeface="Arial"/>
                <a:cs typeface="Arial"/>
              </a:defRPr>
            </a:lvl6pPr>
            <a:lvl7pPr algn="l">
              <a:defRPr sz="975" b="1">
                <a:solidFill>
                  <a:srgbClr val="C84B42"/>
                </a:solidFill>
                <a:latin typeface="Arial"/>
                <a:ea typeface="Arial"/>
                <a:cs typeface="Arial"/>
              </a:defRPr>
            </a:lvl7pPr>
            <a:lvl8pPr algn="l">
              <a:defRPr sz="975" b="1">
                <a:solidFill>
                  <a:srgbClr val="C84B42"/>
                </a:solidFill>
                <a:latin typeface="Arial"/>
                <a:ea typeface="Arial"/>
                <a:cs typeface="Arial"/>
              </a:defRPr>
            </a:lvl8pPr>
            <a:lvl9pPr algn="l">
              <a:defRPr sz="975" b="1">
                <a:solidFill>
                  <a:srgbClr val="C84B42"/>
                </a:solidFill>
                <a:latin typeface="Arial"/>
                <a:ea typeface="Arial"/>
                <a:cs typeface="Arial"/>
              </a:defRPr>
            </a:lvl9pPr>
          </a:lstStyle>
          <a:p xmlns:a="http://schemas.openxmlformats.org/drawingml/2006/main">
            <a:pPr algn="l">
              <a:defRPr sz="975" b="1">
                <a:solidFill>
                  <a:srgbClr val="C84B42"/>
                </a:solidFill>
                <a:latin typeface="Arial"/>
                <a:ea typeface="Arial"/>
                <a:cs typeface="Arial"/>
              </a:defRPr>
            </a:pPr>
            <a:r>
              <a:rPr sz="975" b="1">
                <a:solidFill>
                  <a:srgbClr val="C84B42"/>
                </a:solidFill>
                <a:latin typeface="Arial"/>
                <a:ea typeface="Arial"/>
                <a:cs typeface="Arial"/>
              </a:rPr>
              <a:t>Lưu ý khi đặt hàng</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721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1232B"/>
                </a:solidFill>
                <a:latin typeface="Arial"/>
                <a:ea typeface="Arial"/>
                <a:cs typeface="Arial"/>
              </a:defRPr>
            </a:defPPr>
            <a:lvl1pPr algn="l">
              <a:defRPr sz="1200" b="0">
                <a:solidFill>
                  <a:srgbClr val="11232B"/>
                </a:solidFill>
                <a:latin typeface="Arial"/>
                <a:ea typeface="Arial"/>
                <a:cs typeface="Arial"/>
              </a:defRPr>
            </a:lvl1pPr>
            <a:lvl2pPr algn="l">
              <a:defRPr sz="1200" b="0">
                <a:solidFill>
                  <a:srgbClr val="11232B"/>
                </a:solidFill>
                <a:latin typeface="Arial"/>
                <a:ea typeface="Arial"/>
                <a:cs typeface="Arial"/>
              </a:defRPr>
            </a:lvl2pPr>
            <a:lvl3pPr algn="l">
              <a:defRPr sz="1200" b="0">
                <a:solidFill>
                  <a:srgbClr val="11232B"/>
                </a:solidFill>
                <a:latin typeface="Arial"/>
                <a:ea typeface="Arial"/>
                <a:cs typeface="Arial"/>
              </a:defRPr>
            </a:lvl3pPr>
            <a:lvl4pPr algn="l">
              <a:defRPr sz="1200" b="0">
                <a:solidFill>
                  <a:srgbClr val="11232B"/>
                </a:solidFill>
                <a:latin typeface="Arial"/>
                <a:ea typeface="Arial"/>
                <a:cs typeface="Arial"/>
              </a:defRPr>
            </a:lvl4pPr>
            <a:lvl5pPr algn="l">
              <a:defRPr sz="1200" b="0">
                <a:solidFill>
                  <a:srgbClr val="11232B"/>
                </a:solidFill>
                <a:latin typeface="Arial"/>
                <a:ea typeface="Arial"/>
                <a:cs typeface="Arial"/>
              </a:defRPr>
            </a:lvl5pPr>
            <a:lvl6pPr algn="l">
              <a:defRPr sz="1200" b="0">
                <a:solidFill>
                  <a:srgbClr val="11232B"/>
                </a:solidFill>
                <a:latin typeface="Arial"/>
                <a:ea typeface="Arial"/>
                <a:cs typeface="Arial"/>
              </a:defRPr>
            </a:lvl6pPr>
            <a:lvl7pPr algn="l">
              <a:defRPr sz="1200" b="0">
                <a:solidFill>
                  <a:srgbClr val="11232B"/>
                </a:solidFill>
                <a:latin typeface="Arial"/>
                <a:ea typeface="Arial"/>
                <a:cs typeface="Arial"/>
              </a:defRPr>
            </a:lvl7pPr>
            <a:lvl8pPr algn="l">
              <a:defRPr sz="1200" b="0">
                <a:solidFill>
                  <a:srgbClr val="11232B"/>
                </a:solidFill>
                <a:latin typeface="Arial"/>
                <a:ea typeface="Arial"/>
                <a:cs typeface="Arial"/>
              </a:defRPr>
            </a:lvl8pPr>
            <a:lvl9pPr algn="l">
              <a:defRPr sz="1200" b="0">
                <a:solidFill>
                  <a:srgbClr val="11232B"/>
                </a:solidFill>
                <a:latin typeface="Arial"/>
                <a:ea typeface="Arial"/>
                <a:cs typeface="Arial"/>
              </a:defRPr>
            </a:lvl9pPr>
          </a:lstStyle>
          <a:p xmlns:a="http://schemas.openxmlformats.org/drawingml/2006/main">
            <a:pPr algn="l">
              <a:defRPr sz="1200" b="0">
                <a:solidFill>
                  <a:srgbClr val="11232B"/>
                </a:solidFill>
                <a:latin typeface="Arial"/>
                <a:ea typeface="Arial"/>
                <a:cs typeface="Arial"/>
              </a:defRPr>
            </a:pPr>
            <a:r>
              <a:rPr sz="1200" b="0">
                <a:solidFill>
                  <a:srgbClr val="11232B"/>
                </a:solidFill>
                <a:latin typeface="Arial"/>
                <a:ea typeface="Arial"/>
                <a:cs typeface="Arial"/>
              </a:rPr>
              <a:t>N8R8 là cấu hình mục tiêu, không phải bằng chứng firmware AI đã chạy. Yêu cầu ảnh mặt bo và mã module; hàng clone có thể đổi linh kiện / pinout.</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defRPr sz="2700" b="1">
                <a:solidFill>
                  <a:srgbClr val="11232B"/>
                </a:solidFill>
                <a:latin typeface="Arial"/>
                <a:ea typeface="Arial"/>
                <a:cs typeface="Arial"/>
              </a:defRPr>
            </a:lvl1pPr>
            <a:lvl2pPr algn="l">
              <a:defRPr sz="2700" b="1">
                <a:solidFill>
                  <a:srgbClr val="11232B"/>
                </a:solidFill>
                <a:latin typeface="Arial"/>
                <a:ea typeface="Arial"/>
                <a:cs typeface="Arial"/>
              </a:defRPr>
            </a:lvl2pPr>
            <a:lvl3pPr algn="l">
              <a:defRPr sz="2700" b="1">
                <a:solidFill>
                  <a:srgbClr val="11232B"/>
                </a:solidFill>
                <a:latin typeface="Arial"/>
                <a:ea typeface="Arial"/>
                <a:cs typeface="Arial"/>
              </a:defRPr>
            </a:lvl3pPr>
            <a:lvl4pPr algn="l">
              <a:defRPr sz="2700" b="1">
                <a:solidFill>
                  <a:srgbClr val="11232B"/>
                </a:solidFill>
                <a:latin typeface="Arial"/>
                <a:ea typeface="Arial"/>
                <a:cs typeface="Arial"/>
              </a:defRPr>
            </a:lvl4pPr>
            <a:lvl5pPr algn="l">
              <a:defRPr sz="2700" b="1">
                <a:solidFill>
                  <a:srgbClr val="11232B"/>
                </a:solidFill>
                <a:latin typeface="Arial"/>
                <a:ea typeface="Arial"/>
                <a:cs typeface="Arial"/>
              </a:defRPr>
            </a:lvl5pPr>
            <a:lvl6pPr algn="l">
              <a:defRPr sz="2700" b="1">
                <a:solidFill>
                  <a:srgbClr val="11232B"/>
                </a:solidFill>
                <a:latin typeface="Arial"/>
                <a:ea typeface="Arial"/>
                <a:cs typeface="Arial"/>
              </a:defRPr>
            </a:lvl6pPr>
            <a:lvl7pPr algn="l">
              <a:defRPr sz="2700" b="1">
                <a:solidFill>
                  <a:srgbClr val="11232B"/>
                </a:solidFill>
                <a:latin typeface="Arial"/>
                <a:ea typeface="Arial"/>
                <a:cs typeface="Arial"/>
              </a:defRPr>
            </a:lvl7pPr>
            <a:lvl8pPr algn="l">
              <a:defRPr sz="2700" b="1">
                <a:solidFill>
                  <a:srgbClr val="11232B"/>
                </a:solidFill>
                <a:latin typeface="Arial"/>
                <a:ea typeface="Arial"/>
                <a:cs typeface="Arial"/>
              </a:defRPr>
            </a:lvl8pPr>
            <a:lvl9pPr algn="l">
              <a:defRPr sz="2700" b="1">
                <a:solidFill>
                  <a:srgbClr val="11232B"/>
                </a:solidFill>
                <a:latin typeface="Arial"/>
                <a:ea typeface="Arial"/>
                <a:cs typeface="Arial"/>
              </a:defRPr>
            </a:lvl9pPr>
          </a:lstStyle>
          <a:p xmlns:a="http://schemas.openxmlformats.org/drawingml/2006/main">
            <a:pPr algn="l">
              <a:defRPr sz="2700" b="1">
                <a:solidFill>
                  <a:srgbClr val="11232B"/>
                </a:solidFill>
                <a:latin typeface="Arial"/>
                <a:ea typeface="Arial"/>
                <a:cs typeface="Arial"/>
              </a:defRPr>
            </a:pPr>
            <a:r>
              <a:rPr sz="2700" b="1">
                <a:solidFill>
                  <a:srgbClr val="11232B"/>
                </a:solidFill>
                <a:latin typeface="Arial"/>
                <a:ea typeface="Arial"/>
                <a:cs typeface="Arial"/>
              </a:rPr>
              <a:t>Lắp ráp, chạy thử, chốt bằng chứng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defRPr sz="1275" b="0">
                <a:solidFill>
                  <a:srgbClr val="50636A"/>
                </a:solidFill>
                <a:latin typeface="Arial"/>
                <a:ea typeface="Arial"/>
                <a:cs typeface="Arial"/>
              </a:defRPr>
            </a:lvl1pPr>
            <a:lvl2pPr algn="l">
              <a:defRPr sz="1275" b="0">
                <a:solidFill>
                  <a:srgbClr val="50636A"/>
                </a:solidFill>
                <a:latin typeface="Arial"/>
                <a:ea typeface="Arial"/>
                <a:cs typeface="Arial"/>
              </a:defRPr>
            </a:lvl2pPr>
            <a:lvl3pPr algn="l">
              <a:defRPr sz="1275" b="0">
                <a:solidFill>
                  <a:srgbClr val="50636A"/>
                </a:solidFill>
                <a:latin typeface="Arial"/>
                <a:ea typeface="Arial"/>
                <a:cs typeface="Arial"/>
              </a:defRPr>
            </a:lvl3pPr>
            <a:lvl4pPr algn="l">
              <a:defRPr sz="1275" b="0">
                <a:solidFill>
                  <a:srgbClr val="50636A"/>
                </a:solidFill>
                <a:latin typeface="Arial"/>
                <a:ea typeface="Arial"/>
                <a:cs typeface="Arial"/>
              </a:defRPr>
            </a:lvl4pPr>
            <a:lvl5pPr algn="l">
              <a:defRPr sz="1275" b="0">
                <a:solidFill>
                  <a:srgbClr val="50636A"/>
                </a:solidFill>
                <a:latin typeface="Arial"/>
                <a:ea typeface="Arial"/>
                <a:cs typeface="Arial"/>
              </a:defRPr>
            </a:lvl5pPr>
            <a:lvl6pPr algn="l">
              <a:defRPr sz="1275" b="0">
                <a:solidFill>
                  <a:srgbClr val="50636A"/>
                </a:solidFill>
                <a:latin typeface="Arial"/>
                <a:ea typeface="Arial"/>
                <a:cs typeface="Arial"/>
              </a:defRPr>
            </a:lvl6pPr>
            <a:lvl7pPr algn="l">
              <a:defRPr sz="1275" b="0">
                <a:solidFill>
                  <a:srgbClr val="50636A"/>
                </a:solidFill>
                <a:latin typeface="Arial"/>
                <a:ea typeface="Arial"/>
                <a:cs typeface="Arial"/>
              </a:defRPr>
            </a:lvl7pPr>
            <a:lvl8pPr algn="l">
              <a:defRPr sz="1275" b="0">
                <a:solidFill>
                  <a:srgbClr val="50636A"/>
                </a:solidFill>
                <a:latin typeface="Arial"/>
                <a:ea typeface="Arial"/>
                <a:cs typeface="Arial"/>
              </a:defRPr>
            </a:lvl8pPr>
            <a:lvl9pPr algn="l">
              <a:defRPr sz="1275" b="0">
                <a:solidFill>
                  <a:srgbClr val="50636A"/>
                </a:solidFill>
                <a:latin typeface="Arial"/>
                <a:ea typeface="Arial"/>
                <a:cs typeface="Arial"/>
              </a:defRPr>
            </a:lvl9pPr>
          </a:lstStyle>
          <a:p xmlns:a="http://schemas.openxmlformats.org/drawingml/2006/main">
            <a:pPr algn="l">
              <a:defRPr sz="1275" b="0">
                <a:solidFill>
                  <a:srgbClr val="50636A"/>
                </a:solidFill>
                <a:latin typeface="Arial"/>
                <a:ea typeface="Arial"/>
                <a:cs typeface="Arial"/>
              </a:defRPr>
            </a:pPr>
            <a:r>
              <a:rPr sz="1275" b="0">
                <a:solidFill>
                  <a:srgbClr val="50636A"/>
                </a:solidFill>
                <a:latin typeface="Arial"/>
                <a:ea typeface="Arial"/>
                <a:cs typeface="Arial"/>
              </a:rPr>
              <a:t>Chỉ qua bước kế tiếp khi bước trước có log và tín hiệu đo được.</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defRPr sz="825" b="1">
                <a:solidFill>
                  <a:srgbClr val="50636A"/>
                </a:solidFill>
                <a:latin typeface="Arial"/>
                <a:ea typeface="Arial"/>
                <a:cs typeface="Arial"/>
              </a:defRPr>
            </a:lvl1pPr>
            <a:lvl2pPr algn="l">
              <a:defRPr sz="825" b="1">
                <a:solidFill>
                  <a:srgbClr val="50636A"/>
                </a:solidFill>
                <a:latin typeface="Arial"/>
                <a:ea typeface="Arial"/>
                <a:cs typeface="Arial"/>
              </a:defRPr>
            </a:lvl2pPr>
            <a:lvl3pPr algn="l">
              <a:defRPr sz="825" b="1">
                <a:solidFill>
                  <a:srgbClr val="50636A"/>
                </a:solidFill>
                <a:latin typeface="Arial"/>
                <a:ea typeface="Arial"/>
                <a:cs typeface="Arial"/>
              </a:defRPr>
            </a:lvl3pPr>
            <a:lvl4pPr algn="l">
              <a:defRPr sz="825" b="1">
                <a:solidFill>
                  <a:srgbClr val="50636A"/>
                </a:solidFill>
                <a:latin typeface="Arial"/>
                <a:ea typeface="Arial"/>
                <a:cs typeface="Arial"/>
              </a:defRPr>
            </a:lvl4pPr>
            <a:lvl5pPr algn="l">
              <a:defRPr sz="825" b="1">
                <a:solidFill>
                  <a:srgbClr val="50636A"/>
                </a:solidFill>
                <a:latin typeface="Arial"/>
                <a:ea typeface="Arial"/>
                <a:cs typeface="Arial"/>
              </a:defRPr>
            </a:lvl5pPr>
            <a:lvl6pPr algn="l">
              <a:defRPr sz="825" b="1">
                <a:solidFill>
                  <a:srgbClr val="50636A"/>
                </a:solidFill>
                <a:latin typeface="Arial"/>
                <a:ea typeface="Arial"/>
                <a:cs typeface="Arial"/>
              </a:defRPr>
            </a:lvl6pPr>
            <a:lvl7pPr algn="l">
              <a:defRPr sz="825" b="1">
                <a:solidFill>
                  <a:srgbClr val="50636A"/>
                </a:solidFill>
                <a:latin typeface="Arial"/>
                <a:ea typeface="Arial"/>
                <a:cs typeface="Arial"/>
              </a:defRPr>
            </a:lvl7pPr>
            <a:lvl8pPr algn="l">
              <a:defRPr sz="825" b="1">
                <a:solidFill>
                  <a:srgbClr val="50636A"/>
                </a:solidFill>
                <a:latin typeface="Arial"/>
                <a:ea typeface="Arial"/>
                <a:cs typeface="Arial"/>
              </a:defRPr>
            </a:lvl8pPr>
            <a:lvl9pPr algn="l">
              <a:defRPr sz="825" b="1">
                <a:solidFill>
                  <a:srgbClr val="50636A"/>
                </a:solidFill>
                <a:latin typeface="Arial"/>
                <a:ea typeface="Arial"/>
                <a:cs typeface="Arial"/>
              </a:defRPr>
            </a:lvl9pPr>
          </a:lstStyle>
          <a:p xmlns:a="http://schemas.openxmlformats.org/drawingml/2006/main">
            <a:pPr algn="l">
              <a:defRPr sz="825" b="1">
                <a:solidFill>
                  <a:srgbClr val="50636A"/>
                </a:solidFill>
                <a:latin typeface="Arial"/>
                <a:ea typeface="Arial"/>
                <a:cs typeface="Arial"/>
              </a:defRPr>
            </a:pPr>
            <a:r>
              <a:rPr sz="825" b="1">
                <a:solidFill>
                  <a:srgbClr val="50636A"/>
                </a:solidFill>
                <a:latin typeface="Arial"/>
                <a:ea typeface="Arial"/>
                <a:cs typeface="Arial"/>
              </a:rPr>
              <a:t>RELYFETAL   /   HIL PLAN                                      03  /  03</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defRPr sz="1125" b="1">
                <a:solidFill>
                  <a:srgbClr val="F7F8F3"/>
                </a:solidFill>
                <a:latin typeface="Arial"/>
                <a:ea typeface="Arial"/>
                <a:cs typeface="Arial"/>
              </a:defRPr>
            </a:lvl1pPr>
            <a:lvl2pPr algn="ctr">
              <a:defRPr sz="1125" b="1">
                <a:solidFill>
                  <a:srgbClr val="F7F8F3"/>
                </a:solidFill>
                <a:latin typeface="Arial"/>
                <a:ea typeface="Arial"/>
                <a:cs typeface="Arial"/>
              </a:defRPr>
            </a:lvl2pPr>
            <a:lvl3pPr algn="ctr">
              <a:defRPr sz="1125" b="1">
                <a:solidFill>
                  <a:srgbClr val="F7F8F3"/>
                </a:solidFill>
                <a:latin typeface="Arial"/>
                <a:ea typeface="Arial"/>
                <a:cs typeface="Arial"/>
              </a:defRPr>
            </a:lvl3pPr>
            <a:lvl4pPr algn="ctr">
              <a:defRPr sz="1125" b="1">
                <a:solidFill>
                  <a:srgbClr val="F7F8F3"/>
                </a:solidFill>
                <a:latin typeface="Arial"/>
                <a:ea typeface="Arial"/>
                <a:cs typeface="Arial"/>
              </a:defRPr>
            </a:lvl4pPr>
            <a:lvl5pPr algn="ctr">
              <a:defRPr sz="1125" b="1">
                <a:solidFill>
                  <a:srgbClr val="F7F8F3"/>
                </a:solidFill>
                <a:latin typeface="Arial"/>
                <a:ea typeface="Arial"/>
                <a:cs typeface="Arial"/>
              </a:defRPr>
            </a:lvl5pPr>
            <a:lvl6pPr algn="ctr">
              <a:defRPr sz="1125" b="1">
                <a:solidFill>
                  <a:srgbClr val="F7F8F3"/>
                </a:solidFill>
                <a:latin typeface="Arial"/>
                <a:ea typeface="Arial"/>
                <a:cs typeface="Arial"/>
              </a:defRPr>
            </a:lvl6pPr>
            <a:lvl7pPr algn="ctr">
              <a:defRPr sz="1125" b="1">
                <a:solidFill>
                  <a:srgbClr val="F7F8F3"/>
                </a:solidFill>
                <a:latin typeface="Arial"/>
                <a:ea typeface="Arial"/>
                <a:cs typeface="Arial"/>
              </a:defRPr>
            </a:lvl7pPr>
            <a:lvl8pPr algn="ctr">
              <a:defRPr sz="1125" b="1">
                <a:solidFill>
                  <a:srgbClr val="F7F8F3"/>
                </a:solidFill>
                <a:latin typeface="Arial"/>
                <a:ea typeface="Arial"/>
                <a:cs typeface="Arial"/>
              </a:defRPr>
            </a:lvl8pPr>
            <a:lvl9pPr algn="ctr">
              <a:defRPr sz="1125" b="1">
                <a:solidFill>
                  <a:srgbClr val="F7F8F3"/>
                </a:solidFill>
                <a:latin typeface="Arial"/>
                <a:ea typeface="Arial"/>
                <a:cs typeface="Arial"/>
              </a:defRPr>
            </a:lvl9pPr>
          </a:lstStyle>
          <a:p xmlns:a="http://schemas.openxmlformats.org/drawingml/2006/main">
            <a:pPr algn="ctr">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defRPr sz="1500" b="1">
                <a:solidFill>
                  <a:srgbClr val="11232B"/>
                </a:solidFill>
                <a:latin typeface="Arial"/>
                <a:ea typeface="Arial"/>
                <a:cs typeface="Arial"/>
              </a:defRPr>
            </a:lvl1pPr>
            <a:lvl2pPr algn="l">
              <a:defRPr sz="1500" b="1">
                <a:solidFill>
                  <a:srgbClr val="11232B"/>
                </a:solidFill>
                <a:latin typeface="Arial"/>
                <a:ea typeface="Arial"/>
                <a:cs typeface="Arial"/>
              </a:defRPr>
            </a:lvl2pPr>
            <a:lvl3pPr algn="l">
              <a:defRPr sz="1500" b="1">
                <a:solidFill>
                  <a:srgbClr val="11232B"/>
                </a:solidFill>
                <a:latin typeface="Arial"/>
                <a:ea typeface="Arial"/>
                <a:cs typeface="Arial"/>
              </a:defRPr>
            </a:lvl3pPr>
            <a:lvl4pPr algn="l">
              <a:defRPr sz="1500" b="1">
                <a:solidFill>
                  <a:srgbClr val="11232B"/>
                </a:solidFill>
                <a:latin typeface="Arial"/>
                <a:ea typeface="Arial"/>
                <a:cs typeface="Arial"/>
              </a:defRPr>
            </a:lvl4pPr>
            <a:lvl5pPr algn="l">
              <a:defRPr sz="1500" b="1">
                <a:solidFill>
                  <a:srgbClr val="11232B"/>
                </a:solidFill>
                <a:latin typeface="Arial"/>
                <a:ea typeface="Arial"/>
                <a:cs typeface="Arial"/>
              </a:defRPr>
            </a:lvl5pPr>
            <a:lvl6pPr algn="l">
              <a:defRPr sz="1500" b="1">
                <a:solidFill>
                  <a:srgbClr val="11232B"/>
                </a:solidFill>
                <a:latin typeface="Arial"/>
                <a:ea typeface="Arial"/>
                <a:cs typeface="Arial"/>
              </a:defRPr>
            </a:lvl6pPr>
            <a:lvl7pPr algn="l">
              <a:defRPr sz="1500" b="1">
                <a:solidFill>
                  <a:srgbClr val="11232B"/>
                </a:solidFill>
                <a:latin typeface="Arial"/>
                <a:ea typeface="Arial"/>
                <a:cs typeface="Arial"/>
              </a:defRPr>
            </a:lvl7pPr>
            <a:lvl8pPr algn="l">
              <a:defRPr sz="1500" b="1">
                <a:solidFill>
                  <a:srgbClr val="11232B"/>
                </a:solidFill>
                <a:latin typeface="Arial"/>
                <a:ea typeface="Arial"/>
                <a:cs typeface="Arial"/>
              </a:defRPr>
            </a:lvl8pPr>
            <a:lvl9pPr algn="l">
              <a:defRPr sz="1500" b="1">
                <a:solidFill>
                  <a:srgbClr val="11232B"/>
                </a:solidFill>
                <a:latin typeface="Arial"/>
                <a:ea typeface="Arial"/>
                <a:cs typeface="Arial"/>
              </a:defRPr>
            </a:lvl9pPr>
          </a:lstStyle>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defRPr sz="1125" b="0">
                <a:solidFill>
                  <a:srgbClr val="50636A"/>
                </a:solidFill>
                <a:latin typeface="Arial"/>
                <a:ea typeface="Arial"/>
                <a:cs typeface="Arial"/>
              </a:defRPr>
            </a:lvl1pPr>
            <a:lvl2pPr algn="l">
              <a:defRPr sz="1125" b="0">
                <a:solidFill>
                  <a:srgbClr val="50636A"/>
                </a:solidFill>
                <a:latin typeface="Arial"/>
                <a:ea typeface="Arial"/>
                <a:cs typeface="Arial"/>
              </a:defRPr>
            </a:lvl2pPr>
            <a:lvl3pPr algn="l">
              <a:defRPr sz="1125" b="0">
                <a:solidFill>
                  <a:srgbClr val="50636A"/>
                </a:solidFill>
                <a:latin typeface="Arial"/>
                <a:ea typeface="Arial"/>
                <a:cs typeface="Arial"/>
              </a:defRPr>
            </a:lvl3pPr>
            <a:lvl4pPr algn="l">
              <a:defRPr sz="1125" b="0">
                <a:solidFill>
                  <a:srgbClr val="50636A"/>
                </a:solidFill>
                <a:latin typeface="Arial"/>
                <a:ea typeface="Arial"/>
                <a:cs typeface="Arial"/>
              </a:defRPr>
            </a:lvl4pPr>
            <a:lvl5pPr algn="l">
              <a:defRPr sz="1125" b="0">
                <a:solidFill>
                  <a:srgbClr val="50636A"/>
                </a:solidFill>
                <a:latin typeface="Arial"/>
                <a:ea typeface="Arial"/>
                <a:cs typeface="Arial"/>
              </a:defRPr>
            </a:lvl5pPr>
            <a:lvl6pPr algn="l">
              <a:defRPr sz="1125" b="0">
                <a:solidFill>
                  <a:srgbClr val="50636A"/>
                </a:solidFill>
                <a:latin typeface="Arial"/>
                <a:ea typeface="Arial"/>
                <a:cs typeface="Arial"/>
              </a:defRPr>
            </a:lvl6pPr>
            <a:lvl7pPr algn="l">
              <a:defRPr sz="1125" b="0">
                <a:solidFill>
                  <a:srgbClr val="50636A"/>
                </a:solidFill>
                <a:latin typeface="Arial"/>
                <a:ea typeface="Arial"/>
                <a:cs typeface="Arial"/>
              </a:defRPr>
            </a:lvl7pPr>
            <a:lvl8pPr algn="l">
              <a:defRPr sz="1125" b="0">
                <a:solidFill>
                  <a:srgbClr val="50636A"/>
                </a:solidFill>
                <a:latin typeface="Arial"/>
                <a:ea typeface="Arial"/>
                <a:cs typeface="Arial"/>
              </a:defRPr>
            </a:lvl8pPr>
            <a:lvl9pPr algn="l">
              <a:defRPr sz="1125" b="0">
                <a:solidFill>
                  <a:srgbClr val="50636A"/>
                </a:solidFill>
                <a:latin typeface="Arial"/>
                <a:ea typeface="Arial"/>
                <a:cs typeface="Arial"/>
              </a:defRPr>
            </a:lvl9pPr>
          </a:lstStyle>
          <a:p xmlns:a="http://schemas.openxmlformats.org/drawingml/2006/main">
            <a:pPr algn="l">
              <a:defRPr sz="1125" b="0">
                <a:solidFill>
                  <a:srgbClr val="50636A"/>
                </a:solidFill>
                <a:latin typeface="Arial"/>
                <a:ea typeface="Arial"/>
                <a:cs typeface="Arial"/>
              </a:defRPr>
            </a:pPr>
            <a:r>
              <a:rPr sz="1125" b="0">
                <a:solidFill>
                  <a:srgbClr val="50636A"/>
                </a:solidFill>
                <a:latin typeface="Arial"/>
                <a:ea typeface="Arial"/>
                <a:cs typeface="Arial"/>
              </a:rPr>
              <a:t>Tạo lại r01 / a02 ở 1 kHz từ dữ liệu gốc. Phát theo timer/DMA; tắt Serial.printf mỗi mẫu để tránh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defRPr sz="1125" b="1">
                <a:solidFill>
                  <a:srgbClr val="F7F8F3"/>
                </a:solidFill>
                <a:latin typeface="Arial"/>
                <a:ea typeface="Arial"/>
                <a:cs typeface="Arial"/>
              </a:defRPr>
            </a:lvl1pPr>
            <a:lvl2pPr algn="ctr">
              <a:defRPr sz="1125" b="1">
                <a:solidFill>
                  <a:srgbClr val="F7F8F3"/>
                </a:solidFill>
                <a:latin typeface="Arial"/>
                <a:ea typeface="Arial"/>
                <a:cs typeface="Arial"/>
              </a:defRPr>
            </a:lvl2pPr>
            <a:lvl3pPr algn="ctr">
              <a:defRPr sz="1125" b="1">
                <a:solidFill>
                  <a:srgbClr val="F7F8F3"/>
                </a:solidFill>
                <a:latin typeface="Arial"/>
                <a:ea typeface="Arial"/>
                <a:cs typeface="Arial"/>
              </a:defRPr>
            </a:lvl3pPr>
            <a:lvl4pPr algn="ctr">
              <a:defRPr sz="1125" b="1">
                <a:solidFill>
                  <a:srgbClr val="F7F8F3"/>
                </a:solidFill>
                <a:latin typeface="Arial"/>
                <a:ea typeface="Arial"/>
                <a:cs typeface="Arial"/>
              </a:defRPr>
            </a:lvl4pPr>
            <a:lvl5pPr algn="ctr">
              <a:defRPr sz="1125" b="1">
                <a:solidFill>
                  <a:srgbClr val="F7F8F3"/>
                </a:solidFill>
                <a:latin typeface="Arial"/>
                <a:ea typeface="Arial"/>
                <a:cs typeface="Arial"/>
              </a:defRPr>
            </a:lvl5pPr>
            <a:lvl6pPr algn="ctr">
              <a:defRPr sz="1125" b="1">
                <a:solidFill>
                  <a:srgbClr val="F7F8F3"/>
                </a:solidFill>
                <a:latin typeface="Arial"/>
                <a:ea typeface="Arial"/>
                <a:cs typeface="Arial"/>
              </a:defRPr>
            </a:lvl6pPr>
            <a:lvl7pPr algn="ctr">
              <a:defRPr sz="1125" b="1">
                <a:solidFill>
                  <a:srgbClr val="F7F8F3"/>
                </a:solidFill>
                <a:latin typeface="Arial"/>
                <a:ea typeface="Arial"/>
                <a:cs typeface="Arial"/>
              </a:defRPr>
            </a:lvl7pPr>
            <a:lvl8pPr algn="ctr">
              <a:defRPr sz="1125" b="1">
                <a:solidFill>
                  <a:srgbClr val="F7F8F3"/>
                </a:solidFill>
                <a:latin typeface="Arial"/>
                <a:ea typeface="Arial"/>
                <a:cs typeface="Arial"/>
              </a:defRPr>
            </a:lvl8pPr>
            <a:lvl9pPr algn="ctr">
              <a:defRPr sz="1125" b="1">
                <a:solidFill>
                  <a:srgbClr val="F7F8F3"/>
                </a:solidFill>
                <a:latin typeface="Arial"/>
                <a:ea typeface="Arial"/>
                <a:cs typeface="Arial"/>
              </a:defRPr>
            </a:lvl9pPr>
          </a:lstStyle>
          <a:p xmlns:a="http://schemas.openxmlformats.org/drawingml/2006/main">
            <a:pPr algn="ctr">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defRPr sz="1500" b="1">
                <a:solidFill>
                  <a:srgbClr val="11232B"/>
                </a:solidFill>
                <a:latin typeface="Arial"/>
                <a:ea typeface="Arial"/>
                <a:cs typeface="Arial"/>
              </a:defRPr>
            </a:lvl1pPr>
            <a:lvl2pPr algn="l">
              <a:defRPr sz="1500" b="1">
                <a:solidFill>
                  <a:srgbClr val="11232B"/>
                </a:solidFill>
                <a:latin typeface="Arial"/>
                <a:ea typeface="Arial"/>
                <a:cs typeface="Arial"/>
              </a:defRPr>
            </a:lvl2pPr>
            <a:lvl3pPr algn="l">
              <a:defRPr sz="1500" b="1">
                <a:solidFill>
                  <a:srgbClr val="11232B"/>
                </a:solidFill>
                <a:latin typeface="Arial"/>
                <a:ea typeface="Arial"/>
                <a:cs typeface="Arial"/>
              </a:defRPr>
            </a:lvl3pPr>
            <a:lvl4pPr algn="l">
              <a:defRPr sz="1500" b="1">
                <a:solidFill>
                  <a:srgbClr val="11232B"/>
                </a:solidFill>
                <a:latin typeface="Arial"/>
                <a:ea typeface="Arial"/>
                <a:cs typeface="Arial"/>
              </a:defRPr>
            </a:lvl4pPr>
            <a:lvl5pPr algn="l">
              <a:defRPr sz="1500" b="1">
                <a:solidFill>
                  <a:srgbClr val="11232B"/>
                </a:solidFill>
                <a:latin typeface="Arial"/>
                <a:ea typeface="Arial"/>
                <a:cs typeface="Arial"/>
              </a:defRPr>
            </a:lvl5pPr>
            <a:lvl6pPr algn="l">
              <a:defRPr sz="1500" b="1">
                <a:solidFill>
                  <a:srgbClr val="11232B"/>
                </a:solidFill>
                <a:latin typeface="Arial"/>
                <a:ea typeface="Arial"/>
                <a:cs typeface="Arial"/>
              </a:defRPr>
            </a:lvl6pPr>
            <a:lvl7pPr algn="l">
              <a:defRPr sz="1500" b="1">
                <a:solidFill>
                  <a:srgbClr val="11232B"/>
                </a:solidFill>
                <a:latin typeface="Arial"/>
                <a:ea typeface="Arial"/>
                <a:cs typeface="Arial"/>
              </a:defRPr>
            </a:lvl7pPr>
            <a:lvl8pPr algn="l">
              <a:defRPr sz="1500" b="1">
                <a:solidFill>
                  <a:srgbClr val="11232B"/>
                </a:solidFill>
                <a:latin typeface="Arial"/>
                <a:ea typeface="Arial"/>
                <a:cs typeface="Arial"/>
              </a:defRPr>
            </a:lvl8pPr>
            <a:lvl9pPr algn="l">
              <a:defRPr sz="1500" b="1">
                <a:solidFill>
                  <a:srgbClr val="11232B"/>
                </a:solidFill>
                <a:latin typeface="Arial"/>
                <a:ea typeface="Arial"/>
                <a:cs typeface="Arial"/>
              </a:defRPr>
            </a:lvl9pPr>
          </a:lstStyle>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defRPr sz="1125" b="0">
                <a:solidFill>
                  <a:srgbClr val="50636A"/>
                </a:solidFill>
                <a:latin typeface="Arial"/>
                <a:ea typeface="Arial"/>
                <a:cs typeface="Arial"/>
              </a:defRPr>
            </a:lvl1pPr>
            <a:lvl2pPr algn="l">
              <a:defRPr sz="1125" b="0">
                <a:solidFill>
                  <a:srgbClr val="50636A"/>
                </a:solidFill>
                <a:latin typeface="Arial"/>
                <a:ea typeface="Arial"/>
                <a:cs typeface="Arial"/>
              </a:defRPr>
            </a:lvl2pPr>
            <a:lvl3pPr algn="l">
              <a:defRPr sz="1125" b="0">
                <a:solidFill>
                  <a:srgbClr val="50636A"/>
                </a:solidFill>
                <a:latin typeface="Arial"/>
                <a:ea typeface="Arial"/>
                <a:cs typeface="Arial"/>
              </a:defRPr>
            </a:lvl3pPr>
            <a:lvl4pPr algn="l">
              <a:defRPr sz="1125" b="0">
                <a:solidFill>
                  <a:srgbClr val="50636A"/>
                </a:solidFill>
                <a:latin typeface="Arial"/>
                <a:ea typeface="Arial"/>
                <a:cs typeface="Arial"/>
              </a:defRPr>
            </a:lvl4pPr>
            <a:lvl5pPr algn="l">
              <a:defRPr sz="1125" b="0">
                <a:solidFill>
                  <a:srgbClr val="50636A"/>
                </a:solidFill>
                <a:latin typeface="Arial"/>
                <a:ea typeface="Arial"/>
                <a:cs typeface="Arial"/>
              </a:defRPr>
            </a:lvl5pPr>
            <a:lvl6pPr algn="l">
              <a:defRPr sz="1125" b="0">
                <a:solidFill>
                  <a:srgbClr val="50636A"/>
                </a:solidFill>
                <a:latin typeface="Arial"/>
                <a:ea typeface="Arial"/>
                <a:cs typeface="Arial"/>
              </a:defRPr>
            </a:lvl6pPr>
            <a:lvl7pPr algn="l">
              <a:defRPr sz="1125" b="0">
                <a:solidFill>
                  <a:srgbClr val="50636A"/>
                </a:solidFill>
                <a:latin typeface="Arial"/>
                <a:ea typeface="Arial"/>
                <a:cs typeface="Arial"/>
              </a:defRPr>
            </a:lvl7pPr>
            <a:lvl8pPr algn="l">
              <a:defRPr sz="1125" b="0">
                <a:solidFill>
                  <a:srgbClr val="50636A"/>
                </a:solidFill>
                <a:latin typeface="Arial"/>
                <a:ea typeface="Arial"/>
                <a:cs typeface="Arial"/>
              </a:defRPr>
            </a:lvl8pPr>
            <a:lvl9pPr algn="l">
              <a:defRPr sz="1125" b="0">
                <a:solidFill>
                  <a:srgbClr val="50636A"/>
                </a:solidFill>
                <a:latin typeface="Arial"/>
                <a:ea typeface="Arial"/>
                <a:cs typeface="Arial"/>
              </a:defRPr>
            </a:lvl9pPr>
          </a:lstStyle>
          <a:p xmlns:a="http://schemas.openxmlformats.org/drawingml/2006/main">
            <a:pPr algn="l">
              <a:defRPr sz="1125" b="0">
                <a:solidFill>
                  <a:srgbClr val="50636A"/>
                </a:solidFill>
                <a:latin typeface="Arial"/>
                <a:ea typeface="Arial"/>
                <a:cs typeface="Arial"/>
              </a:defRPr>
            </a:pPr>
            <a:r>
              <a:rPr sz="1125" b="0">
                <a:solidFill>
                  <a:srgbClr val="50636A"/>
                </a:solidFill>
                <a:latin typeface="Arial"/>
                <a:ea typeface="Arial"/>
                <a:cs typeface="Arial"/>
              </a:rPr>
              <a:t>GPIO25 → R 10 kΩ → nút ADC; R 10 kΩ + C 100 nF từ nút ADC xuống GND. Đặt ADC GPIO1, 12 dB; đo đỉnh ≤1,65 V.</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defRPr sz="1125" b="1">
                <a:solidFill>
                  <a:srgbClr val="F7F8F3"/>
                </a:solidFill>
                <a:latin typeface="Arial"/>
                <a:ea typeface="Arial"/>
                <a:cs typeface="Arial"/>
              </a:defRPr>
            </a:lvl1pPr>
            <a:lvl2pPr algn="ctr">
              <a:defRPr sz="1125" b="1">
                <a:solidFill>
                  <a:srgbClr val="F7F8F3"/>
                </a:solidFill>
                <a:latin typeface="Arial"/>
                <a:ea typeface="Arial"/>
                <a:cs typeface="Arial"/>
              </a:defRPr>
            </a:lvl2pPr>
            <a:lvl3pPr algn="ctr">
              <a:defRPr sz="1125" b="1">
                <a:solidFill>
                  <a:srgbClr val="F7F8F3"/>
                </a:solidFill>
                <a:latin typeface="Arial"/>
                <a:ea typeface="Arial"/>
                <a:cs typeface="Arial"/>
              </a:defRPr>
            </a:lvl3pPr>
            <a:lvl4pPr algn="ctr">
              <a:defRPr sz="1125" b="1">
                <a:solidFill>
                  <a:srgbClr val="F7F8F3"/>
                </a:solidFill>
                <a:latin typeface="Arial"/>
                <a:ea typeface="Arial"/>
                <a:cs typeface="Arial"/>
              </a:defRPr>
            </a:lvl4pPr>
            <a:lvl5pPr algn="ctr">
              <a:defRPr sz="1125" b="1">
                <a:solidFill>
                  <a:srgbClr val="F7F8F3"/>
                </a:solidFill>
                <a:latin typeface="Arial"/>
                <a:ea typeface="Arial"/>
                <a:cs typeface="Arial"/>
              </a:defRPr>
            </a:lvl5pPr>
            <a:lvl6pPr algn="ctr">
              <a:defRPr sz="1125" b="1">
                <a:solidFill>
                  <a:srgbClr val="F7F8F3"/>
                </a:solidFill>
                <a:latin typeface="Arial"/>
                <a:ea typeface="Arial"/>
                <a:cs typeface="Arial"/>
              </a:defRPr>
            </a:lvl6pPr>
            <a:lvl7pPr algn="ctr">
              <a:defRPr sz="1125" b="1">
                <a:solidFill>
                  <a:srgbClr val="F7F8F3"/>
                </a:solidFill>
                <a:latin typeface="Arial"/>
                <a:ea typeface="Arial"/>
                <a:cs typeface="Arial"/>
              </a:defRPr>
            </a:lvl7pPr>
            <a:lvl8pPr algn="ctr">
              <a:defRPr sz="1125" b="1">
                <a:solidFill>
                  <a:srgbClr val="F7F8F3"/>
                </a:solidFill>
                <a:latin typeface="Arial"/>
                <a:ea typeface="Arial"/>
                <a:cs typeface="Arial"/>
              </a:defRPr>
            </a:lvl8pPr>
            <a:lvl9pPr algn="ctr">
              <a:defRPr sz="1125" b="1">
                <a:solidFill>
                  <a:srgbClr val="F7F8F3"/>
                </a:solidFill>
                <a:latin typeface="Arial"/>
                <a:ea typeface="Arial"/>
                <a:cs typeface="Arial"/>
              </a:defRPr>
            </a:lvl9pPr>
          </a:lstStyle>
          <a:p xmlns:a="http://schemas.openxmlformats.org/drawingml/2006/main">
            <a:pPr algn="ctr">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defRPr sz="1500" b="1">
                <a:solidFill>
                  <a:srgbClr val="11232B"/>
                </a:solidFill>
                <a:latin typeface="Arial"/>
                <a:ea typeface="Arial"/>
                <a:cs typeface="Arial"/>
              </a:defRPr>
            </a:lvl1pPr>
            <a:lvl2pPr algn="l">
              <a:defRPr sz="1500" b="1">
                <a:solidFill>
                  <a:srgbClr val="11232B"/>
                </a:solidFill>
                <a:latin typeface="Arial"/>
                <a:ea typeface="Arial"/>
                <a:cs typeface="Arial"/>
              </a:defRPr>
            </a:lvl2pPr>
            <a:lvl3pPr algn="l">
              <a:defRPr sz="1500" b="1">
                <a:solidFill>
                  <a:srgbClr val="11232B"/>
                </a:solidFill>
                <a:latin typeface="Arial"/>
                <a:ea typeface="Arial"/>
                <a:cs typeface="Arial"/>
              </a:defRPr>
            </a:lvl3pPr>
            <a:lvl4pPr algn="l">
              <a:defRPr sz="1500" b="1">
                <a:solidFill>
                  <a:srgbClr val="11232B"/>
                </a:solidFill>
                <a:latin typeface="Arial"/>
                <a:ea typeface="Arial"/>
                <a:cs typeface="Arial"/>
              </a:defRPr>
            </a:lvl4pPr>
            <a:lvl5pPr algn="l">
              <a:defRPr sz="1500" b="1">
                <a:solidFill>
                  <a:srgbClr val="11232B"/>
                </a:solidFill>
                <a:latin typeface="Arial"/>
                <a:ea typeface="Arial"/>
                <a:cs typeface="Arial"/>
              </a:defRPr>
            </a:lvl5pPr>
            <a:lvl6pPr algn="l">
              <a:defRPr sz="1500" b="1">
                <a:solidFill>
                  <a:srgbClr val="11232B"/>
                </a:solidFill>
                <a:latin typeface="Arial"/>
                <a:ea typeface="Arial"/>
                <a:cs typeface="Arial"/>
              </a:defRPr>
            </a:lvl6pPr>
            <a:lvl7pPr algn="l">
              <a:defRPr sz="1500" b="1">
                <a:solidFill>
                  <a:srgbClr val="11232B"/>
                </a:solidFill>
                <a:latin typeface="Arial"/>
                <a:ea typeface="Arial"/>
                <a:cs typeface="Arial"/>
              </a:defRPr>
            </a:lvl7pPr>
            <a:lvl8pPr algn="l">
              <a:defRPr sz="1500" b="1">
                <a:solidFill>
                  <a:srgbClr val="11232B"/>
                </a:solidFill>
                <a:latin typeface="Arial"/>
                <a:ea typeface="Arial"/>
                <a:cs typeface="Arial"/>
              </a:defRPr>
            </a:lvl8pPr>
            <a:lvl9pPr algn="l">
              <a:defRPr sz="1500" b="1">
                <a:solidFill>
                  <a:srgbClr val="11232B"/>
                </a:solidFill>
                <a:latin typeface="Arial"/>
                <a:ea typeface="Arial"/>
                <a:cs typeface="Arial"/>
              </a:defRPr>
            </a:lvl9pPr>
          </a:lstStyle>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defRPr sz="1125" b="0">
                <a:solidFill>
                  <a:srgbClr val="50636A"/>
                </a:solidFill>
                <a:latin typeface="Arial"/>
                <a:ea typeface="Arial"/>
                <a:cs typeface="Arial"/>
              </a:defRPr>
            </a:lvl1pPr>
            <a:lvl2pPr algn="l">
              <a:defRPr sz="1125" b="0">
                <a:solidFill>
                  <a:srgbClr val="50636A"/>
                </a:solidFill>
                <a:latin typeface="Arial"/>
                <a:ea typeface="Arial"/>
                <a:cs typeface="Arial"/>
              </a:defRPr>
            </a:lvl2pPr>
            <a:lvl3pPr algn="l">
              <a:defRPr sz="1125" b="0">
                <a:solidFill>
                  <a:srgbClr val="50636A"/>
                </a:solidFill>
                <a:latin typeface="Arial"/>
                <a:ea typeface="Arial"/>
                <a:cs typeface="Arial"/>
              </a:defRPr>
            </a:lvl3pPr>
            <a:lvl4pPr algn="l">
              <a:defRPr sz="1125" b="0">
                <a:solidFill>
                  <a:srgbClr val="50636A"/>
                </a:solidFill>
                <a:latin typeface="Arial"/>
                <a:ea typeface="Arial"/>
                <a:cs typeface="Arial"/>
              </a:defRPr>
            </a:lvl4pPr>
            <a:lvl5pPr algn="l">
              <a:defRPr sz="1125" b="0">
                <a:solidFill>
                  <a:srgbClr val="50636A"/>
                </a:solidFill>
                <a:latin typeface="Arial"/>
                <a:ea typeface="Arial"/>
                <a:cs typeface="Arial"/>
              </a:defRPr>
            </a:lvl5pPr>
            <a:lvl6pPr algn="l">
              <a:defRPr sz="1125" b="0">
                <a:solidFill>
                  <a:srgbClr val="50636A"/>
                </a:solidFill>
                <a:latin typeface="Arial"/>
                <a:ea typeface="Arial"/>
                <a:cs typeface="Arial"/>
              </a:defRPr>
            </a:lvl6pPr>
            <a:lvl7pPr algn="l">
              <a:defRPr sz="1125" b="0">
                <a:solidFill>
                  <a:srgbClr val="50636A"/>
                </a:solidFill>
                <a:latin typeface="Arial"/>
                <a:ea typeface="Arial"/>
                <a:cs typeface="Arial"/>
              </a:defRPr>
            </a:lvl7pPr>
            <a:lvl8pPr algn="l">
              <a:defRPr sz="1125" b="0">
                <a:solidFill>
                  <a:srgbClr val="50636A"/>
                </a:solidFill>
                <a:latin typeface="Arial"/>
                <a:ea typeface="Arial"/>
                <a:cs typeface="Arial"/>
              </a:defRPr>
            </a:lvl8pPr>
            <a:lvl9pPr algn="l">
              <a:defRPr sz="1125" b="0">
                <a:solidFill>
                  <a:srgbClr val="50636A"/>
                </a:solidFill>
                <a:latin typeface="Arial"/>
                <a:ea typeface="Arial"/>
                <a:cs typeface="Arial"/>
              </a:defRPr>
            </a:lvl9pPr>
          </a:lstStyle>
          <a:p xmlns:a="http://schemas.openxmlformats.org/drawingml/2006/main">
            <a:pPr algn="l">
              <a:defRPr sz="1125" b="0">
                <a:solidFill>
                  <a:srgbClr val="50636A"/>
                </a:solidFill>
                <a:latin typeface="Arial"/>
                <a:ea typeface="Arial"/>
                <a:cs typeface="Arial"/>
              </a:defRPr>
            </a:pPr>
            <a:r>
              <a:rPr sz="1125" b="0">
                <a:solidFill>
                  <a:srgbClr val="50636A"/>
                </a:solidFill>
                <a:latin typeface="Arial"/>
                <a:ea typeface="Arial"/>
                <a:cs typeface="Arial"/>
              </a:rPr>
              <a:t>Thu 1.000 mẫu/s, kiểm tra cửa sổ 4 s, tiền xử lý và TCN INT8 đúng cùng cấu hình với đánh giá offline; OLED chỉ là đầu ra.</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C84B42"/>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defRPr sz="1125" b="1">
                <a:solidFill>
                  <a:srgbClr val="F7F8F3"/>
                </a:solidFill>
                <a:latin typeface="Arial"/>
                <a:ea typeface="Arial"/>
                <a:cs typeface="Arial"/>
              </a:defRPr>
            </a:lvl1pPr>
            <a:lvl2pPr algn="ctr">
              <a:defRPr sz="1125" b="1">
                <a:solidFill>
                  <a:srgbClr val="F7F8F3"/>
                </a:solidFill>
                <a:latin typeface="Arial"/>
                <a:ea typeface="Arial"/>
                <a:cs typeface="Arial"/>
              </a:defRPr>
            </a:lvl2pPr>
            <a:lvl3pPr algn="ctr">
              <a:defRPr sz="1125" b="1">
                <a:solidFill>
                  <a:srgbClr val="F7F8F3"/>
                </a:solidFill>
                <a:latin typeface="Arial"/>
                <a:ea typeface="Arial"/>
                <a:cs typeface="Arial"/>
              </a:defRPr>
            </a:lvl3pPr>
            <a:lvl4pPr algn="ctr">
              <a:defRPr sz="1125" b="1">
                <a:solidFill>
                  <a:srgbClr val="F7F8F3"/>
                </a:solidFill>
                <a:latin typeface="Arial"/>
                <a:ea typeface="Arial"/>
                <a:cs typeface="Arial"/>
              </a:defRPr>
            </a:lvl4pPr>
            <a:lvl5pPr algn="ctr">
              <a:defRPr sz="1125" b="1">
                <a:solidFill>
                  <a:srgbClr val="F7F8F3"/>
                </a:solidFill>
                <a:latin typeface="Arial"/>
                <a:ea typeface="Arial"/>
                <a:cs typeface="Arial"/>
              </a:defRPr>
            </a:lvl5pPr>
            <a:lvl6pPr algn="ctr">
              <a:defRPr sz="1125" b="1">
                <a:solidFill>
                  <a:srgbClr val="F7F8F3"/>
                </a:solidFill>
                <a:latin typeface="Arial"/>
                <a:ea typeface="Arial"/>
                <a:cs typeface="Arial"/>
              </a:defRPr>
            </a:lvl6pPr>
            <a:lvl7pPr algn="ctr">
              <a:defRPr sz="1125" b="1">
                <a:solidFill>
                  <a:srgbClr val="F7F8F3"/>
                </a:solidFill>
                <a:latin typeface="Arial"/>
                <a:ea typeface="Arial"/>
                <a:cs typeface="Arial"/>
              </a:defRPr>
            </a:lvl7pPr>
            <a:lvl8pPr algn="ctr">
              <a:defRPr sz="1125" b="1">
                <a:solidFill>
                  <a:srgbClr val="F7F8F3"/>
                </a:solidFill>
                <a:latin typeface="Arial"/>
                <a:ea typeface="Arial"/>
                <a:cs typeface="Arial"/>
              </a:defRPr>
            </a:lvl8pPr>
            <a:lvl9pPr algn="ctr">
              <a:defRPr sz="1125" b="1">
                <a:solidFill>
                  <a:srgbClr val="F7F8F3"/>
                </a:solidFill>
                <a:latin typeface="Arial"/>
                <a:ea typeface="Arial"/>
                <a:cs typeface="Arial"/>
              </a:defRPr>
            </a:lvl9pPr>
          </a:lstStyle>
          <a:p xmlns:a="http://schemas.openxmlformats.org/drawingml/2006/main">
            <a:pPr algn="ctr">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defRPr sz="1500" b="1">
                <a:solidFill>
                  <a:srgbClr val="11232B"/>
                </a:solidFill>
                <a:latin typeface="Arial"/>
                <a:ea typeface="Arial"/>
                <a:cs typeface="Arial"/>
              </a:defRPr>
            </a:lvl1pPr>
            <a:lvl2pPr algn="l">
              <a:defRPr sz="1500" b="1">
                <a:solidFill>
                  <a:srgbClr val="11232B"/>
                </a:solidFill>
                <a:latin typeface="Arial"/>
                <a:ea typeface="Arial"/>
                <a:cs typeface="Arial"/>
              </a:defRPr>
            </a:lvl2pPr>
            <a:lvl3pPr algn="l">
              <a:defRPr sz="1500" b="1">
                <a:solidFill>
                  <a:srgbClr val="11232B"/>
                </a:solidFill>
                <a:latin typeface="Arial"/>
                <a:ea typeface="Arial"/>
                <a:cs typeface="Arial"/>
              </a:defRPr>
            </a:lvl3pPr>
            <a:lvl4pPr algn="l">
              <a:defRPr sz="1500" b="1">
                <a:solidFill>
                  <a:srgbClr val="11232B"/>
                </a:solidFill>
                <a:latin typeface="Arial"/>
                <a:ea typeface="Arial"/>
                <a:cs typeface="Arial"/>
              </a:defRPr>
            </a:lvl4pPr>
            <a:lvl5pPr algn="l">
              <a:defRPr sz="1500" b="1">
                <a:solidFill>
                  <a:srgbClr val="11232B"/>
                </a:solidFill>
                <a:latin typeface="Arial"/>
                <a:ea typeface="Arial"/>
                <a:cs typeface="Arial"/>
              </a:defRPr>
            </a:lvl5pPr>
            <a:lvl6pPr algn="l">
              <a:defRPr sz="1500" b="1">
                <a:solidFill>
                  <a:srgbClr val="11232B"/>
                </a:solidFill>
                <a:latin typeface="Arial"/>
                <a:ea typeface="Arial"/>
                <a:cs typeface="Arial"/>
              </a:defRPr>
            </a:lvl6pPr>
            <a:lvl7pPr algn="l">
              <a:defRPr sz="1500" b="1">
                <a:solidFill>
                  <a:srgbClr val="11232B"/>
                </a:solidFill>
                <a:latin typeface="Arial"/>
                <a:ea typeface="Arial"/>
                <a:cs typeface="Arial"/>
              </a:defRPr>
            </a:lvl7pPr>
            <a:lvl8pPr algn="l">
              <a:defRPr sz="1500" b="1">
                <a:solidFill>
                  <a:srgbClr val="11232B"/>
                </a:solidFill>
                <a:latin typeface="Arial"/>
                <a:ea typeface="Arial"/>
                <a:cs typeface="Arial"/>
              </a:defRPr>
            </a:lvl8pPr>
            <a:lvl9pPr algn="l">
              <a:defRPr sz="1500" b="1">
                <a:solidFill>
                  <a:srgbClr val="11232B"/>
                </a:solidFill>
                <a:latin typeface="Arial"/>
                <a:ea typeface="Arial"/>
                <a:cs typeface="Arial"/>
              </a:defRPr>
            </a:lvl9pPr>
          </a:lstStyle>
          <a:p xmlns:a="http://schemas.openxmlformats.org/drawingml/2006/main">
            <a:pPr algn="l">
              <a:defRPr sz="1500" b="1">
                <a:solidFill>
                  <a:srgbClr val="11232B"/>
                </a:solidFill>
                <a:latin typeface="Arial"/>
                <a:ea typeface="Arial"/>
                <a:cs typeface="Arial"/>
              </a:defRPr>
            </a:pPr>
            <a:r>
              <a:rPr sz="1500" b="1">
                <a:solidFill>
                  <a:srgbClr val="11232B"/>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defRPr sz="1125" b="0">
                <a:solidFill>
                  <a:srgbClr val="50636A"/>
                </a:solidFill>
                <a:latin typeface="Arial"/>
                <a:ea typeface="Arial"/>
                <a:cs typeface="Arial"/>
              </a:defRPr>
            </a:lvl1pPr>
            <a:lvl2pPr algn="l">
              <a:defRPr sz="1125" b="0">
                <a:solidFill>
                  <a:srgbClr val="50636A"/>
                </a:solidFill>
                <a:latin typeface="Arial"/>
                <a:ea typeface="Arial"/>
                <a:cs typeface="Arial"/>
              </a:defRPr>
            </a:lvl2pPr>
            <a:lvl3pPr algn="l">
              <a:defRPr sz="1125" b="0">
                <a:solidFill>
                  <a:srgbClr val="50636A"/>
                </a:solidFill>
                <a:latin typeface="Arial"/>
                <a:ea typeface="Arial"/>
                <a:cs typeface="Arial"/>
              </a:defRPr>
            </a:lvl3pPr>
            <a:lvl4pPr algn="l">
              <a:defRPr sz="1125" b="0">
                <a:solidFill>
                  <a:srgbClr val="50636A"/>
                </a:solidFill>
                <a:latin typeface="Arial"/>
                <a:ea typeface="Arial"/>
                <a:cs typeface="Arial"/>
              </a:defRPr>
            </a:lvl4pPr>
            <a:lvl5pPr algn="l">
              <a:defRPr sz="1125" b="0">
                <a:solidFill>
                  <a:srgbClr val="50636A"/>
                </a:solidFill>
                <a:latin typeface="Arial"/>
                <a:ea typeface="Arial"/>
                <a:cs typeface="Arial"/>
              </a:defRPr>
            </a:lvl5pPr>
            <a:lvl6pPr algn="l">
              <a:defRPr sz="1125" b="0">
                <a:solidFill>
                  <a:srgbClr val="50636A"/>
                </a:solidFill>
                <a:latin typeface="Arial"/>
                <a:ea typeface="Arial"/>
                <a:cs typeface="Arial"/>
              </a:defRPr>
            </a:lvl6pPr>
            <a:lvl7pPr algn="l">
              <a:defRPr sz="1125" b="0">
                <a:solidFill>
                  <a:srgbClr val="50636A"/>
                </a:solidFill>
                <a:latin typeface="Arial"/>
                <a:ea typeface="Arial"/>
                <a:cs typeface="Arial"/>
              </a:defRPr>
            </a:lvl7pPr>
            <a:lvl8pPr algn="l">
              <a:defRPr sz="1125" b="0">
                <a:solidFill>
                  <a:srgbClr val="50636A"/>
                </a:solidFill>
                <a:latin typeface="Arial"/>
                <a:ea typeface="Arial"/>
                <a:cs typeface="Arial"/>
              </a:defRPr>
            </a:lvl8pPr>
            <a:lvl9pPr algn="l">
              <a:defRPr sz="1125" b="0">
                <a:solidFill>
                  <a:srgbClr val="50636A"/>
                </a:solidFill>
                <a:latin typeface="Arial"/>
                <a:ea typeface="Arial"/>
                <a:cs typeface="Arial"/>
              </a:defRPr>
            </a:lvl9pPr>
          </a:lstStyle>
          <a:p xmlns:a="http://schemas.openxmlformats.org/drawingml/2006/main">
            <a:pPr algn="l">
              <a:defRPr sz="1125" b="0">
                <a:solidFill>
                  <a:srgbClr val="50636A"/>
                </a:solidFill>
                <a:latin typeface="Arial"/>
                <a:ea typeface="Arial"/>
                <a:cs typeface="Arial"/>
              </a:defRPr>
            </a:pPr>
            <a:r>
              <a:rPr sz="1125" b="0">
                <a:solidFill>
                  <a:srgbClr val="50636A"/>
                </a:solidFill>
                <a:latin typeface="Arial"/>
                <a:ea typeface="Arial"/>
                <a:cs typeface="Arial"/>
              </a:rPr>
              <a:t>r01: đối chiếu F1 / jitter với nhãn. a02: xác nhận gate từ chối và ẩn fHR. Lưu raw ADC, log, thời gian suy luận và phiên bản firmware.</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02A33"/>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DEB5A"/>
                </a:solidFill>
                <a:latin typeface="Arial"/>
                <a:ea typeface="Arial"/>
                <a:cs typeface="Arial"/>
              </a:defRPr>
            </a:defPPr>
            <a:lvl1pPr algn="l">
              <a:defRPr sz="1050" b="1">
                <a:solidFill>
                  <a:srgbClr val="CDEB5A"/>
                </a:solidFill>
                <a:latin typeface="Arial"/>
                <a:ea typeface="Arial"/>
                <a:cs typeface="Arial"/>
              </a:defRPr>
            </a:lvl1pPr>
            <a:lvl2pPr algn="l">
              <a:defRPr sz="1050" b="1">
                <a:solidFill>
                  <a:srgbClr val="CDEB5A"/>
                </a:solidFill>
                <a:latin typeface="Arial"/>
                <a:ea typeface="Arial"/>
                <a:cs typeface="Arial"/>
              </a:defRPr>
            </a:lvl2pPr>
            <a:lvl3pPr algn="l">
              <a:defRPr sz="1050" b="1">
                <a:solidFill>
                  <a:srgbClr val="CDEB5A"/>
                </a:solidFill>
                <a:latin typeface="Arial"/>
                <a:ea typeface="Arial"/>
                <a:cs typeface="Arial"/>
              </a:defRPr>
            </a:lvl3pPr>
            <a:lvl4pPr algn="l">
              <a:defRPr sz="1050" b="1">
                <a:solidFill>
                  <a:srgbClr val="CDEB5A"/>
                </a:solidFill>
                <a:latin typeface="Arial"/>
                <a:ea typeface="Arial"/>
                <a:cs typeface="Arial"/>
              </a:defRPr>
            </a:lvl4pPr>
            <a:lvl5pPr algn="l">
              <a:defRPr sz="1050" b="1">
                <a:solidFill>
                  <a:srgbClr val="CDEB5A"/>
                </a:solidFill>
                <a:latin typeface="Arial"/>
                <a:ea typeface="Arial"/>
                <a:cs typeface="Arial"/>
              </a:defRPr>
            </a:lvl5pPr>
            <a:lvl6pPr algn="l">
              <a:defRPr sz="1050" b="1">
                <a:solidFill>
                  <a:srgbClr val="CDEB5A"/>
                </a:solidFill>
                <a:latin typeface="Arial"/>
                <a:ea typeface="Arial"/>
                <a:cs typeface="Arial"/>
              </a:defRPr>
            </a:lvl6pPr>
            <a:lvl7pPr algn="l">
              <a:defRPr sz="1050" b="1">
                <a:solidFill>
                  <a:srgbClr val="CDEB5A"/>
                </a:solidFill>
                <a:latin typeface="Arial"/>
                <a:ea typeface="Arial"/>
                <a:cs typeface="Arial"/>
              </a:defRPr>
            </a:lvl7pPr>
            <a:lvl8pPr algn="l">
              <a:defRPr sz="1050" b="1">
                <a:solidFill>
                  <a:srgbClr val="CDEB5A"/>
                </a:solidFill>
                <a:latin typeface="Arial"/>
                <a:ea typeface="Arial"/>
                <a:cs typeface="Arial"/>
              </a:defRPr>
            </a:lvl8pPr>
            <a:lvl9pPr algn="l">
              <a:defRPr sz="1050" b="1">
                <a:solidFill>
                  <a:srgbClr val="CDEB5A"/>
                </a:solidFill>
                <a:latin typeface="Arial"/>
                <a:ea typeface="Arial"/>
                <a:cs typeface="Arial"/>
              </a:defRPr>
            </a:lvl9pPr>
          </a:lstStyle>
          <a:p xmlns:a="http://schemas.openxmlformats.org/drawingml/2006/main">
            <a:pPr algn="l">
              <a:defRPr sz="1050" b="1">
                <a:solidFill>
                  <a:srgbClr val="CDEB5A"/>
                </a:solidFill>
                <a:latin typeface="Arial"/>
                <a:ea typeface="Arial"/>
                <a:cs typeface="Arial"/>
              </a:defRPr>
            </a:pPr>
            <a:r>
              <a:rPr sz="1050" b="1">
                <a:solidFill>
                  <a:srgbClr val="CDEB5A"/>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defRPr sz="1200" b="1">
                <a:solidFill>
                  <a:srgbClr val="F7F8F3"/>
                </a:solidFill>
                <a:latin typeface="Arial"/>
                <a:ea typeface="Arial"/>
                <a:cs typeface="Arial"/>
              </a:defRPr>
            </a:lvl1pPr>
            <a:lvl2pPr algn="l">
              <a:defRPr sz="1200" b="1">
                <a:solidFill>
                  <a:srgbClr val="F7F8F3"/>
                </a:solidFill>
                <a:latin typeface="Arial"/>
                <a:ea typeface="Arial"/>
                <a:cs typeface="Arial"/>
              </a:defRPr>
            </a:lvl2pPr>
            <a:lvl3pPr algn="l">
              <a:defRPr sz="1200" b="1">
                <a:solidFill>
                  <a:srgbClr val="F7F8F3"/>
                </a:solidFill>
                <a:latin typeface="Arial"/>
                <a:ea typeface="Arial"/>
                <a:cs typeface="Arial"/>
              </a:defRPr>
            </a:lvl3pPr>
            <a:lvl4pPr algn="l">
              <a:defRPr sz="1200" b="1">
                <a:solidFill>
                  <a:srgbClr val="F7F8F3"/>
                </a:solidFill>
                <a:latin typeface="Arial"/>
                <a:ea typeface="Arial"/>
                <a:cs typeface="Arial"/>
              </a:defRPr>
            </a:lvl4pPr>
            <a:lvl5pPr algn="l">
              <a:defRPr sz="1200" b="1">
                <a:solidFill>
                  <a:srgbClr val="F7F8F3"/>
                </a:solidFill>
                <a:latin typeface="Arial"/>
                <a:ea typeface="Arial"/>
                <a:cs typeface="Arial"/>
              </a:defRPr>
            </a:lvl5pPr>
            <a:lvl6pPr algn="l">
              <a:defRPr sz="1200" b="1">
                <a:solidFill>
                  <a:srgbClr val="F7F8F3"/>
                </a:solidFill>
                <a:latin typeface="Arial"/>
                <a:ea typeface="Arial"/>
                <a:cs typeface="Arial"/>
              </a:defRPr>
            </a:lvl6pPr>
            <a:lvl7pPr algn="l">
              <a:defRPr sz="1200" b="1">
                <a:solidFill>
                  <a:srgbClr val="F7F8F3"/>
                </a:solidFill>
                <a:latin typeface="Arial"/>
                <a:ea typeface="Arial"/>
                <a:cs typeface="Arial"/>
              </a:defRPr>
            </a:lvl7pPr>
            <a:lvl8pPr algn="l">
              <a:defRPr sz="1200" b="1">
                <a:solidFill>
                  <a:srgbClr val="F7F8F3"/>
                </a:solidFill>
                <a:latin typeface="Arial"/>
                <a:ea typeface="Arial"/>
                <a:cs typeface="Arial"/>
              </a:defRPr>
            </a:lvl8pPr>
            <a:lvl9pPr algn="l">
              <a:defRPr sz="1200" b="1">
                <a:solidFill>
                  <a:srgbClr val="F7F8F3"/>
                </a:solidFill>
                <a:latin typeface="Arial"/>
                <a:ea typeface="Arial"/>
                <a:cs typeface="Arial"/>
              </a:defRPr>
            </a:lvl9pPr>
          </a:lstStyle>
          <a:p xmlns:a="http://schemas.openxmlformats.org/drawingml/2006/main">
            <a:pPr algn="l">
              <a:defRPr sz="1200" b="1">
                <a:solidFill>
                  <a:srgbClr val="F7F8F3"/>
                </a:solidFill>
                <a:latin typeface="Arial"/>
                <a:ea typeface="Arial"/>
                <a:cs typeface="Arial"/>
              </a:defRPr>
            </a:pPr>
            <a:r>
              <a:rPr sz="1200" b="1">
                <a:solidFill>
                  <a:srgbClr val="F7F8F3"/>
                </a:solidFill>
                <a:latin typeface="Arial"/>
                <a:ea typeface="Arial"/>
                <a:cs typeface="Arial"/>
              </a:rPr>
              <a:t>01 / 1 kHz ổn định</a:t>
            </a:r>
          </a:p>
          <a:p xmlns:a="http://schemas.openxmlformats.org/drawingml/2006/main">
            <a:pPr algn="l">
              <a:defRPr sz="1200" b="1">
                <a:solidFill>
                  <a:srgbClr val="F7F8F3"/>
                </a:solidFill>
                <a:latin typeface="Arial"/>
                <a:ea typeface="Arial"/>
                <a:cs typeface="Arial"/>
              </a:defRPr>
            </a:pPr>
            <a:r>
              <a:rPr sz="1200" b="1">
                <a:solidFill>
                  <a:srgbClr val="F7F8F3"/>
                </a:solidFill>
                <a:latin typeface="Arial"/>
                <a:ea typeface="Arial"/>
                <a:cs typeface="Arial"/>
              </a:rPr>
              <a:t>Không mất mẫu; jitter được ghi lại.</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defRPr sz="1125" b="0">
                <a:solidFill>
                  <a:srgbClr val="F7F8F3"/>
                </a:solidFill>
                <a:latin typeface="Arial"/>
                <a:ea typeface="Arial"/>
                <a:cs typeface="Arial"/>
              </a:defRPr>
            </a:lvl1pPr>
            <a:lvl2pPr algn="l">
              <a:defRPr sz="1125" b="0">
                <a:solidFill>
                  <a:srgbClr val="F7F8F3"/>
                </a:solidFill>
                <a:latin typeface="Arial"/>
                <a:ea typeface="Arial"/>
                <a:cs typeface="Arial"/>
              </a:defRPr>
            </a:lvl2pPr>
            <a:lvl3pPr algn="l">
              <a:defRPr sz="1125" b="0">
                <a:solidFill>
                  <a:srgbClr val="F7F8F3"/>
                </a:solidFill>
                <a:latin typeface="Arial"/>
                <a:ea typeface="Arial"/>
                <a:cs typeface="Arial"/>
              </a:defRPr>
            </a:lvl3pPr>
            <a:lvl4pPr algn="l">
              <a:defRPr sz="1125" b="0">
                <a:solidFill>
                  <a:srgbClr val="F7F8F3"/>
                </a:solidFill>
                <a:latin typeface="Arial"/>
                <a:ea typeface="Arial"/>
                <a:cs typeface="Arial"/>
              </a:defRPr>
            </a:lvl4pPr>
            <a:lvl5pPr algn="l">
              <a:defRPr sz="1125" b="0">
                <a:solidFill>
                  <a:srgbClr val="F7F8F3"/>
                </a:solidFill>
                <a:latin typeface="Arial"/>
                <a:ea typeface="Arial"/>
                <a:cs typeface="Arial"/>
              </a:defRPr>
            </a:lvl5pPr>
            <a:lvl6pPr algn="l">
              <a:defRPr sz="1125" b="0">
                <a:solidFill>
                  <a:srgbClr val="F7F8F3"/>
                </a:solidFill>
                <a:latin typeface="Arial"/>
                <a:ea typeface="Arial"/>
                <a:cs typeface="Arial"/>
              </a:defRPr>
            </a:lvl6pPr>
            <a:lvl7pPr algn="l">
              <a:defRPr sz="1125" b="0">
                <a:solidFill>
                  <a:srgbClr val="F7F8F3"/>
                </a:solidFill>
                <a:latin typeface="Arial"/>
                <a:ea typeface="Arial"/>
                <a:cs typeface="Arial"/>
              </a:defRPr>
            </a:lvl7pPr>
            <a:lvl8pPr algn="l">
              <a:defRPr sz="1125" b="0">
                <a:solidFill>
                  <a:srgbClr val="F7F8F3"/>
                </a:solidFill>
                <a:latin typeface="Arial"/>
                <a:ea typeface="Arial"/>
                <a:cs typeface="Arial"/>
              </a:defRPr>
            </a:lvl8pPr>
            <a:lvl9pPr algn="l">
              <a:defRPr sz="1125" b="0">
                <a:solidFill>
                  <a:srgbClr val="F7F8F3"/>
                </a:solidFill>
                <a:latin typeface="Arial"/>
                <a:ea typeface="Arial"/>
                <a:cs typeface="Arial"/>
              </a:defRPr>
            </a:lvl9pPr>
          </a:lstStyle>
          <a:p xmlns:a="http://schemas.openxmlformats.org/drawingml/2006/main">
            <a:pPr algn="l">
              <a:defRPr sz="1125" b="0">
                <a:solidFill>
                  <a:srgbClr val="F7F8F3"/>
                </a:solidFill>
                <a:latin typeface="Arial"/>
                <a:ea typeface="Arial"/>
                <a:cs typeface="Arial"/>
              </a:defRPr>
            </a:pPr>
            <a:r>
              <a:rPr sz="1125" b="0">
                <a:solidFill>
                  <a:srgbClr val="F7F8F3"/>
                </a:solidFill>
                <a:latin typeface="Arial"/>
                <a:ea typeface="Arial"/>
                <a:cs typeface="Arial"/>
              </a:rPr>
              <a:t>02 / Tín hiệu không clipping</a:t>
            </a:r>
          </a:p>
          <a:p xmlns:a="http://schemas.openxmlformats.org/drawingml/2006/main">
            <a:pPr algn="l">
              <a:defRPr sz="1125" b="0">
                <a:solidFill>
                  <a:srgbClr val="F7F8F3"/>
                </a:solidFill>
                <a:latin typeface="Arial"/>
                <a:ea typeface="Arial"/>
                <a:cs typeface="Arial"/>
              </a:defRPr>
            </a:pPr>
            <a:r>
              <a:rPr sz="1125" b="0">
                <a:solidFill>
                  <a:srgbClr val="F7F8F3"/>
                </a:solidFill>
                <a:latin typeface="Arial"/>
                <a:ea typeface="Arial"/>
                <a:cs typeface="Arial"/>
              </a:rPr>
              <a:t>ADC còn biên độ; dữ liệu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defRPr sz="1125" b="0">
                <a:solidFill>
                  <a:srgbClr val="F7F8F3"/>
                </a:solidFill>
                <a:latin typeface="Arial"/>
                <a:ea typeface="Arial"/>
                <a:cs typeface="Arial"/>
              </a:defRPr>
            </a:lvl1pPr>
            <a:lvl2pPr algn="l">
              <a:defRPr sz="1125" b="0">
                <a:solidFill>
                  <a:srgbClr val="F7F8F3"/>
                </a:solidFill>
                <a:latin typeface="Arial"/>
                <a:ea typeface="Arial"/>
                <a:cs typeface="Arial"/>
              </a:defRPr>
            </a:lvl2pPr>
            <a:lvl3pPr algn="l">
              <a:defRPr sz="1125" b="0">
                <a:solidFill>
                  <a:srgbClr val="F7F8F3"/>
                </a:solidFill>
                <a:latin typeface="Arial"/>
                <a:ea typeface="Arial"/>
                <a:cs typeface="Arial"/>
              </a:defRPr>
            </a:lvl3pPr>
            <a:lvl4pPr algn="l">
              <a:defRPr sz="1125" b="0">
                <a:solidFill>
                  <a:srgbClr val="F7F8F3"/>
                </a:solidFill>
                <a:latin typeface="Arial"/>
                <a:ea typeface="Arial"/>
                <a:cs typeface="Arial"/>
              </a:defRPr>
            </a:lvl4pPr>
            <a:lvl5pPr algn="l">
              <a:defRPr sz="1125" b="0">
                <a:solidFill>
                  <a:srgbClr val="F7F8F3"/>
                </a:solidFill>
                <a:latin typeface="Arial"/>
                <a:ea typeface="Arial"/>
                <a:cs typeface="Arial"/>
              </a:defRPr>
            </a:lvl5pPr>
            <a:lvl6pPr algn="l">
              <a:defRPr sz="1125" b="0">
                <a:solidFill>
                  <a:srgbClr val="F7F8F3"/>
                </a:solidFill>
                <a:latin typeface="Arial"/>
                <a:ea typeface="Arial"/>
                <a:cs typeface="Arial"/>
              </a:defRPr>
            </a:lvl6pPr>
            <a:lvl7pPr algn="l">
              <a:defRPr sz="1125" b="0">
                <a:solidFill>
                  <a:srgbClr val="F7F8F3"/>
                </a:solidFill>
                <a:latin typeface="Arial"/>
                <a:ea typeface="Arial"/>
                <a:cs typeface="Arial"/>
              </a:defRPr>
            </a:lvl7pPr>
            <a:lvl8pPr algn="l">
              <a:defRPr sz="1125" b="0">
                <a:solidFill>
                  <a:srgbClr val="F7F8F3"/>
                </a:solidFill>
                <a:latin typeface="Arial"/>
                <a:ea typeface="Arial"/>
                <a:cs typeface="Arial"/>
              </a:defRPr>
            </a:lvl8pPr>
            <a:lvl9pPr algn="l">
              <a:defRPr sz="1125" b="0">
                <a:solidFill>
                  <a:srgbClr val="F7F8F3"/>
                </a:solidFill>
                <a:latin typeface="Arial"/>
                <a:ea typeface="Arial"/>
                <a:cs typeface="Arial"/>
              </a:defRPr>
            </a:lvl9pPr>
          </a:lstStyle>
          <a:p xmlns:a="http://schemas.openxmlformats.org/drawingml/2006/main">
            <a:pPr algn="l">
              <a:defRPr sz="1125" b="0">
                <a:solidFill>
                  <a:srgbClr val="F7F8F3"/>
                </a:solidFill>
                <a:latin typeface="Arial"/>
                <a:ea typeface="Arial"/>
                <a:cs typeface="Arial"/>
              </a:defRPr>
            </a:pPr>
            <a:r>
              <a:rPr sz="1125" b="0">
                <a:solidFill>
                  <a:srgbClr val="F7F8F3"/>
                </a:solidFill>
                <a:latin typeface="Arial"/>
                <a:ea typeface="Arial"/>
                <a:cs typeface="Arial"/>
              </a:rPr>
              <a:t>03 / AI mới được xác nhận</a:t>
            </a:r>
          </a:p>
          <a:p xmlns:a="http://schemas.openxmlformats.org/drawingml/2006/main">
            <a:pPr algn="l">
              <a:defRPr sz="1125" b="0">
                <a:solidFill>
                  <a:srgbClr val="F7F8F3"/>
                </a:solidFill>
                <a:latin typeface="Arial"/>
                <a:ea typeface="Arial"/>
                <a:cs typeface="Arial"/>
              </a:defRPr>
            </a:pPr>
            <a:r>
              <a:rPr sz="1125" b="0">
                <a:solidFill>
                  <a:srgbClr val="F7F8F3"/>
                </a:solidFill>
                <a:latin typeface="Arial"/>
                <a:ea typeface="Arial"/>
                <a:cs typeface="Arial"/>
              </a:rPr>
              <a:t>TCN thật chạy; kết quả khớp offline theo dung sai đã định.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16000"/>
            </a:avLst>
          </a:prstGeom>
          <a:solidFill xmlns:a="http://schemas.openxmlformats.org/drawingml/2006/main">
            <a:srgbClr val="D9ECE7"/>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1232B"/>
                </a:solidFill>
                <a:latin typeface="Arial"/>
                <a:ea typeface="Arial"/>
                <a:cs typeface="Arial"/>
              </a:defRPr>
            </a:defPPr>
            <a:lvl1pPr algn="l">
              <a:defRPr sz="1200" b="1">
                <a:solidFill>
                  <a:srgbClr val="11232B"/>
                </a:solidFill>
                <a:latin typeface="Arial"/>
                <a:ea typeface="Arial"/>
                <a:cs typeface="Arial"/>
              </a:defRPr>
            </a:lvl1pPr>
            <a:lvl2pPr algn="l">
              <a:defRPr sz="1200" b="1">
                <a:solidFill>
                  <a:srgbClr val="11232B"/>
                </a:solidFill>
                <a:latin typeface="Arial"/>
                <a:ea typeface="Arial"/>
                <a:cs typeface="Arial"/>
              </a:defRPr>
            </a:lvl2pPr>
            <a:lvl3pPr algn="l">
              <a:defRPr sz="1200" b="1">
                <a:solidFill>
                  <a:srgbClr val="11232B"/>
                </a:solidFill>
                <a:latin typeface="Arial"/>
                <a:ea typeface="Arial"/>
                <a:cs typeface="Arial"/>
              </a:defRPr>
            </a:lvl3pPr>
            <a:lvl4pPr algn="l">
              <a:defRPr sz="1200" b="1">
                <a:solidFill>
                  <a:srgbClr val="11232B"/>
                </a:solidFill>
                <a:latin typeface="Arial"/>
                <a:ea typeface="Arial"/>
                <a:cs typeface="Arial"/>
              </a:defRPr>
            </a:lvl4pPr>
            <a:lvl5pPr algn="l">
              <a:defRPr sz="1200" b="1">
                <a:solidFill>
                  <a:srgbClr val="11232B"/>
                </a:solidFill>
                <a:latin typeface="Arial"/>
                <a:ea typeface="Arial"/>
                <a:cs typeface="Arial"/>
              </a:defRPr>
            </a:lvl5pPr>
            <a:lvl6pPr algn="l">
              <a:defRPr sz="1200" b="1">
                <a:solidFill>
                  <a:srgbClr val="11232B"/>
                </a:solidFill>
                <a:latin typeface="Arial"/>
                <a:ea typeface="Arial"/>
                <a:cs typeface="Arial"/>
              </a:defRPr>
            </a:lvl6pPr>
            <a:lvl7pPr algn="l">
              <a:defRPr sz="1200" b="1">
                <a:solidFill>
                  <a:srgbClr val="11232B"/>
                </a:solidFill>
                <a:latin typeface="Arial"/>
                <a:ea typeface="Arial"/>
                <a:cs typeface="Arial"/>
              </a:defRPr>
            </a:lvl7pPr>
            <a:lvl8pPr algn="l">
              <a:defRPr sz="1200" b="1">
                <a:solidFill>
                  <a:srgbClr val="11232B"/>
                </a:solidFill>
                <a:latin typeface="Arial"/>
                <a:ea typeface="Arial"/>
                <a:cs typeface="Arial"/>
              </a:defRPr>
            </a:lvl8pPr>
            <a:lvl9pPr algn="l">
              <a:defRPr sz="1200" b="1">
                <a:solidFill>
                  <a:srgbClr val="11232B"/>
                </a:solidFill>
                <a:latin typeface="Arial"/>
                <a:ea typeface="Arial"/>
                <a:cs typeface="Arial"/>
              </a:defRPr>
            </a:lvl9pPr>
          </a:lstStyle>
          <a:p xmlns:a="http://schemas.openxmlformats.org/drawingml/2006/main">
            <a:pPr algn="l">
              <a:defRPr sz="1200" b="1">
                <a:solidFill>
                  <a:srgbClr val="11232B"/>
                </a:solidFill>
                <a:latin typeface="Arial"/>
                <a:ea typeface="Arial"/>
                <a:cs typeface="Arial"/>
              </a:defRPr>
            </a:pPr>
            <a:r>
              <a:rPr sz="1200" b="1">
                <a:solidFill>
                  <a:srgbClr val="11232B"/>
                </a:solidFill>
                <a:latin typeface="Arial"/>
                <a:ea typeface="Arial"/>
                <a:cs typeface="Arial"/>
              </a:rPr>
              <a:t>TRẠNG THÁI TÀI LIỆU HIỆN TẠI: 250 Hz playback + firmware thu demo; chưa chứng minh TCN inference trên bo.</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2026-10-18T02:52:47.2820000Z</dcterms:created>
  <dcterms:modified xsi:type="dcterms:W3CDTF">2026-10-18T02:52:47.2820000Z</dcterms:modified>
</coreProperties>
</file>