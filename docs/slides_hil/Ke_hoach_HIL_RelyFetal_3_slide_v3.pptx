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aeb884ba584f49" /><Relationship Type="http://schemas.openxmlformats.org/officeDocument/2006/relationships/extended-properties" Target="/docProps/app.xml" Id="R44ae07721fa74f63" /><Relationship Type="http://schemas.openxmlformats.org/officeDocument/2006/relationships/officeDocument" Target="/ppt/presentation.xml" Id="R1a916675e4e64a1b" /></Relationships>
</file>

<file path=ppt/presentation.xml><?xml version="1.0" encoding="utf-8"?>
<p:presentation xmlns:p="http://schemas.openxmlformats.org/presentationml/2006/main">
  <p:sldMasterIdLst>
    <p:sldMasterId xmlns:r="http://schemas.openxmlformats.org/officeDocument/2006/relationships" id="2147483648" r:id="R8213555385b540e0"/>
  </p:sldMasterIdLst>
  <p:notesMasterIdLst>
    <p:notesMasterId xmlns:r="http://schemas.openxmlformats.org/officeDocument/2006/relationships" r:id="R272c341b1a0c4bfc"/>
  </p:notesMasterIdLst>
  <p:sldIdLst>
    <p:sldId xmlns:r="http://schemas.openxmlformats.org/officeDocument/2006/relationships" id="256" r:id="Rd9d15a5dea74484f"/>
    <p:sldId xmlns:r="http://schemas.openxmlformats.org/officeDocument/2006/relationships" id="257" r:id="R354ea99711c8469b"/>
    <p:sldId xmlns:r="http://schemas.openxmlformats.org/officeDocument/2006/relationships" id="258" r:id="R2a9f851a24494d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1539f2abdf4e7c" /><Relationship Type="http://schemas.openxmlformats.org/officeDocument/2006/relationships/slideMaster" Target="/ppt/slideMasters/slideMaster1.xml" Id="R8213555385b540e0" /><Relationship Type="http://schemas.openxmlformats.org/officeDocument/2006/relationships/notesMaster" Target="/ppt/notesMasters/notesMaster1.xml" Id="R272c341b1a0c4bfc" /><Relationship Type="http://schemas.openxmlformats.org/officeDocument/2006/relationships/presProps" Target="/ppt/presProps.xml" Id="R29d38a74c2f74466" /><Relationship Type="http://schemas.openxmlformats.org/officeDocument/2006/relationships/tableStyles" Target="/ppt/tableStyles.xml" Id="Ra04f60c621d54719" /><Relationship Type="http://schemas.openxmlformats.org/officeDocument/2006/relationships/slide" Target="/ppt/slides/slide1.xml" Id="Rd9d15a5dea74484f" /><Relationship Type="http://schemas.openxmlformats.org/officeDocument/2006/relationships/slide" Target="/ppt/slides/slide2.xml" Id="R354ea99711c8469b" /><Relationship Type="http://schemas.openxmlformats.org/officeDocument/2006/relationships/slide" Target="/ppt/slides/slide3.xml" Id="R2a9f851a24494d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f49cbd23c54e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72777c357b4400" /><Relationship Type="http://schemas.openxmlformats.org/officeDocument/2006/relationships/notesMaster" Target="/ppt/notesMasters/notesMaster1.xml" Id="Rc2ded403361041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13c92b457445a8" /><Relationship Type="http://schemas.openxmlformats.org/officeDocument/2006/relationships/notesMaster" Target="/ppt/notesMasters/notesMaster1.xml" Id="R7c053dd8f4b247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de6922f3e14462" /><Relationship Type="http://schemas.openxmlformats.org/officeDocument/2006/relationships/notesMaster" Target="/ppt/notesMasters/notesMaster1.xml" Id="R42d1e4bcfacb4a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sơ đồ đấu dây theo đầu nối/net: J1.1 GPIO25/DAC1 -&gt; R1 10 kΩ nối tiếp -&gt; N1/ADC_IN -&gt; J2.1 GPIO1/ADC1_CH0. Từ N1, R2 56 kΩ và C1 100 nF mắc song song xuống GND chung. J1.2 GND và J2.2 GND là mass chung. OLED J3: pin1 VCC -&gt; J2 3V3, pin2 GND -&gt; GND, pin3 SDA -&gt; GPIO8, pin4 SCL -&gt; GPIO9; module cấp 3,3 V, không cấp 5 V. Mỗi board cấp nguồn riêng bằng USB tương thích. Dùng mã chân GPIO trên nhãn bo; hình không nhằm chỉ vị trí lỗ vật lý vì layout clone khác nhau. Tài liệu Espressif xác nhận DAC ESP32 GPIO25 https://docs.espressif.com/projects/esp-idf/en/latest/esp32/api-reference/peripherals/dac.html ; GPIO1=ADC1_CH0 và GPIO8/9 là chân ADC-capable/general GPIO https://docs.espressif.com/projects/esp-hardware-design-guidelines/en/latest/esp32s3/schematic-checklist.html . N8R8 board memory specification https://docs.espressif.com/projects/esp-dev-kits/en/latest/esp32s3/esp32-s3-devkitc-1/user_guide_v1.1.html . Circuit-level wiring supports current 250 Hz electronic demo; TCN inference still requires firmware/sampling update as already noted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sách đã đồng bộ với sơ đồ slide 1: R1=10 kΩ, R2=56 kΩ, C1=100 nF; cầu chia áp đưa tối đa 3,3 V xuống khoảng 2,8 V. N8R8 official board has 8 MB flash + 8 MB PSRAM https://docs.espressif.com/projects/esp-dev-kits/en/latest/esp32s3/esp32-s3-devkitc-1/user_guide_v1.1.html ; GPIO1 is ADC1_CH0 and ADC 12 dB nominal range is about 0–3.1 V https://docs.espressif.com/projects/esp-idf/en/latest/esp32s3/api-reference/peripherals/adc.html . Clone-board pin mapping can vary; verify silkscreen/module before ordering.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 tiết đối chiếu repo: analysis/KIENTRUC.md ghi pipeline huấn luyện/chấm ở 1.000 Hz và phép biến đổi xuống 250 Hz; analysis/hardware_simulator/esp32_patient_simulator.ino hiện phát 250 Hz bằng micros() và in Serial mỗi mẫu; esp32s3_receiver_oled.ino đặt current_fhr = 142, quyết định safe theo trung bình ADC, không gọi mô hình. Vì vậy không được mô tả kết quả firmware demo là kết quả HIL của TCN. Với ADC, 12 dB có dải đo danh định 0–3,1 V; divider giảm đầu ra DAC để có biên an toàn: https://docs.espressif.com/projects/esp-idf/en/latest/esp32s3/api-reference/peripherals/adc.html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d1388a8a1d43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7efff45acf46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7fdeb888814c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ae3af227a149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0ea35a9ab046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5630a81d8c46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D17AF7-5747-4B58-9C4B-AEBF2F4F4E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C421D9-42B1-4A5A-8F97-A47FD6C9B6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DE1114-DA95-4F38-B42D-9CEC0376B1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B9BC-8E38-46B8-B078-03FA44A8F2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845838-2289-4A03-B80E-A2CEE791C5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84CF21-25A6-4FC9-B47B-7F308177D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E074DC-30EB-4646-B7C9-2588674B41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0CE03-AB36-4932-8556-AE82B8BF21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F33C01-E35B-48FB-9866-07EEB4448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699E3-90FD-4BC3-BFB7-00CA23F891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d709dff78441d0" /><Relationship Type="http://schemas.openxmlformats.org/officeDocument/2006/relationships/slideLayout" Target="/ppt/slideLayouts/slideLayout1.xml" Id="Rbb02a6701904438c" /><Relationship Type="http://schemas.openxmlformats.org/officeDocument/2006/relationships/slideLayout" Target="/ppt/slideLayouts/slideLayout2.xml" Id="R7fd87c20bfca4ae6" /><Relationship Type="http://schemas.openxmlformats.org/officeDocument/2006/relationships/slideLayout" Target="/ppt/slideLayouts/slideLayout3.xml" Id="R219ab9c4106b4eae" /><Relationship Type="http://schemas.openxmlformats.org/officeDocument/2006/relationships/slideLayout" Target="/ppt/slideLayouts/slideLayout4.xml" Id="R9046efc7ade24142" /><Relationship Type="http://schemas.openxmlformats.org/officeDocument/2006/relationships/slideLayout" Target="/ppt/slideLayouts/slideLayout5.xml" Id="Rd52b559c435546c1" /><Relationship Type="http://schemas.openxmlformats.org/officeDocument/2006/relationships/slideLayout" Target="/ppt/slideLayouts/slideLayout6.xml" Id="R5a8e5ab0523346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02a6701904438c"/>
    <p:sldLayoutId xmlns:r="http://schemas.openxmlformats.org/officeDocument/2006/relationships" id="2147483650" r:id="R7fd87c20bfca4ae6"/>
    <p:sldLayoutId xmlns:r="http://schemas.openxmlformats.org/officeDocument/2006/relationships" id="2147483651" r:id="R219ab9c4106b4eae"/>
    <p:sldLayoutId xmlns:r="http://schemas.openxmlformats.org/officeDocument/2006/relationships" id="2147483652" r:id="R9046efc7ade24142"/>
    <p:sldLayoutId xmlns:r="http://schemas.openxmlformats.org/officeDocument/2006/relationships" id="2147483653" r:id="Rd52b559c435546c1"/>
    <p:sldLayoutId xmlns:r="http://schemas.openxmlformats.org/officeDocument/2006/relationships" id="2147483654" r:id="R5a8e5ab0523346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eae5bd81284732" /><Relationship Type="http://schemas.openxmlformats.org/officeDocument/2006/relationships/notesSlide" Target="/ppt/notesSlides/notesSlide1.xml" Id="Rae4a41d3247445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9a8d77661e4820" /><Relationship Type="http://schemas.openxmlformats.org/officeDocument/2006/relationships/notesSlide" Target="/ppt/notesSlides/notesSlide2.xml" Id="R83d08fc4cee44c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7d26b4af2245b6" /><Relationship Type="http://schemas.openxmlformats.org/officeDocument/2006/relationships/notesSlide" Target="/ppt/notesSlides/notesSlide3.xml" Id="Rfe79a4dd96c94ef8" /></Relationships>
</file>

<file path=ppt/slides/slide1.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0" name="slide-1-title">
            <a:extLst xmlns:a="http://schemas.openxmlformats.org/drawingml/2006/main">
              <a:ext uri="{FF2B5EF4-FFF2-40B4-BE49-F238E27FC236}">
                <a16:creationId xmlns:a16="http://schemas.microsoft.com/office/drawing/2014/main" id="{56DD0CE9-7284-4D17-BE8B-D75C7B54369C}"/>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Sơ đồ đấu dây HIL</a:t>
            </a:r>
          </a:p>
        </p:txBody>
      </p:sp>
      <p:sp>
        <p:nvSpPr>
          <p:cNvPr id="2" name="slide-1-strap">
            <a:extLst xmlns:a="http://schemas.openxmlformats.org/drawingml/2006/main">
              <a:ext uri="{FF2B5EF4-FFF2-40B4-BE49-F238E27FC236}">
                <a16:creationId xmlns:a16="http://schemas.microsoft.com/office/drawing/2014/main" id="{A5EA16DB-4643-41A2-9C0D-A03D24E4A068}"/>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Ký hiệu IEC, mã đầu nối J1–J3, số chân và màu dây để lắp theo từng điểm đấu.</a:t>
            </a:r>
          </a:p>
        </p:txBody>
      </p:sp>
      <p:sp>
        <p:nvSpPr>
          <p:cNvPr id="3" name="slide-1-header-rule">
            <a:extLst xmlns:a="http://schemas.openxmlformats.org/drawingml/2006/main">
              <a:ext uri="{FF2B5EF4-FFF2-40B4-BE49-F238E27FC236}">
                <a16:creationId xmlns:a16="http://schemas.microsoft.com/office/drawing/2014/main" id="{3B864213-296F-4FFB-8AC3-5BAB9DA6D264}"/>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1-index">
            <a:extLst xmlns:a="http://schemas.openxmlformats.org/drawingml/2006/main">
              <a:ext uri="{FF2B5EF4-FFF2-40B4-BE49-F238E27FC236}">
                <a16:creationId xmlns:a16="http://schemas.microsoft.com/office/drawing/2014/main" id="{CD499A6F-B375-49FA-B60D-58ACB500792C}"/>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01  /  03</a:t>
            </a:r>
          </a:p>
        </p:txBody>
      </p:sp>
      <p:sp>
        <p:nvSpPr>
          <p:cNvPr id="31" name="j1-box">
            <a:extLst xmlns:a="http://schemas.openxmlformats.org/drawingml/2006/main">
              <a:ext uri="{FF2B5EF4-FFF2-40B4-BE49-F238E27FC236}">
                <a16:creationId xmlns:a16="http://schemas.microsoft.com/office/drawing/2014/main" id="{5DC31784-4DF3-4457-B387-F7F10A39D1C7}"/>
              </a:ext>
            </a:extLst>
          </p:cNvPr>
          <p:cNvSpPr>
            <a:spLocks xmlns:a="http://schemas.openxmlformats.org/drawingml/2006/main" noGrp="1"/>
          </p:cNvSpPr>
          <p:nvPr/>
        </p:nvSpPr>
        <p:spPr>
          <a:xfrm xmlns:a="http://schemas.openxmlformats.org/drawingml/2006/main">
            <a:off x="628650" y="2228850"/>
            <a:ext cx="1809750" cy="1704975"/>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32" name="j1-title">
            <a:extLst xmlns:a="http://schemas.openxmlformats.org/drawingml/2006/main">
              <a:ext uri="{FF2B5EF4-FFF2-40B4-BE49-F238E27FC236}">
                <a16:creationId xmlns:a16="http://schemas.microsoft.com/office/drawing/2014/main" id="{0D67B030-83E7-40AE-A365-399DF3B6C6E5}"/>
              </a:ext>
            </a:extLst>
          </p:cNvPr>
          <p:cNvSpPr>
            <a:spLocks xmlns:a="http://schemas.openxmlformats.org/drawingml/2006/main" noGrp="1"/>
          </p:cNvSpPr>
          <p:nvPr/>
        </p:nvSpPr>
        <p:spPr>
          <a:xfrm xmlns:a="http://schemas.openxmlformats.org/drawingml/2006/main">
            <a:off x="742950" y="2314575"/>
            <a:ext cx="158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defRPr sz="1200" b="1">
                <a:solidFill>
                  <a:srgbClr val="102A33"/>
                </a:solidFill>
                <a:latin typeface="Arial"/>
                <a:ea typeface="Arial"/>
                <a:cs typeface="Arial"/>
              </a:defRPr>
            </a:lvl1pPr>
            <a:lvl2pPr algn="l">
              <a:defRPr sz="1200" b="1">
                <a:solidFill>
                  <a:srgbClr val="102A33"/>
                </a:solidFill>
                <a:latin typeface="Arial"/>
                <a:ea typeface="Arial"/>
                <a:cs typeface="Arial"/>
              </a:defRPr>
            </a:lvl2pPr>
            <a:lvl3pPr algn="l">
              <a:defRPr sz="1200" b="1">
                <a:solidFill>
                  <a:srgbClr val="102A33"/>
                </a:solidFill>
                <a:latin typeface="Arial"/>
                <a:ea typeface="Arial"/>
                <a:cs typeface="Arial"/>
              </a:defRPr>
            </a:lvl3pPr>
            <a:lvl4pPr algn="l">
              <a:defRPr sz="1200" b="1">
                <a:solidFill>
                  <a:srgbClr val="102A33"/>
                </a:solidFill>
                <a:latin typeface="Arial"/>
                <a:ea typeface="Arial"/>
                <a:cs typeface="Arial"/>
              </a:defRPr>
            </a:lvl4pPr>
            <a:lvl5pPr algn="l">
              <a:defRPr sz="1200" b="1">
                <a:solidFill>
                  <a:srgbClr val="102A33"/>
                </a:solidFill>
                <a:latin typeface="Arial"/>
                <a:ea typeface="Arial"/>
                <a:cs typeface="Arial"/>
              </a:defRPr>
            </a:lvl5pPr>
            <a:lvl6pPr algn="l">
              <a:defRPr sz="1200" b="1">
                <a:solidFill>
                  <a:srgbClr val="102A33"/>
                </a:solidFill>
                <a:latin typeface="Arial"/>
                <a:ea typeface="Arial"/>
                <a:cs typeface="Arial"/>
              </a:defRPr>
            </a:lvl6pPr>
            <a:lvl7pPr algn="l">
              <a:defRPr sz="1200" b="1">
                <a:solidFill>
                  <a:srgbClr val="102A33"/>
                </a:solidFill>
                <a:latin typeface="Arial"/>
                <a:ea typeface="Arial"/>
                <a:cs typeface="Arial"/>
              </a:defRPr>
            </a:lvl7pPr>
            <a:lvl8pPr algn="l">
              <a:defRPr sz="1200" b="1">
                <a:solidFill>
                  <a:srgbClr val="102A33"/>
                </a:solidFill>
                <a:latin typeface="Arial"/>
                <a:ea typeface="Arial"/>
                <a:cs typeface="Arial"/>
              </a:defRPr>
            </a:lvl8pPr>
            <a:lvl9pPr algn="l">
              <a:defRPr sz="1200" b="1">
                <a:solidFill>
                  <a:srgbClr val="102A33"/>
                </a:solidFill>
                <a:latin typeface="Arial"/>
                <a:ea typeface="Arial"/>
                <a:cs typeface="Arial"/>
              </a:defRPr>
            </a:lvl9pPr>
          </a:lstStyle>
          <a:p xmlns:a="http://schemas.openxmlformats.org/drawingml/2006/main">
            <a:pPr algn="l">
              <a:defRPr sz="1200" b="1">
                <a:solidFill>
                  <a:srgbClr val="102A33"/>
                </a:solidFill>
                <a:latin typeface="Arial"/>
                <a:ea typeface="Arial"/>
                <a:cs typeface="Arial"/>
              </a:defRPr>
            </a:pPr>
            <a:r>
              <a:rPr sz="1200" b="1">
                <a:solidFill>
                  <a:srgbClr val="102A33"/>
                </a:solidFill>
                <a:latin typeface="Arial"/>
                <a:ea typeface="Arial"/>
                <a:cs typeface="Arial"/>
              </a:rPr>
              <a:t>J1  ·  BỘ PHÁT</a:t>
            </a:r>
          </a:p>
        </p:txBody>
      </p:sp>
      <p:sp>
        <p:nvSpPr>
          <p:cNvPr id="33" name="j1-sub">
            <a:extLst xmlns:a="http://schemas.openxmlformats.org/drawingml/2006/main">
              <a:ext uri="{FF2B5EF4-FFF2-40B4-BE49-F238E27FC236}">
                <a16:creationId xmlns:a16="http://schemas.microsoft.com/office/drawing/2014/main" id="{AC838E5C-CA47-47E2-BB57-46B9E13B8814}"/>
              </a:ext>
            </a:extLst>
          </p:cNvPr>
          <p:cNvSpPr>
            <a:spLocks xmlns:a="http://schemas.openxmlformats.org/drawingml/2006/main" noGrp="1"/>
          </p:cNvSpPr>
          <p:nvPr/>
        </p:nvSpPr>
        <p:spPr>
          <a:xfrm xmlns:a="http://schemas.openxmlformats.org/drawingml/2006/main">
            <a:off x="742950" y="2571750"/>
            <a:ext cx="1581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3721"/>
          </a:bodyPr>
          <a:lstStyle xmlns:a="http://schemas.openxmlformats.org/drawingml/2006/main">
            <a:defPPr algn="l">
              <a:defRPr sz="900" b="0">
                <a:solidFill>
                  <a:srgbClr val="50636A"/>
                </a:solidFill>
                <a:latin typeface="Arial"/>
                <a:ea typeface="Arial"/>
                <a:cs typeface="Arial"/>
              </a:defRPr>
            </a:defPPr>
            <a:lvl1pPr algn="l">
              <a:defRPr sz="900" b="0">
                <a:solidFill>
                  <a:srgbClr val="50636A"/>
                </a:solidFill>
                <a:latin typeface="Arial"/>
                <a:ea typeface="Arial"/>
                <a:cs typeface="Arial"/>
              </a:defRPr>
            </a:lvl1pPr>
            <a:lvl2pPr algn="l">
              <a:defRPr sz="900" b="0">
                <a:solidFill>
                  <a:srgbClr val="50636A"/>
                </a:solidFill>
                <a:latin typeface="Arial"/>
                <a:ea typeface="Arial"/>
                <a:cs typeface="Arial"/>
              </a:defRPr>
            </a:lvl2pPr>
            <a:lvl3pPr algn="l">
              <a:defRPr sz="900" b="0">
                <a:solidFill>
                  <a:srgbClr val="50636A"/>
                </a:solidFill>
                <a:latin typeface="Arial"/>
                <a:ea typeface="Arial"/>
                <a:cs typeface="Arial"/>
              </a:defRPr>
            </a:lvl3pPr>
            <a:lvl4pPr algn="l">
              <a:defRPr sz="900" b="0">
                <a:solidFill>
                  <a:srgbClr val="50636A"/>
                </a:solidFill>
                <a:latin typeface="Arial"/>
                <a:ea typeface="Arial"/>
                <a:cs typeface="Arial"/>
              </a:defRPr>
            </a:lvl4pPr>
            <a:lvl5pPr algn="l">
              <a:defRPr sz="900" b="0">
                <a:solidFill>
                  <a:srgbClr val="50636A"/>
                </a:solidFill>
                <a:latin typeface="Arial"/>
                <a:ea typeface="Arial"/>
                <a:cs typeface="Arial"/>
              </a:defRPr>
            </a:lvl5pPr>
            <a:lvl6pPr algn="l">
              <a:defRPr sz="900" b="0">
                <a:solidFill>
                  <a:srgbClr val="50636A"/>
                </a:solidFill>
                <a:latin typeface="Arial"/>
                <a:ea typeface="Arial"/>
                <a:cs typeface="Arial"/>
              </a:defRPr>
            </a:lvl6pPr>
            <a:lvl7pPr algn="l">
              <a:defRPr sz="900" b="0">
                <a:solidFill>
                  <a:srgbClr val="50636A"/>
                </a:solidFill>
                <a:latin typeface="Arial"/>
                <a:ea typeface="Arial"/>
                <a:cs typeface="Arial"/>
              </a:defRPr>
            </a:lvl7pPr>
            <a:lvl8pPr algn="l">
              <a:defRPr sz="900" b="0">
                <a:solidFill>
                  <a:srgbClr val="50636A"/>
                </a:solidFill>
                <a:latin typeface="Arial"/>
                <a:ea typeface="Arial"/>
                <a:cs typeface="Arial"/>
              </a:defRPr>
            </a:lvl8pPr>
            <a:lvl9pPr algn="l">
              <a:defRPr sz="900" b="0">
                <a:solidFill>
                  <a:srgbClr val="50636A"/>
                </a:solidFill>
                <a:latin typeface="Arial"/>
                <a:ea typeface="Arial"/>
                <a:cs typeface="Arial"/>
              </a:defRPr>
            </a:lvl9pPr>
          </a:lstStyle>
          <a:p xmlns:a="http://schemas.openxmlformats.org/drawingml/2006/main">
            <a:pPr algn="l">
              <a:defRPr sz="900" b="0">
                <a:solidFill>
                  <a:srgbClr val="50636A"/>
                </a:solidFill>
                <a:latin typeface="Arial"/>
                <a:ea typeface="Arial"/>
                <a:cs typeface="Arial"/>
              </a:defRPr>
            </a:pPr>
            <a:r>
              <a:rPr sz="900" b="0">
                <a:solidFill>
                  <a:srgbClr val="50636A"/>
                </a:solidFill>
                <a:latin typeface="Arial"/>
                <a:ea typeface="Arial"/>
                <a:cs typeface="Arial"/>
              </a:rPr>
              <a:t>ESP32 DevKit V1 / ESP-WROOM-32</a:t>
            </a:r>
          </a:p>
        </p:txBody>
      </p:sp>
      <p:sp>
        <p:nvSpPr>
          <p:cNvPr id="34" name="j1-pin1">
            <a:extLst xmlns:a="http://schemas.openxmlformats.org/drawingml/2006/main">
              <a:ext uri="{FF2B5EF4-FFF2-40B4-BE49-F238E27FC236}">
                <a16:creationId xmlns:a16="http://schemas.microsoft.com/office/drawing/2014/main" id="{C92C9553-6D9F-4BEE-B2DB-D097C1F26F7F}"/>
              </a:ext>
            </a:extLst>
          </p:cNvPr>
          <p:cNvSpPr>
            <a:spLocks xmlns:a="http://schemas.openxmlformats.org/drawingml/2006/main" noGrp="1"/>
          </p:cNvSpPr>
          <p:nvPr/>
        </p:nvSpPr>
        <p:spPr>
          <a:xfrm xmlns:a="http://schemas.openxmlformats.org/drawingml/2006/main">
            <a:off x="819150" y="2867025"/>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defRPr sz="1050" b="1">
                <a:solidFill>
                  <a:srgbClr val="172A30"/>
                </a:solidFill>
                <a:latin typeface="Arial"/>
                <a:ea typeface="Arial"/>
                <a:cs typeface="Arial"/>
              </a:defRPr>
            </a:lvl1pPr>
            <a:lvl2pPr algn="l">
              <a:defRPr sz="1050" b="1">
                <a:solidFill>
                  <a:srgbClr val="172A30"/>
                </a:solidFill>
                <a:latin typeface="Arial"/>
                <a:ea typeface="Arial"/>
                <a:cs typeface="Arial"/>
              </a:defRPr>
            </a:lvl2pPr>
            <a:lvl3pPr algn="l">
              <a:defRPr sz="1050" b="1">
                <a:solidFill>
                  <a:srgbClr val="172A30"/>
                </a:solidFill>
                <a:latin typeface="Arial"/>
                <a:ea typeface="Arial"/>
                <a:cs typeface="Arial"/>
              </a:defRPr>
            </a:lvl3pPr>
            <a:lvl4pPr algn="l">
              <a:defRPr sz="1050" b="1">
                <a:solidFill>
                  <a:srgbClr val="172A30"/>
                </a:solidFill>
                <a:latin typeface="Arial"/>
                <a:ea typeface="Arial"/>
                <a:cs typeface="Arial"/>
              </a:defRPr>
            </a:lvl4pPr>
            <a:lvl5pPr algn="l">
              <a:defRPr sz="1050" b="1">
                <a:solidFill>
                  <a:srgbClr val="172A30"/>
                </a:solidFill>
                <a:latin typeface="Arial"/>
                <a:ea typeface="Arial"/>
                <a:cs typeface="Arial"/>
              </a:defRPr>
            </a:lvl5pPr>
            <a:lvl6pPr algn="l">
              <a:defRPr sz="1050" b="1">
                <a:solidFill>
                  <a:srgbClr val="172A30"/>
                </a:solidFill>
                <a:latin typeface="Arial"/>
                <a:ea typeface="Arial"/>
                <a:cs typeface="Arial"/>
              </a:defRPr>
            </a:lvl6pPr>
            <a:lvl7pPr algn="l">
              <a:defRPr sz="1050" b="1">
                <a:solidFill>
                  <a:srgbClr val="172A30"/>
                </a:solidFill>
                <a:latin typeface="Arial"/>
                <a:ea typeface="Arial"/>
                <a:cs typeface="Arial"/>
              </a:defRPr>
            </a:lvl7pPr>
            <a:lvl8pPr algn="l">
              <a:defRPr sz="1050" b="1">
                <a:solidFill>
                  <a:srgbClr val="172A30"/>
                </a:solidFill>
                <a:latin typeface="Arial"/>
                <a:ea typeface="Arial"/>
                <a:cs typeface="Arial"/>
              </a:defRPr>
            </a:lvl8pPr>
            <a:lvl9pPr algn="l">
              <a:defRPr sz="1050" b="1">
                <a:solidFill>
                  <a:srgbClr val="172A30"/>
                </a:solidFill>
                <a:latin typeface="Arial"/>
                <a:ea typeface="Arial"/>
                <a:cs typeface="Arial"/>
              </a:defRPr>
            </a:lvl9pPr>
          </a:lstStyle>
          <a:p xmlns:a="http://schemas.openxmlformats.org/drawingml/2006/main">
            <a:pPr algn="l">
              <a:defRPr sz="1050" b="1">
                <a:solidFill>
                  <a:srgbClr val="172A30"/>
                </a:solidFill>
                <a:latin typeface="Arial"/>
                <a:ea typeface="Arial"/>
                <a:cs typeface="Arial"/>
              </a:defRPr>
            </a:pPr>
            <a:r>
              <a:rPr sz="1050" b="1">
                <a:solidFill>
                  <a:srgbClr val="172A30"/>
                </a:solidFill>
                <a:latin typeface="Arial"/>
                <a:ea typeface="Arial"/>
                <a:cs typeface="Arial"/>
              </a:rPr>
              <a:t>1  GPIO25 / DAC1</a:t>
            </a:r>
          </a:p>
        </p:txBody>
      </p:sp>
      <p:sp>
        <p:nvSpPr>
          <p:cNvPr id="35" name="j1-t1">
            <a:extLst xmlns:a="http://schemas.openxmlformats.org/drawingml/2006/main">
              <a:ext uri="{FF2B5EF4-FFF2-40B4-BE49-F238E27FC236}">
                <a16:creationId xmlns:a16="http://schemas.microsoft.com/office/drawing/2014/main" id="{67FEA508-6936-446D-BE87-EE76B8CB5AB1}"/>
              </a:ext>
            </a:extLst>
          </p:cNvPr>
          <p:cNvSpPr>
            <a:spLocks xmlns:a="http://schemas.openxmlformats.org/drawingml/2006/main" noGrp="1"/>
          </p:cNvSpPr>
          <p:nvPr/>
        </p:nvSpPr>
        <p:spPr>
          <a:xfrm xmlns:a="http://schemas.openxmlformats.org/drawingml/2006/main">
            <a:off x="23907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36" name="j1-pin2">
            <a:extLst xmlns:a="http://schemas.openxmlformats.org/drawingml/2006/main">
              <a:ext uri="{FF2B5EF4-FFF2-40B4-BE49-F238E27FC236}">
                <a16:creationId xmlns:a16="http://schemas.microsoft.com/office/drawing/2014/main" id="{42D61450-8C3A-4050-BEDA-3433276D8114}"/>
              </a:ext>
            </a:extLst>
          </p:cNvPr>
          <p:cNvSpPr>
            <a:spLocks xmlns:a="http://schemas.openxmlformats.org/drawingml/2006/main" noGrp="1"/>
          </p:cNvSpPr>
          <p:nvPr/>
        </p:nvSpPr>
        <p:spPr>
          <a:xfrm xmlns:a="http://schemas.openxmlformats.org/drawingml/2006/main">
            <a:off x="819150" y="3505200"/>
            <a:ext cx="1476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2A30"/>
                </a:solidFill>
                <a:latin typeface="Arial"/>
                <a:ea typeface="Arial"/>
                <a:cs typeface="Arial"/>
              </a:defRPr>
            </a:defPPr>
            <a:lvl1pPr algn="l">
              <a:defRPr sz="1050" b="1">
                <a:solidFill>
                  <a:srgbClr val="172A30"/>
                </a:solidFill>
                <a:latin typeface="Arial"/>
                <a:ea typeface="Arial"/>
                <a:cs typeface="Arial"/>
              </a:defRPr>
            </a:lvl1pPr>
            <a:lvl2pPr algn="l">
              <a:defRPr sz="1050" b="1">
                <a:solidFill>
                  <a:srgbClr val="172A30"/>
                </a:solidFill>
                <a:latin typeface="Arial"/>
                <a:ea typeface="Arial"/>
                <a:cs typeface="Arial"/>
              </a:defRPr>
            </a:lvl2pPr>
            <a:lvl3pPr algn="l">
              <a:defRPr sz="1050" b="1">
                <a:solidFill>
                  <a:srgbClr val="172A30"/>
                </a:solidFill>
                <a:latin typeface="Arial"/>
                <a:ea typeface="Arial"/>
                <a:cs typeface="Arial"/>
              </a:defRPr>
            </a:lvl3pPr>
            <a:lvl4pPr algn="l">
              <a:defRPr sz="1050" b="1">
                <a:solidFill>
                  <a:srgbClr val="172A30"/>
                </a:solidFill>
                <a:latin typeface="Arial"/>
                <a:ea typeface="Arial"/>
                <a:cs typeface="Arial"/>
              </a:defRPr>
            </a:lvl4pPr>
            <a:lvl5pPr algn="l">
              <a:defRPr sz="1050" b="1">
                <a:solidFill>
                  <a:srgbClr val="172A30"/>
                </a:solidFill>
                <a:latin typeface="Arial"/>
                <a:ea typeface="Arial"/>
                <a:cs typeface="Arial"/>
              </a:defRPr>
            </a:lvl5pPr>
            <a:lvl6pPr algn="l">
              <a:defRPr sz="1050" b="1">
                <a:solidFill>
                  <a:srgbClr val="172A30"/>
                </a:solidFill>
                <a:latin typeface="Arial"/>
                <a:ea typeface="Arial"/>
                <a:cs typeface="Arial"/>
              </a:defRPr>
            </a:lvl6pPr>
            <a:lvl7pPr algn="l">
              <a:defRPr sz="1050" b="1">
                <a:solidFill>
                  <a:srgbClr val="172A30"/>
                </a:solidFill>
                <a:latin typeface="Arial"/>
                <a:ea typeface="Arial"/>
                <a:cs typeface="Arial"/>
              </a:defRPr>
            </a:lvl7pPr>
            <a:lvl8pPr algn="l">
              <a:defRPr sz="1050" b="1">
                <a:solidFill>
                  <a:srgbClr val="172A30"/>
                </a:solidFill>
                <a:latin typeface="Arial"/>
                <a:ea typeface="Arial"/>
                <a:cs typeface="Arial"/>
              </a:defRPr>
            </a:lvl8pPr>
            <a:lvl9pPr algn="l">
              <a:defRPr sz="1050" b="1">
                <a:solidFill>
                  <a:srgbClr val="172A30"/>
                </a:solidFill>
                <a:latin typeface="Arial"/>
                <a:ea typeface="Arial"/>
                <a:cs typeface="Arial"/>
              </a:defRPr>
            </a:lvl9pPr>
          </a:lstStyle>
          <a:p xmlns:a="http://schemas.openxmlformats.org/drawingml/2006/main">
            <a:pPr algn="l">
              <a:defRPr sz="1050" b="1">
                <a:solidFill>
                  <a:srgbClr val="172A30"/>
                </a:solidFill>
                <a:latin typeface="Arial"/>
                <a:ea typeface="Arial"/>
                <a:cs typeface="Arial"/>
              </a:defRPr>
            </a:pPr>
            <a:r>
              <a:rPr sz="1050" b="1">
                <a:solidFill>
                  <a:srgbClr val="172A30"/>
                </a:solidFill>
                <a:latin typeface="Arial"/>
                <a:ea typeface="Arial"/>
                <a:cs typeface="Arial"/>
              </a:rPr>
              <a:t>2  GND</a:t>
            </a:r>
          </a:p>
        </p:txBody>
      </p:sp>
      <p:sp>
        <p:nvSpPr>
          <p:cNvPr id="37" name="j1-t2">
            <a:extLst xmlns:a="http://schemas.openxmlformats.org/drawingml/2006/main">
              <a:ext uri="{FF2B5EF4-FFF2-40B4-BE49-F238E27FC236}">
                <a16:creationId xmlns:a16="http://schemas.microsoft.com/office/drawing/2014/main" id="{65C886B4-FDC0-4E07-A1D1-19BC83FB907F}"/>
              </a:ext>
            </a:extLst>
          </p:cNvPr>
          <p:cNvSpPr>
            <a:spLocks xmlns:a="http://schemas.openxmlformats.org/drawingml/2006/main" noGrp="1"/>
          </p:cNvSpPr>
          <p:nvPr/>
        </p:nvSpPr>
        <p:spPr>
          <a:xfrm xmlns:a="http://schemas.openxmlformats.org/drawingml/2006/main">
            <a:off x="2390775" y="35718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38" name="j1-usb">
            <a:extLst xmlns:a="http://schemas.openxmlformats.org/drawingml/2006/main">
              <a:ext uri="{FF2B5EF4-FFF2-40B4-BE49-F238E27FC236}">
                <a16:creationId xmlns:a16="http://schemas.microsoft.com/office/drawing/2014/main" id="{BDDDF886-F20F-40E1-BF67-C1F393ED1BBA}"/>
              </a:ext>
            </a:extLst>
          </p:cNvPr>
          <p:cNvSpPr>
            <a:spLocks xmlns:a="http://schemas.openxmlformats.org/drawingml/2006/main" noGrp="1"/>
          </p:cNvSpPr>
          <p:nvPr/>
        </p:nvSpPr>
        <p:spPr>
          <a:xfrm xmlns:a="http://schemas.openxmlformats.org/drawingml/2006/main">
            <a:off x="790575" y="3724275"/>
            <a:ext cx="152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defRPr sz="825" b="0">
                <a:solidFill>
                  <a:srgbClr val="50636A"/>
                </a:solidFill>
                <a:latin typeface="Arial"/>
                <a:ea typeface="Arial"/>
                <a:cs typeface="Arial"/>
              </a:defRPr>
            </a:lvl1pPr>
            <a:lvl2pPr algn="l">
              <a:defRPr sz="825" b="0">
                <a:solidFill>
                  <a:srgbClr val="50636A"/>
                </a:solidFill>
                <a:latin typeface="Arial"/>
                <a:ea typeface="Arial"/>
                <a:cs typeface="Arial"/>
              </a:defRPr>
            </a:lvl2pPr>
            <a:lvl3pPr algn="l">
              <a:defRPr sz="825" b="0">
                <a:solidFill>
                  <a:srgbClr val="50636A"/>
                </a:solidFill>
                <a:latin typeface="Arial"/>
                <a:ea typeface="Arial"/>
                <a:cs typeface="Arial"/>
              </a:defRPr>
            </a:lvl3pPr>
            <a:lvl4pPr algn="l">
              <a:defRPr sz="825" b="0">
                <a:solidFill>
                  <a:srgbClr val="50636A"/>
                </a:solidFill>
                <a:latin typeface="Arial"/>
                <a:ea typeface="Arial"/>
                <a:cs typeface="Arial"/>
              </a:defRPr>
            </a:lvl4pPr>
            <a:lvl5pPr algn="l">
              <a:defRPr sz="825" b="0">
                <a:solidFill>
                  <a:srgbClr val="50636A"/>
                </a:solidFill>
                <a:latin typeface="Arial"/>
                <a:ea typeface="Arial"/>
                <a:cs typeface="Arial"/>
              </a:defRPr>
            </a:lvl5pPr>
            <a:lvl6pPr algn="l">
              <a:defRPr sz="825" b="0">
                <a:solidFill>
                  <a:srgbClr val="50636A"/>
                </a:solidFill>
                <a:latin typeface="Arial"/>
                <a:ea typeface="Arial"/>
                <a:cs typeface="Arial"/>
              </a:defRPr>
            </a:lvl6pPr>
            <a:lvl7pPr algn="l">
              <a:defRPr sz="825" b="0">
                <a:solidFill>
                  <a:srgbClr val="50636A"/>
                </a:solidFill>
                <a:latin typeface="Arial"/>
                <a:ea typeface="Arial"/>
                <a:cs typeface="Arial"/>
              </a:defRPr>
            </a:lvl7pPr>
            <a:lvl8pPr algn="l">
              <a:defRPr sz="825" b="0">
                <a:solidFill>
                  <a:srgbClr val="50636A"/>
                </a:solidFill>
                <a:latin typeface="Arial"/>
                <a:ea typeface="Arial"/>
                <a:cs typeface="Arial"/>
              </a:defRPr>
            </a:lvl8pPr>
            <a:lvl9pPr algn="l">
              <a:defRPr sz="825" b="0">
                <a:solidFill>
                  <a:srgbClr val="50636A"/>
                </a:solidFill>
                <a:latin typeface="Arial"/>
                <a:ea typeface="Arial"/>
                <a:cs typeface="Arial"/>
              </a:defRPr>
            </a:lvl9pPr>
          </a:lstStyle>
          <a:p xmlns:a="http://schemas.openxmlformats.org/drawingml/2006/main">
            <a:pPr algn="l">
              <a:defRPr sz="825" b="0">
                <a:solidFill>
                  <a:srgbClr val="50636A"/>
                </a:solidFill>
                <a:latin typeface="Arial"/>
                <a:ea typeface="Arial"/>
                <a:cs typeface="Arial"/>
              </a:defRPr>
            </a:pPr>
            <a:r>
              <a:rPr sz="825" b="0">
                <a:solidFill>
                  <a:srgbClr val="50636A"/>
                </a:solidFill>
                <a:latin typeface="Arial"/>
                <a:ea typeface="Arial"/>
                <a:cs typeface="Arial"/>
              </a:rPr>
              <a:t>USB 5 V  ·  Micro-USB</a:t>
            </a:r>
          </a:p>
        </p:txBody>
      </p:sp>
      <p:sp>
        <p:nvSpPr>
          <p:cNvPr id="39" name="r1-ref">
            <a:extLst xmlns:a="http://schemas.openxmlformats.org/drawingml/2006/main">
              <a:ext uri="{FF2B5EF4-FFF2-40B4-BE49-F238E27FC236}">
                <a16:creationId xmlns:a16="http://schemas.microsoft.com/office/drawing/2014/main" id="{37B71B4D-0DE4-4556-8FBC-4F6A9FF1BF0A}"/>
              </a:ext>
            </a:extLst>
          </p:cNvPr>
          <p:cNvSpPr>
            <a:spLocks xmlns:a="http://schemas.openxmlformats.org/drawingml/2006/main" noGrp="1"/>
          </p:cNvSpPr>
          <p:nvPr/>
        </p:nvSpPr>
        <p:spPr>
          <a:xfrm xmlns:a="http://schemas.openxmlformats.org/drawingml/2006/main">
            <a:off x="3019425" y="2324100"/>
            <a:ext cx="1809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A30"/>
                </a:solidFill>
                <a:latin typeface="Arial"/>
                <a:ea typeface="Arial"/>
                <a:cs typeface="Arial"/>
              </a:defRPr>
            </a:defPPr>
            <a:lvl1pPr algn="ctr">
              <a:defRPr sz="975" b="1">
                <a:solidFill>
                  <a:srgbClr val="172A30"/>
                </a:solidFill>
                <a:latin typeface="Arial"/>
                <a:ea typeface="Arial"/>
                <a:cs typeface="Arial"/>
              </a:defRPr>
            </a:lvl1pPr>
            <a:lvl2pPr algn="ctr">
              <a:defRPr sz="975" b="1">
                <a:solidFill>
                  <a:srgbClr val="172A30"/>
                </a:solidFill>
                <a:latin typeface="Arial"/>
                <a:ea typeface="Arial"/>
                <a:cs typeface="Arial"/>
              </a:defRPr>
            </a:lvl2pPr>
            <a:lvl3pPr algn="ctr">
              <a:defRPr sz="975" b="1">
                <a:solidFill>
                  <a:srgbClr val="172A30"/>
                </a:solidFill>
                <a:latin typeface="Arial"/>
                <a:ea typeface="Arial"/>
                <a:cs typeface="Arial"/>
              </a:defRPr>
            </a:lvl3pPr>
            <a:lvl4pPr algn="ctr">
              <a:defRPr sz="975" b="1">
                <a:solidFill>
                  <a:srgbClr val="172A30"/>
                </a:solidFill>
                <a:latin typeface="Arial"/>
                <a:ea typeface="Arial"/>
                <a:cs typeface="Arial"/>
              </a:defRPr>
            </a:lvl4pPr>
            <a:lvl5pPr algn="ctr">
              <a:defRPr sz="975" b="1">
                <a:solidFill>
                  <a:srgbClr val="172A30"/>
                </a:solidFill>
                <a:latin typeface="Arial"/>
                <a:ea typeface="Arial"/>
                <a:cs typeface="Arial"/>
              </a:defRPr>
            </a:lvl5pPr>
            <a:lvl6pPr algn="ctr">
              <a:defRPr sz="975" b="1">
                <a:solidFill>
                  <a:srgbClr val="172A30"/>
                </a:solidFill>
                <a:latin typeface="Arial"/>
                <a:ea typeface="Arial"/>
                <a:cs typeface="Arial"/>
              </a:defRPr>
            </a:lvl6pPr>
            <a:lvl7pPr algn="ctr">
              <a:defRPr sz="975" b="1">
                <a:solidFill>
                  <a:srgbClr val="172A30"/>
                </a:solidFill>
                <a:latin typeface="Arial"/>
                <a:ea typeface="Arial"/>
                <a:cs typeface="Arial"/>
              </a:defRPr>
            </a:lvl7pPr>
            <a:lvl8pPr algn="ctr">
              <a:defRPr sz="975" b="1">
                <a:solidFill>
                  <a:srgbClr val="172A30"/>
                </a:solidFill>
                <a:latin typeface="Arial"/>
                <a:ea typeface="Arial"/>
                <a:cs typeface="Arial"/>
              </a:defRPr>
            </a:lvl8pPr>
            <a:lvl9pPr algn="ctr">
              <a:defRPr sz="975" b="1">
                <a:solidFill>
                  <a:srgbClr val="172A30"/>
                </a:solidFill>
                <a:latin typeface="Arial"/>
                <a:ea typeface="Arial"/>
                <a:cs typeface="Arial"/>
              </a:defRPr>
            </a:lvl9pPr>
          </a:lstStyle>
          <a:p xmlns:a="http://schemas.openxmlformats.org/drawingml/2006/main">
            <a:pPr algn="ctr">
              <a:defRPr sz="975" b="1">
                <a:solidFill>
                  <a:srgbClr val="172A30"/>
                </a:solidFill>
                <a:latin typeface="Arial"/>
                <a:ea typeface="Arial"/>
                <a:cs typeface="Arial"/>
              </a:defRPr>
            </a:pPr>
            <a:r>
              <a:rPr sz="975" b="1">
                <a:solidFill>
                  <a:srgbClr val="172A30"/>
                </a:solidFill>
                <a:latin typeface="Arial"/>
                <a:ea typeface="Arial"/>
                <a:cs typeface="Arial"/>
              </a:rPr>
              <a:t>R1  ·  10 kΩ  ·  ±5%</a:t>
            </a:r>
          </a:p>
        </p:txBody>
      </p:sp>
      <p:sp>
        <p:nvSpPr>
          <p:cNvPr id="40" name="j1-to-r1">
            <a:extLst xmlns:a="http://schemas.openxmlformats.org/drawingml/2006/main">
              <a:ext uri="{FF2B5EF4-FFF2-40B4-BE49-F238E27FC236}">
                <a16:creationId xmlns:a16="http://schemas.microsoft.com/office/drawing/2014/main" id="{3994DBBC-939B-49A8-A625-70A67ED5F87B}"/>
              </a:ext>
            </a:extLst>
          </p:cNvPr>
          <p:cNvSpPr>
            <a:spLocks xmlns:a="http://schemas.openxmlformats.org/drawingml/2006/main" noGrp="1"/>
          </p:cNvSpPr>
          <p:nvPr/>
        </p:nvSpPr>
        <p:spPr>
          <a:xfrm xmlns:a="http://schemas.openxmlformats.org/drawingml/2006/main">
            <a:off x="2486025" y="2981325"/>
            <a:ext cx="6096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1" name="r1-iec">
            <a:extLst xmlns:a="http://schemas.openxmlformats.org/drawingml/2006/main">
              <a:ext uri="{FF2B5EF4-FFF2-40B4-BE49-F238E27FC236}">
                <a16:creationId xmlns:a16="http://schemas.microsoft.com/office/drawing/2014/main" id="{BD6B8624-A174-404A-93A3-6C45916F61C9}"/>
              </a:ext>
            </a:extLst>
          </p:cNvPr>
          <p:cNvSpPr>
            <a:spLocks xmlns:a="http://schemas.openxmlformats.org/drawingml/2006/main" noGrp="1"/>
          </p:cNvSpPr>
          <p:nvPr/>
        </p:nvSpPr>
        <p:spPr>
          <a:xfrm xmlns:a="http://schemas.openxmlformats.org/drawingml/2006/main">
            <a:off x="3095625" y="2800350"/>
            <a:ext cx="914400" cy="36195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42" name="r1-to-n1">
            <a:extLst xmlns:a="http://schemas.openxmlformats.org/drawingml/2006/main">
              <a:ext uri="{FF2B5EF4-FFF2-40B4-BE49-F238E27FC236}">
                <a16:creationId xmlns:a16="http://schemas.microsoft.com/office/drawing/2014/main" id="{9477C824-CFDE-49D8-84BD-13A4C897E765}"/>
              </a:ext>
            </a:extLst>
          </p:cNvPr>
          <p:cNvSpPr>
            <a:spLocks xmlns:a="http://schemas.openxmlformats.org/drawingml/2006/main" noGrp="1"/>
          </p:cNvSpPr>
          <p:nvPr/>
        </p:nvSpPr>
        <p:spPr>
          <a:xfrm xmlns:a="http://schemas.openxmlformats.org/drawingml/2006/main">
            <a:off x="4010025" y="2981325"/>
            <a:ext cx="571500"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3" name="n1-label">
            <a:extLst xmlns:a="http://schemas.openxmlformats.org/drawingml/2006/main">
              <a:ext uri="{FF2B5EF4-FFF2-40B4-BE49-F238E27FC236}">
                <a16:creationId xmlns:a16="http://schemas.microsoft.com/office/drawing/2014/main" id="{232A3617-E200-474A-B41A-36E73F02ABC8}"/>
              </a:ext>
            </a:extLst>
          </p:cNvPr>
          <p:cNvSpPr>
            <a:spLocks xmlns:a="http://schemas.openxmlformats.org/drawingml/2006/main" noGrp="1"/>
          </p:cNvSpPr>
          <p:nvPr/>
        </p:nvSpPr>
        <p:spPr>
          <a:xfrm xmlns:a="http://schemas.openxmlformats.org/drawingml/2006/main">
            <a:off x="4371975" y="26479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8794E"/>
                </a:solidFill>
                <a:latin typeface="Arial"/>
                <a:ea typeface="Arial"/>
                <a:cs typeface="Arial"/>
              </a:defRPr>
            </a:defPPr>
            <a:lvl1pPr algn="ctr">
              <a:defRPr sz="900" b="1">
                <a:solidFill>
                  <a:srgbClr val="18794E"/>
                </a:solidFill>
                <a:latin typeface="Arial"/>
                <a:ea typeface="Arial"/>
                <a:cs typeface="Arial"/>
              </a:defRPr>
            </a:lvl1pPr>
            <a:lvl2pPr algn="ctr">
              <a:defRPr sz="900" b="1">
                <a:solidFill>
                  <a:srgbClr val="18794E"/>
                </a:solidFill>
                <a:latin typeface="Arial"/>
                <a:ea typeface="Arial"/>
                <a:cs typeface="Arial"/>
              </a:defRPr>
            </a:lvl2pPr>
            <a:lvl3pPr algn="ctr">
              <a:defRPr sz="900" b="1">
                <a:solidFill>
                  <a:srgbClr val="18794E"/>
                </a:solidFill>
                <a:latin typeface="Arial"/>
                <a:ea typeface="Arial"/>
                <a:cs typeface="Arial"/>
              </a:defRPr>
            </a:lvl3pPr>
            <a:lvl4pPr algn="ctr">
              <a:defRPr sz="900" b="1">
                <a:solidFill>
                  <a:srgbClr val="18794E"/>
                </a:solidFill>
                <a:latin typeface="Arial"/>
                <a:ea typeface="Arial"/>
                <a:cs typeface="Arial"/>
              </a:defRPr>
            </a:lvl4pPr>
            <a:lvl5pPr algn="ctr">
              <a:defRPr sz="900" b="1">
                <a:solidFill>
                  <a:srgbClr val="18794E"/>
                </a:solidFill>
                <a:latin typeface="Arial"/>
                <a:ea typeface="Arial"/>
                <a:cs typeface="Arial"/>
              </a:defRPr>
            </a:lvl5pPr>
            <a:lvl6pPr algn="ctr">
              <a:defRPr sz="900" b="1">
                <a:solidFill>
                  <a:srgbClr val="18794E"/>
                </a:solidFill>
                <a:latin typeface="Arial"/>
                <a:ea typeface="Arial"/>
                <a:cs typeface="Arial"/>
              </a:defRPr>
            </a:lvl6pPr>
            <a:lvl7pPr algn="ctr">
              <a:defRPr sz="900" b="1">
                <a:solidFill>
                  <a:srgbClr val="18794E"/>
                </a:solidFill>
                <a:latin typeface="Arial"/>
                <a:ea typeface="Arial"/>
                <a:cs typeface="Arial"/>
              </a:defRPr>
            </a:lvl7pPr>
            <a:lvl8pPr algn="ctr">
              <a:defRPr sz="900" b="1">
                <a:solidFill>
                  <a:srgbClr val="18794E"/>
                </a:solidFill>
                <a:latin typeface="Arial"/>
                <a:ea typeface="Arial"/>
                <a:cs typeface="Arial"/>
              </a:defRPr>
            </a:lvl8pPr>
            <a:lvl9pPr algn="ctr">
              <a:defRPr sz="900" b="1">
                <a:solidFill>
                  <a:srgbClr val="18794E"/>
                </a:solidFill>
                <a:latin typeface="Arial"/>
                <a:ea typeface="Arial"/>
                <a:cs typeface="Arial"/>
              </a:defRPr>
            </a:lvl9pPr>
          </a:lstStyle>
          <a:p xmlns:a="http://schemas.openxmlformats.org/drawingml/2006/main">
            <a:pPr algn="ctr">
              <a:defRPr sz="900" b="1">
                <a:solidFill>
                  <a:srgbClr val="18794E"/>
                </a:solidFill>
                <a:latin typeface="Arial"/>
                <a:ea typeface="Arial"/>
                <a:cs typeface="Arial"/>
              </a:defRPr>
            </a:pPr>
            <a:r>
              <a:rPr sz="900" b="1">
                <a:solidFill>
                  <a:srgbClr val="18794E"/>
                </a:solidFill>
                <a:latin typeface="Arial"/>
                <a:ea typeface="Arial"/>
                <a:cs typeface="Arial"/>
              </a:rPr>
              <a:t>N1  ·  ADC_IN</a:t>
            </a:r>
          </a:p>
        </p:txBody>
      </p:sp>
      <p:sp>
        <p:nvSpPr>
          <p:cNvPr id="44" name="n1-dot">
            <a:extLst xmlns:a="http://schemas.openxmlformats.org/drawingml/2006/main">
              <a:ext uri="{FF2B5EF4-FFF2-40B4-BE49-F238E27FC236}">
                <a16:creationId xmlns:a16="http://schemas.microsoft.com/office/drawing/2014/main" id="{1C3CA02E-9255-41E1-A742-949682703BCF}"/>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45" name="n1-to-j2-adc">
            <a:extLst xmlns:a="http://schemas.openxmlformats.org/drawingml/2006/main">
              <a:ext uri="{FF2B5EF4-FFF2-40B4-BE49-F238E27FC236}">
                <a16:creationId xmlns:a16="http://schemas.microsoft.com/office/drawing/2014/main" id="{7C8E42A7-DBD3-4416-8D94-9E43DB656BB6}"/>
              </a:ext>
            </a:extLst>
          </p:cNvPr>
          <p:cNvSpPr>
            <a:spLocks xmlns:a="http://schemas.openxmlformats.org/drawingml/2006/main" noGrp="1"/>
          </p:cNvSpPr>
          <p:nvPr/>
        </p:nvSpPr>
        <p:spPr>
          <a:xfrm xmlns:a="http://schemas.openxmlformats.org/drawingml/2006/main">
            <a:off x="4581525" y="2981325"/>
            <a:ext cx="2543175" cy="0"/>
          </a:xfrm>
          <a:prstGeom xmlns:a="http://schemas.openxmlformats.org/drawingml/2006/main" prst="line">
            <a:avLst/>
          </a:prstGeom>
          <a:noFill xmlns:a="http://schemas.openxmlformats.org/drawingml/2006/main"/>
          <a:ln xmlns:a="http://schemas.openxmlformats.org/drawingml/2006/main" w="28575">
            <a:solidFill>
              <a:srgbClr val="18794E"/>
            </a:solidFill>
            <a:prstDash val="solid"/>
          </a:ln>
        </p:spPr>
      </p:sp>
      <p:sp>
        <p:nvSpPr>
          <p:cNvPr id="46" name="adc-net-label">
            <a:extLst xmlns:a="http://schemas.openxmlformats.org/drawingml/2006/main">
              <a:ext uri="{FF2B5EF4-FFF2-40B4-BE49-F238E27FC236}">
                <a16:creationId xmlns:a16="http://schemas.microsoft.com/office/drawing/2014/main" id="{952079F0-DA4D-47E4-BFD8-5B7F464DA7A2}"/>
              </a:ext>
            </a:extLst>
          </p:cNvPr>
          <p:cNvSpPr>
            <a:spLocks xmlns:a="http://schemas.openxmlformats.org/drawingml/2006/main" noGrp="1"/>
          </p:cNvSpPr>
          <p:nvPr/>
        </p:nvSpPr>
        <p:spPr>
          <a:xfrm xmlns:a="http://schemas.openxmlformats.org/drawingml/2006/main">
            <a:off x="5181600" y="27432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18794E"/>
                </a:solidFill>
                <a:latin typeface="Arial"/>
                <a:ea typeface="Arial"/>
                <a:cs typeface="Arial"/>
              </a:defRPr>
            </a:defPPr>
            <a:lvl1pPr algn="ctr">
              <a:defRPr sz="825" b="1">
                <a:solidFill>
                  <a:srgbClr val="18794E"/>
                </a:solidFill>
                <a:latin typeface="Arial"/>
                <a:ea typeface="Arial"/>
                <a:cs typeface="Arial"/>
              </a:defRPr>
            </a:lvl1pPr>
            <a:lvl2pPr algn="ctr">
              <a:defRPr sz="825" b="1">
                <a:solidFill>
                  <a:srgbClr val="18794E"/>
                </a:solidFill>
                <a:latin typeface="Arial"/>
                <a:ea typeface="Arial"/>
                <a:cs typeface="Arial"/>
              </a:defRPr>
            </a:lvl2pPr>
            <a:lvl3pPr algn="ctr">
              <a:defRPr sz="825" b="1">
                <a:solidFill>
                  <a:srgbClr val="18794E"/>
                </a:solidFill>
                <a:latin typeface="Arial"/>
                <a:ea typeface="Arial"/>
                <a:cs typeface="Arial"/>
              </a:defRPr>
            </a:lvl3pPr>
            <a:lvl4pPr algn="ctr">
              <a:defRPr sz="825" b="1">
                <a:solidFill>
                  <a:srgbClr val="18794E"/>
                </a:solidFill>
                <a:latin typeface="Arial"/>
                <a:ea typeface="Arial"/>
                <a:cs typeface="Arial"/>
              </a:defRPr>
            </a:lvl4pPr>
            <a:lvl5pPr algn="ctr">
              <a:defRPr sz="825" b="1">
                <a:solidFill>
                  <a:srgbClr val="18794E"/>
                </a:solidFill>
                <a:latin typeface="Arial"/>
                <a:ea typeface="Arial"/>
                <a:cs typeface="Arial"/>
              </a:defRPr>
            </a:lvl5pPr>
            <a:lvl6pPr algn="ctr">
              <a:defRPr sz="825" b="1">
                <a:solidFill>
                  <a:srgbClr val="18794E"/>
                </a:solidFill>
                <a:latin typeface="Arial"/>
                <a:ea typeface="Arial"/>
                <a:cs typeface="Arial"/>
              </a:defRPr>
            </a:lvl6pPr>
            <a:lvl7pPr algn="ctr">
              <a:defRPr sz="825" b="1">
                <a:solidFill>
                  <a:srgbClr val="18794E"/>
                </a:solidFill>
                <a:latin typeface="Arial"/>
                <a:ea typeface="Arial"/>
                <a:cs typeface="Arial"/>
              </a:defRPr>
            </a:lvl7pPr>
            <a:lvl8pPr algn="ctr">
              <a:defRPr sz="825" b="1">
                <a:solidFill>
                  <a:srgbClr val="18794E"/>
                </a:solidFill>
                <a:latin typeface="Arial"/>
                <a:ea typeface="Arial"/>
                <a:cs typeface="Arial"/>
              </a:defRPr>
            </a:lvl8pPr>
            <a:lvl9pPr algn="ctr">
              <a:defRPr sz="825" b="1">
                <a:solidFill>
                  <a:srgbClr val="18794E"/>
                </a:solidFill>
                <a:latin typeface="Arial"/>
                <a:ea typeface="Arial"/>
                <a:cs typeface="Arial"/>
              </a:defRPr>
            </a:lvl9pPr>
          </a:lstStyle>
          <a:p xmlns:a="http://schemas.openxmlformats.org/drawingml/2006/main">
            <a:pPr algn="ctr">
              <a:defRPr sz="825" b="1">
                <a:solidFill>
                  <a:srgbClr val="18794E"/>
                </a:solidFill>
                <a:latin typeface="Arial"/>
                <a:ea typeface="Arial"/>
                <a:cs typeface="Arial"/>
              </a:defRPr>
            </a:pPr>
            <a:r>
              <a:rPr sz="825" b="1">
                <a:solidFill>
                  <a:srgbClr val="18794E"/>
                </a:solidFill>
                <a:latin typeface="Arial"/>
                <a:ea typeface="Arial"/>
                <a:cs typeface="Arial"/>
              </a:rPr>
              <a:t>SIG  ·  dây xanh lá</a:t>
            </a:r>
          </a:p>
        </p:txBody>
      </p:sp>
      <p:sp>
        <p:nvSpPr>
          <p:cNvPr id="47" name="n1-down-r2">
            <a:extLst xmlns:a="http://schemas.openxmlformats.org/drawingml/2006/main">
              <a:ext uri="{FF2B5EF4-FFF2-40B4-BE49-F238E27FC236}">
                <a16:creationId xmlns:a16="http://schemas.microsoft.com/office/drawing/2014/main" id="{5EA58D59-EDF9-4A5F-962D-7B3B9AC002E1}"/>
              </a:ext>
            </a:extLst>
          </p:cNvPr>
          <p:cNvSpPr>
            <a:spLocks xmlns:a="http://schemas.openxmlformats.org/drawingml/2006/main" noGrp="1"/>
          </p:cNvSpPr>
          <p:nvPr/>
        </p:nvSpPr>
        <p:spPr>
          <a:xfrm xmlns:a="http://schemas.openxmlformats.org/drawingml/2006/main">
            <a:off x="4581525" y="2981325"/>
            <a:ext cx="0" cy="4476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48" name="r2-ref">
            <a:extLst xmlns:a="http://schemas.openxmlformats.org/drawingml/2006/main">
              <a:ext uri="{FF2B5EF4-FFF2-40B4-BE49-F238E27FC236}">
                <a16:creationId xmlns:a16="http://schemas.microsoft.com/office/drawing/2014/main" id="{2A040CD3-EB7C-4EB4-A35E-55EEFBD4FE20}"/>
              </a:ext>
            </a:extLst>
          </p:cNvPr>
          <p:cNvSpPr>
            <a:spLocks xmlns:a="http://schemas.openxmlformats.org/drawingml/2006/main" noGrp="1"/>
          </p:cNvSpPr>
          <p:nvPr/>
        </p:nvSpPr>
        <p:spPr>
          <a:xfrm xmlns:a="http://schemas.openxmlformats.org/drawingml/2006/main">
            <a:off x="3962400" y="339090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172A30"/>
                </a:solidFill>
                <a:latin typeface="Arial"/>
                <a:ea typeface="Arial"/>
                <a:cs typeface="Arial"/>
              </a:defRPr>
            </a:defPPr>
            <a:lvl1pPr algn="ctr">
              <a:defRPr sz="900" b="1">
                <a:solidFill>
                  <a:srgbClr val="172A30"/>
                </a:solidFill>
                <a:latin typeface="Arial"/>
                <a:ea typeface="Arial"/>
                <a:cs typeface="Arial"/>
              </a:defRPr>
            </a:lvl1pPr>
            <a:lvl2pPr algn="ctr">
              <a:defRPr sz="900" b="1">
                <a:solidFill>
                  <a:srgbClr val="172A30"/>
                </a:solidFill>
                <a:latin typeface="Arial"/>
                <a:ea typeface="Arial"/>
                <a:cs typeface="Arial"/>
              </a:defRPr>
            </a:lvl2pPr>
            <a:lvl3pPr algn="ctr">
              <a:defRPr sz="900" b="1">
                <a:solidFill>
                  <a:srgbClr val="172A30"/>
                </a:solidFill>
                <a:latin typeface="Arial"/>
                <a:ea typeface="Arial"/>
                <a:cs typeface="Arial"/>
              </a:defRPr>
            </a:lvl3pPr>
            <a:lvl4pPr algn="ctr">
              <a:defRPr sz="900" b="1">
                <a:solidFill>
                  <a:srgbClr val="172A30"/>
                </a:solidFill>
                <a:latin typeface="Arial"/>
                <a:ea typeface="Arial"/>
                <a:cs typeface="Arial"/>
              </a:defRPr>
            </a:lvl4pPr>
            <a:lvl5pPr algn="ctr">
              <a:defRPr sz="900" b="1">
                <a:solidFill>
                  <a:srgbClr val="172A30"/>
                </a:solidFill>
                <a:latin typeface="Arial"/>
                <a:ea typeface="Arial"/>
                <a:cs typeface="Arial"/>
              </a:defRPr>
            </a:lvl5pPr>
            <a:lvl6pPr algn="ctr">
              <a:defRPr sz="900" b="1">
                <a:solidFill>
                  <a:srgbClr val="172A30"/>
                </a:solidFill>
                <a:latin typeface="Arial"/>
                <a:ea typeface="Arial"/>
                <a:cs typeface="Arial"/>
              </a:defRPr>
            </a:lvl6pPr>
            <a:lvl7pPr algn="ctr">
              <a:defRPr sz="900" b="1">
                <a:solidFill>
                  <a:srgbClr val="172A30"/>
                </a:solidFill>
                <a:latin typeface="Arial"/>
                <a:ea typeface="Arial"/>
                <a:cs typeface="Arial"/>
              </a:defRPr>
            </a:lvl7pPr>
            <a:lvl8pPr algn="ctr">
              <a:defRPr sz="900" b="1">
                <a:solidFill>
                  <a:srgbClr val="172A30"/>
                </a:solidFill>
                <a:latin typeface="Arial"/>
                <a:ea typeface="Arial"/>
                <a:cs typeface="Arial"/>
              </a:defRPr>
            </a:lvl8pPr>
            <a:lvl9pPr algn="ctr">
              <a:defRPr sz="900" b="1">
                <a:solidFill>
                  <a:srgbClr val="172A30"/>
                </a:solidFill>
                <a:latin typeface="Arial"/>
                <a:ea typeface="Arial"/>
                <a:cs typeface="Arial"/>
              </a:defRPr>
            </a:lvl9pPr>
          </a:lstStyle>
          <a:p xmlns:a="http://schemas.openxmlformats.org/drawingml/2006/main">
            <a:pPr algn="ctr">
              <a:defRPr sz="900" b="1">
                <a:solidFill>
                  <a:srgbClr val="172A30"/>
                </a:solidFill>
                <a:latin typeface="Arial"/>
                <a:ea typeface="Arial"/>
                <a:cs typeface="Arial"/>
              </a:defRPr>
            </a:pPr>
            <a:r>
              <a:rPr sz="900" b="1">
                <a:solidFill>
                  <a:srgbClr val="172A30"/>
                </a:solidFill>
                <a:latin typeface="Arial"/>
                <a:ea typeface="Arial"/>
                <a:cs typeface="Arial"/>
              </a:rPr>
              <a:t>R2  ·  56 kΩ ±5%</a:t>
            </a:r>
          </a:p>
        </p:txBody>
      </p:sp>
      <p:sp>
        <p:nvSpPr>
          <p:cNvPr id="49" name="r2-iec">
            <a:extLst xmlns:a="http://schemas.openxmlformats.org/drawingml/2006/main">
              <a:ext uri="{FF2B5EF4-FFF2-40B4-BE49-F238E27FC236}">
                <a16:creationId xmlns:a16="http://schemas.microsoft.com/office/drawing/2014/main" id="{050E8B87-6CDA-4C45-981E-37BFF304B9D9}"/>
              </a:ext>
            </a:extLst>
          </p:cNvPr>
          <p:cNvSpPr>
            <a:spLocks xmlns:a="http://schemas.openxmlformats.org/drawingml/2006/main" noGrp="1"/>
          </p:cNvSpPr>
          <p:nvPr/>
        </p:nvSpPr>
        <p:spPr>
          <a:xfrm xmlns:a="http://schemas.openxmlformats.org/drawingml/2006/main">
            <a:off x="4371975" y="3667125"/>
            <a:ext cx="419100" cy="638175"/>
          </a:xfrm>
          <a:prstGeom xmlns:a="http://schemas.openxmlformats.org/drawingml/2006/main" prst="rect">
            <a:avLst/>
          </a:prstGeom>
          <a:solidFill xmlns:a="http://schemas.openxmlformats.org/drawingml/2006/main">
            <a:srgbClr val="FFFFFF"/>
          </a:solidFill>
          <a:ln xmlns:a="http://schemas.openxmlformats.org/drawingml/2006/main" w="19050">
            <a:solidFill>
              <a:srgbClr val="172A30"/>
            </a:solidFill>
            <a:prstDash val="solid"/>
          </a:ln>
        </p:spPr>
      </p:sp>
      <p:sp>
        <p:nvSpPr>
          <p:cNvPr id="50" name="r2-to-gnd">
            <a:extLst xmlns:a="http://schemas.openxmlformats.org/drawingml/2006/main">
              <a:ext uri="{FF2B5EF4-FFF2-40B4-BE49-F238E27FC236}">
                <a16:creationId xmlns:a16="http://schemas.microsoft.com/office/drawing/2014/main" id="{F89F182B-350C-4F5C-878E-EF28B05398BF}"/>
              </a:ext>
            </a:extLst>
          </p:cNvPr>
          <p:cNvSpPr>
            <a:spLocks xmlns:a="http://schemas.openxmlformats.org/drawingml/2006/main" noGrp="1"/>
          </p:cNvSpPr>
          <p:nvPr/>
        </p:nvSpPr>
        <p:spPr>
          <a:xfrm xmlns:a="http://schemas.openxmlformats.org/drawingml/2006/main">
            <a:off x="4581525" y="4305300"/>
            <a:ext cx="0" cy="40005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1" name="n1-down-c1">
            <a:extLst xmlns:a="http://schemas.openxmlformats.org/drawingml/2006/main">
              <a:ext uri="{FF2B5EF4-FFF2-40B4-BE49-F238E27FC236}">
                <a16:creationId xmlns:a16="http://schemas.microsoft.com/office/drawing/2014/main" id="{182FB84B-17A0-41C0-812D-5EE261641F74}"/>
              </a:ext>
            </a:extLst>
          </p:cNvPr>
          <p:cNvSpPr>
            <a:spLocks xmlns:a="http://schemas.openxmlformats.org/drawingml/2006/main" noGrp="1"/>
          </p:cNvSpPr>
          <p:nvPr/>
        </p:nvSpPr>
        <p:spPr>
          <a:xfrm xmlns:a="http://schemas.openxmlformats.org/drawingml/2006/main">
            <a:off x="5762625" y="2981325"/>
            <a:ext cx="0" cy="39052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2" name="c1-top-lead">
            <a:extLst xmlns:a="http://schemas.openxmlformats.org/drawingml/2006/main">
              <a:ext uri="{FF2B5EF4-FFF2-40B4-BE49-F238E27FC236}">
                <a16:creationId xmlns:a16="http://schemas.microsoft.com/office/drawing/2014/main" id="{9AEA113C-DD26-409A-B409-14C3EEB45C28}"/>
              </a:ext>
            </a:extLst>
          </p:cNvPr>
          <p:cNvSpPr>
            <a:spLocks xmlns:a="http://schemas.openxmlformats.org/drawingml/2006/main" noGrp="1"/>
          </p:cNvSpPr>
          <p:nvPr/>
        </p:nvSpPr>
        <p:spPr>
          <a:xfrm xmlns:a="http://schemas.openxmlformats.org/drawingml/2006/main">
            <a:off x="5762625" y="3371850"/>
            <a:ext cx="0" cy="142875"/>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3" name="c1-plate-1">
            <a:extLst xmlns:a="http://schemas.openxmlformats.org/drawingml/2006/main">
              <a:ext uri="{FF2B5EF4-FFF2-40B4-BE49-F238E27FC236}">
                <a16:creationId xmlns:a16="http://schemas.microsoft.com/office/drawing/2014/main" id="{81642C5E-EC51-4CD5-A7A4-A8A498B26659}"/>
              </a:ext>
            </a:extLst>
          </p:cNvPr>
          <p:cNvSpPr>
            <a:spLocks xmlns:a="http://schemas.openxmlformats.org/drawingml/2006/main" noGrp="1"/>
          </p:cNvSpPr>
          <p:nvPr/>
        </p:nvSpPr>
        <p:spPr>
          <a:xfrm xmlns:a="http://schemas.openxmlformats.org/drawingml/2006/main">
            <a:off x="5562600" y="351472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4" name="c1-plate-2">
            <a:extLst xmlns:a="http://schemas.openxmlformats.org/drawingml/2006/main">
              <a:ext uri="{FF2B5EF4-FFF2-40B4-BE49-F238E27FC236}">
                <a16:creationId xmlns:a16="http://schemas.microsoft.com/office/drawing/2014/main" id="{1F0CC48D-FB45-4733-98EC-8E6A7F9A8541}"/>
              </a:ext>
            </a:extLst>
          </p:cNvPr>
          <p:cNvSpPr>
            <a:spLocks xmlns:a="http://schemas.openxmlformats.org/drawingml/2006/main" noGrp="1"/>
          </p:cNvSpPr>
          <p:nvPr/>
        </p:nvSpPr>
        <p:spPr>
          <a:xfrm xmlns:a="http://schemas.openxmlformats.org/drawingml/2006/main">
            <a:off x="5562600" y="3609975"/>
            <a:ext cx="400050" cy="0"/>
          </a:xfrm>
          <a:prstGeom xmlns:a="http://schemas.openxmlformats.org/drawingml/2006/main" prst="line">
            <a:avLst/>
          </a:prstGeom>
          <a:noFill xmlns:a="http://schemas.openxmlformats.org/drawingml/2006/main"/>
          <a:ln xmlns:a="http://schemas.openxmlformats.org/drawingml/2006/main" w="19050">
            <a:solidFill>
              <a:srgbClr val="172A30"/>
            </a:solidFill>
            <a:prstDash val="solid"/>
          </a:ln>
        </p:spPr>
      </p:sp>
      <p:sp>
        <p:nvSpPr>
          <p:cNvPr id="55" name="c1-bottom-lead">
            <a:extLst xmlns:a="http://schemas.openxmlformats.org/drawingml/2006/main">
              <a:ext uri="{FF2B5EF4-FFF2-40B4-BE49-F238E27FC236}">
                <a16:creationId xmlns:a16="http://schemas.microsoft.com/office/drawing/2014/main" id="{E6798421-4407-4A8C-A32A-6C63AAAE294A}"/>
              </a:ext>
            </a:extLst>
          </p:cNvPr>
          <p:cNvSpPr>
            <a:spLocks xmlns:a="http://schemas.openxmlformats.org/drawingml/2006/main" noGrp="1"/>
          </p:cNvSpPr>
          <p:nvPr/>
        </p:nvSpPr>
        <p:spPr>
          <a:xfrm xmlns:a="http://schemas.openxmlformats.org/drawingml/2006/main">
            <a:off x="5762625" y="3609975"/>
            <a:ext cx="0" cy="1095375"/>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56" name="c1-ref">
            <a:extLst xmlns:a="http://schemas.openxmlformats.org/drawingml/2006/main">
              <a:ext uri="{FF2B5EF4-FFF2-40B4-BE49-F238E27FC236}">
                <a16:creationId xmlns:a16="http://schemas.microsoft.com/office/drawing/2014/main" id="{C416D1C1-6616-4534-96E1-4584F518C15D}"/>
              </a:ext>
            </a:extLst>
          </p:cNvPr>
          <p:cNvSpPr>
            <a:spLocks xmlns:a="http://schemas.openxmlformats.org/drawingml/2006/main" noGrp="1"/>
          </p:cNvSpPr>
          <p:nvPr/>
        </p:nvSpPr>
        <p:spPr>
          <a:xfrm xmlns:a="http://schemas.openxmlformats.org/drawingml/2006/main">
            <a:off x="6000750" y="342900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defRPr sz="975" b="1">
                <a:solidFill>
                  <a:srgbClr val="172A30"/>
                </a:solidFill>
                <a:latin typeface="Arial"/>
                <a:ea typeface="Arial"/>
                <a:cs typeface="Arial"/>
              </a:defRPr>
            </a:lvl1pPr>
            <a:lvl2pPr algn="l">
              <a:defRPr sz="975" b="1">
                <a:solidFill>
                  <a:srgbClr val="172A30"/>
                </a:solidFill>
                <a:latin typeface="Arial"/>
                <a:ea typeface="Arial"/>
                <a:cs typeface="Arial"/>
              </a:defRPr>
            </a:lvl2pPr>
            <a:lvl3pPr algn="l">
              <a:defRPr sz="975" b="1">
                <a:solidFill>
                  <a:srgbClr val="172A30"/>
                </a:solidFill>
                <a:latin typeface="Arial"/>
                <a:ea typeface="Arial"/>
                <a:cs typeface="Arial"/>
              </a:defRPr>
            </a:lvl3pPr>
            <a:lvl4pPr algn="l">
              <a:defRPr sz="975" b="1">
                <a:solidFill>
                  <a:srgbClr val="172A30"/>
                </a:solidFill>
                <a:latin typeface="Arial"/>
                <a:ea typeface="Arial"/>
                <a:cs typeface="Arial"/>
              </a:defRPr>
            </a:lvl4pPr>
            <a:lvl5pPr algn="l">
              <a:defRPr sz="975" b="1">
                <a:solidFill>
                  <a:srgbClr val="172A30"/>
                </a:solidFill>
                <a:latin typeface="Arial"/>
                <a:ea typeface="Arial"/>
                <a:cs typeface="Arial"/>
              </a:defRPr>
            </a:lvl5pPr>
            <a:lvl6pPr algn="l">
              <a:defRPr sz="975" b="1">
                <a:solidFill>
                  <a:srgbClr val="172A30"/>
                </a:solidFill>
                <a:latin typeface="Arial"/>
                <a:ea typeface="Arial"/>
                <a:cs typeface="Arial"/>
              </a:defRPr>
            </a:lvl6pPr>
            <a:lvl7pPr algn="l">
              <a:defRPr sz="975" b="1">
                <a:solidFill>
                  <a:srgbClr val="172A30"/>
                </a:solidFill>
                <a:latin typeface="Arial"/>
                <a:ea typeface="Arial"/>
                <a:cs typeface="Arial"/>
              </a:defRPr>
            </a:lvl7pPr>
            <a:lvl8pPr algn="l">
              <a:defRPr sz="975" b="1">
                <a:solidFill>
                  <a:srgbClr val="172A30"/>
                </a:solidFill>
                <a:latin typeface="Arial"/>
                <a:ea typeface="Arial"/>
                <a:cs typeface="Arial"/>
              </a:defRPr>
            </a:lvl8pPr>
            <a:lvl9pPr algn="l">
              <a:defRPr sz="975" b="1">
                <a:solidFill>
                  <a:srgbClr val="172A30"/>
                </a:solidFill>
                <a:latin typeface="Arial"/>
                <a:ea typeface="Arial"/>
                <a:cs typeface="Arial"/>
              </a:defRPr>
            </a:lvl9pPr>
          </a:lstStyle>
          <a:p xmlns:a="http://schemas.openxmlformats.org/drawingml/2006/main">
            <a:pPr algn="l">
              <a:defRPr sz="975" b="1">
                <a:solidFill>
                  <a:srgbClr val="172A30"/>
                </a:solidFill>
                <a:latin typeface="Arial"/>
                <a:ea typeface="Arial"/>
                <a:cs typeface="Arial"/>
              </a:defRPr>
            </a:pPr>
            <a:r>
              <a:rPr sz="975" b="1">
                <a:solidFill>
                  <a:srgbClr val="172A30"/>
                </a:solidFill>
                <a:latin typeface="Arial"/>
                <a:ea typeface="Arial"/>
                <a:cs typeface="Arial"/>
              </a:rPr>
              <a:t>C1  ·  100 nF</a:t>
            </a:r>
          </a:p>
        </p:txBody>
      </p:sp>
      <p:sp>
        <p:nvSpPr>
          <p:cNvPr id="57" name="c1-parallel">
            <a:extLst xmlns:a="http://schemas.openxmlformats.org/drawingml/2006/main">
              <a:ext uri="{FF2B5EF4-FFF2-40B4-BE49-F238E27FC236}">
                <a16:creationId xmlns:a16="http://schemas.microsoft.com/office/drawing/2014/main" id="{140A05FD-D319-4C5D-877E-40D3A0A68054}"/>
              </a:ext>
            </a:extLst>
          </p:cNvPr>
          <p:cNvSpPr>
            <a:spLocks xmlns:a="http://schemas.openxmlformats.org/drawingml/2006/main" noGrp="1"/>
          </p:cNvSpPr>
          <p:nvPr/>
        </p:nvSpPr>
        <p:spPr>
          <a:xfrm xmlns:a="http://schemas.openxmlformats.org/drawingml/2006/main">
            <a:off x="6000750" y="366712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defRPr sz="825" b="0">
                <a:solidFill>
                  <a:srgbClr val="50636A"/>
                </a:solidFill>
                <a:latin typeface="Arial"/>
                <a:ea typeface="Arial"/>
                <a:cs typeface="Arial"/>
              </a:defRPr>
            </a:lvl1pPr>
            <a:lvl2pPr algn="l">
              <a:defRPr sz="825" b="0">
                <a:solidFill>
                  <a:srgbClr val="50636A"/>
                </a:solidFill>
                <a:latin typeface="Arial"/>
                <a:ea typeface="Arial"/>
                <a:cs typeface="Arial"/>
              </a:defRPr>
            </a:lvl2pPr>
            <a:lvl3pPr algn="l">
              <a:defRPr sz="825" b="0">
                <a:solidFill>
                  <a:srgbClr val="50636A"/>
                </a:solidFill>
                <a:latin typeface="Arial"/>
                <a:ea typeface="Arial"/>
                <a:cs typeface="Arial"/>
              </a:defRPr>
            </a:lvl3pPr>
            <a:lvl4pPr algn="l">
              <a:defRPr sz="825" b="0">
                <a:solidFill>
                  <a:srgbClr val="50636A"/>
                </a:solidFill>
                <a:latin typeface="Arial"/>
                <a:ea typeface="Arial"/>
                <a:cs typeface="Arial"/>
              </a:defRPr>
            </a:lvl4pPr>
            <a:lvl5pPr algn="l">
              <a:defRPr sz="825" b="0">
                <a:solidFill>
                  <a:srgbClr val="50636A"/>
                </a:solidFill>
                <a:latin typeface="Arial"/>
                <a:ea typeface="Arial"/>
                <a:cs typeface="Arial"/>
              </a:defRPr>
            </a:lvl5pPr>
            <a:lvl6pPr algn="l">
              <a:defRPr sz="825" b="0">
                <a:solidFill>
                  <a:srgbClr val="50636A"/>
                </a:solidFill>
                <a:latin typeface="Arial"/>
                <a:ea typeface="Arial"/>
                <a:cs typeface="Arial"/>
              </a:defRPr>
            </a:lvl6pPr>
            <a:lvl7pPr algn="l">
              <a:defRPr sz="825" b="0">
                <a:solidFill>
                  <a:srgbClr val="50636A"/>
                </a:solidFill>
                <a:latin typeface="Arial"/>
                <a:ea typeface="Arial"/>
                <a:cs typeface="Arial"/>
              </a:defRPr>
            </a:lvl7pPr>
            <a:lvl8pPr algn="l">
              <a:defRPr sz="825" b="0">
                <a:solidFill>
                  <a:srgbClr val="50636A"/>
                </a:solidFill>
                <a:latin typeface="Arial"/>
                <a:ea typeface="Arial"/>
                <a:cs typeface="Arial"/>
              </a:defRPr>
            </a:lvl8pPr>
            <a:lvl9pPr algn="l">
              <a:defRPr sz="825" b="0">
                <a:solidFill>
                  <a:srgbClr val="50636A"/>
                </a:solidFill>
                <a:latin typeface="Arial"/>
                <a:ea typeface="Arial"/>
                <a:cs typeface="Arial"/>
              </a:defRPr>
            </a:lvl9pPr>
          </a:lstStyle>
          <a:p xmlns:a="http://schemas.openxmlformats.org/drawingml/2006/main">
            <a:pPr algn="l">
              <a:defRPr sz="825" b="0">
                <a:solidFill>
                  <a:srgbClr val="50636A"/>
                </a:solidFill>
                <a:latin typeface="Arial"/>
                <a:ea typeface="Arial"/>
                <a:cs typeface="Arial"/>
              </a:defRPr>
            </a:pPr>
            <a:r>
              <a:rPr sz="825" b="0">
                <a:solidFill>
                  <a:srgbClr val="50636A"/>
                </a:solidFill>
                <a:latin typeface="Arial"/>
                <a:ea typeface="Arial"/>
                <a:cs typeface="Arial"/>
              </a:rPr>
              <a:t>C1 mắc song song R2</a:t>
            </a:r>
          </a:p>
        </p:txBody>
      </p:sp>
      <p:sp>
        <p:nvSpPr>
          <p:cNvPr id="58" name="n1-r2-dot">
            <a:extLst xmlns:a="http://schemas.openxmlformats.org/drawingml/2006/main">
              <a:ext uri="{FF2B5EF4-FFF2-40B4-BE49-F238E27FC236}">
                <a16:creationId xmlns:a16="http://schemas.microsoft.com/office/drawing/2014/main" id="{1C49D04A-B3E2-4BC4-8D41-4181E0028D7B}"/>
              </a:ext>
            </a:extLst>
          </p:cNvPr>
          <p:cNvSpPr>
            <a:spLocks xmlns:a="http://schemas.openxmlformats.org/drawingml/2006/main" noGrp="1"/>
          </p:cNvSpPr>
          <p:nvPr/>
        </p:nvSpPr>
        <p:spPr>
          <a:xfrm xmlns:a="http://schemas.openxmlformats.org/drawingml/2006/main">
            <a:off x="45339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59" name="n1-c1-dot">
            <a:extLst xmlns:a="http://schemas.openxmlformats.org/drawingml/2006/main">
              <a:ext uri="{FF2B5EF4-FFF2-40B4-BE49-F238E27FC236}">
                <a16:creationId xmlns:a16="http://schemas.microsoft.com/office/drawing/2014/main" id="{F5614CA1-646A-4E0F-9F48-A7938D7CB29E}"/>
              </a:ext>
            </a:extLst>
          </p:cNvPr>
          <p:cNvSpPr>
            <a:spLocks xmlns:a="http://schemas.openxmlformats.org/drawingml/2006/main" noGrp="1"/>
          </p:cNvSpPr>
          <p:nvPr/>
        </p:nvSpPr>
        <p:spPr>
          <a:xfrm xmlns:a="http://schemas.openxmlformats.org/drawingml/2006/main">
            <a:off x="5715000" y="2933700"/>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60" name="j2-box">
            <a:extLst xmlns:a="http://schemas.openxmlformats.org/drawingml/2006/main">
              <a:ext uri="{FF2B5EF4-FFF2-40B4-BE49-F238E27FC236}">
                <a16:creationId xmlns:a16="http://schemas.microsoft.com/office/drawing/2014/main" id="{89FB380F-0AA4-4A83-BA96-3EC011D1F091}"/>
              </a:ext>
            </a:extLst>
          </p:cNvPr>
          <p:cNvSpPr>
            <a:spLocks xmlns:a="http://schemas.openxmlformats.org/drawingml/2006/main" noGrp="1"/>
          </p:cNvSpPr>
          <p:nvPr/>
        </p:nvSpPr>
        <p:spPr>
          <a:xfrm xmlns:a="http://schemas.openxmlformats.org/drawingml/2006/main">
            <a:off x="7124700" y="2228850"/>
            <a:ext cx="1952625" cy="2438400"/>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61" name="j2-title">
            <a:extLst xmlns:a="http://schemas.openxmlformats.org/drawingml/2006/main">
              <a:ext uri="{FF2B5EF4-FFF2-40B4-BE49-F238E27FC236}">
                <a16:creationId xmlns:a16="http://schemas.microsoft.com/office/drawing/2014/main" id="{E18B985F-9B24-4E52-8070-30259DE6CDD7}"/>
              </a:ext>
            </a:extLst>
          </p:cNvPr>
          <p:cNvSpPr>
            <a:spLocks xmlns:a="http://schemas.openxmlformats.org/drawingml/2006/main" noGrp="1"/>
          </p:cNvSpPr>
          <p:nvPr/>
        </p:nvSpPr>
        <p:spPr>
          <a:xfrm xmlns:a="http://schemas.openxmlformats.org/drawingml/2006/main">
            <a:off x="7239000" y="2314575"/>
            <a:ext cx="1724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defRPr sz="1200" b="1">
                <a:solidFill>
                  <a:srgbClr val="102A33"/>
                </a:solidFill>
                <a:latin typeface="Arial"/>
                <a:ea typeface="Arial"/>
                <a:cs typeface="Arial"/>
              </a:defRPr>
            </a:lvl1pPr>
            <a:lvl2pPr algn="l">
              <a:defRPr sz="1200" b="1">
                <a:solidFill>
                  <a:srgbClr val="102A33"/>
                </a:solidFill>
                <a:latin typeface="Arial"/>
                <a:ea typeface="Arial"/>
                <a:cs typeface="Arial"/>
              </a:defRPr>
            </a:lvl2pPr>
            <a:lvl3pPr algn="l">
              <a:defRPr sz="1200" b="1">
                <a:solidFill>
                  <a:srgbClr val="102A33"/>
                </a:solidFill>
                <a:latin typeface="Arial"/>
                <a:ea typeface="Arial"/>
                <a:cs typeface="Arial"/>
              </a:defRPr>
            </a:lvl3pPr>
            <a:lvl4pPr algn="l">
              <a:defRPr sz="1200" b="1">
                <a:solidFill>
                  <a:srgbClr val="102A33"/>
                </a:solidFill>
                <a:latin typeface="Arial"/>
                <a:ea typeface="Arial"/>
                <a:cs typeface="Arial"/>
              </a:defRPr>
            </a:lvl4pPr>
            <a:lvl5pPr algn="l">
              <a:defRPr sz="1200" b="1">
                <a:solidFill>
                  <a:srgbClr val="102A33"/>
                </a:solidFill>
                <a:latin typeface="Arial"/>
                <a:ea typeface="Arial"/>
                <a:cs typeface="Arial"/>
              </a:defRPr>
            </a:lvl5pPr>
            <a:lvl6pPr algn="l">
              <a:defRPr sz="1200" b="1">
                <a:solidFill>
                  <a:srgbClr val="102A33"/>
                </a:solidFill>
                <a:latin typeface="Arial"/>
                <a:ea typeface="Arial"/>
                <a:cs typeface="Arial"/>
              </a:defRPr>
            </a:lvl6pPr>
            <a:lvl7pPr algn="l">
              <a:defRPr sz="1200" b="1">
                <a:solidFill>
                  <a:srgbClr val="102A33"/>
                </a:solidFill>
                <a:latin typeface="Arial"/>
                <a:ea typeface="Arial"/>
                <a:cs typeface="Arial"/>
              </a:defRPr>
            </a:lvl7pPr>
            <a:lvl8pPr algn="l">
              <a:defRPr sz="1200" b="1">
                <a:solidFill>
                  <a:srgbClr val="102A33"/>
                </a:solidFill>
                <a:latin typeface="Arial"/>
                <a:ea typeface="Arial"/>
                <a:cs typeface="Arial"/>
              </a:defRPr>
            </a:lvl8pPr>
            <a:lvl9pPr algn="l">
              <a:defRPr sz="1200" b="1">
                <a:solidFill>
                  <a:srgbClr val="102A33"/>
                </a:solidFill>
                <a:latin typeface="Arial"/>
                <a:ea typeface="Arial"/>
                <a:cs typeface="Arial"/>
              </a:defRPr>
            </a:lvl9pPr>
          </a:lstStyle>
          <a:p xmlns:a="http://schemas.openxmlformats.org/drawingml/2006/main">
            <a:pPr algn="l">
              <a:defRPr sz="1200" b="1">
                <a:solidFill>
                  <a:srgbClr val="102A33"/>
                </a:solidFill>
                <a:latin typeface="Arial"/>
                <a:ea typeface="Arial"/>
                <a:cs typeface="Arial"/>
              </a:defRPr>
            </a:pPr>
            <a:r>
              <a:rPr sz="1200" b="1">
                <a:solidFill>
                  <a:srgbClr val="102A33"/>
                </a:solidFill>
                <a:latin typeface="Arial"/>
                <a:ea typeface="Arial"/>
                <a:cs typeface="Arial"/>
              </a:rPr>
              <a:t>J2  ·  BỘ THU</a:t>
            </a:r>
          </a:p>
        </p:txBody>
      </p:sp>
      <p:sp>
        <p:nvSpPr>
          <p:cNvPr id="62" name="j2-sub">
            <a:extLst xmlns:a="http://schemas.openxmlformats.org/drawingml/2006/main">
              <a:ext uri="{FF2B5EF4-FFF2-40B4-BE49-F238E27FC236}">
                <a16:creationId xmlns:a16="http://schemas.microsoft.com/office/drawing/2014/main" id="{52528847-AE61-46B0-9352-771EFB62F92D}"/>
              </a:ext>
            </a:extLst>
          </p:cNvPr>
          <p:cNvSpPr>
            <a:spLocks xmlns:a="http://schemas.openxmlformats.org/drawingml/2006/main" noGrp="1"/>
          </p:cNvSpPr>
          <p:nvPr/>
        </p:nvSpPr>
        <p:spPr>
          <a:xfrm xmlns:a="http://schemas.openxmlformats.org/drawingml/2006/main">
            <a:off x="7239000" y="2571750"/>
            <a:ext cx="17240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defRPr sz="900" b="0">
                <a:solidFill>
                  <a:srgbClr val="50636A"/>
                </a:solidFill>
                <a:latin typeface="Arial"/>
                <a:ea typeface="Arial"/>
                <a:cs typeface="Arial"/>
              </a:defRPr>
            </a:lvl1pPr>
            <a:lvl2pPr algn="l">
              <a:defRPr sz="900" b="0">
                <a:solidFill>
                  <a:srgbClr val="50636A"/>
                </a:solidFill>
                <a:latin typeface="Arial"/>
                <a:ea typeface="Arial"/>
                <a:cs typeface="Arial"/>
              </a:defRPr>
            </a:lvl2pPr>
            <a:lvl3pPr algn="l">
              <a:defRPr sz="900" b="0">
                <a:solidFill>
                  <a:srgbClr val="50636A"/>
                </a:solidFill>
                <a:latin typeface="Arial"/>
                <a:ea typeface="Arial"/>
                <a:cs typeface="Arial"/>
              </a:defRPr>
            </a:lvl3pPr>
            <a:lvl4pPr algn="l">
              <a:defRPr sz="900" b="0">
                <a:solidFill>
                  <a:srgbClr val="50636A"/>
                </a:solidFill>
                <a:latin typeface="Arial"/>
                <a:ea typeface="Arial"/>
                <a:cs typeface="Arial"/>
              </a:defRPr>
            </a:lvl4pPr>
            <a:lvl5pPr algn="l">
              <a:defRPr sz="900" b="0">
                <a:solidFill>
                  <a:srgbClr val="50636A"/>
                </a:solidFill>
                <a:latin typeface="Arial"/>
                <a:ea typeface="Arial"/>
                <a:cs typeface="Arial"/>
              </a:defRPr>
            </a:lvl5pPr>
            <a:lvl6pPr algn="l">
              <a:defRPr sz="900" b="0">
                <a:solidFill>
                  <a:srgbClr val="50636A"/>
                </a:solidFill>
                <a:latin typeface="Arial"/>
                <a:ea typeface="Arial"/>
                <a:cs typeface="Arial"/>
              </a:defRPr>
            </a:lvl6pPr>
            <a:lvl7pPr algn="l">
              <a:defRPr sz="900" b="0">
                <a:solidFill>
                  <a:srgbClr val="50636A"/>
                </a:solidFill>
                <a:latin typeface="Arial"/>
                <a:ea typeface="Arial"/>
                <a:cs typeface="Arial"/>
              </a:defRPr>
            </a:lvl7pPr>
            <a:lvl8pPr algn="l">
              <a:defRPr sz="900" b="0">
                <a:solidFill>
                  <a:srgbClr val="50636A"/>
                </a:solidFill>
                <a:latin typeface="Arial"/>
                <a:ea typeface="Arial"/>
                <a:cs typeface="Arial"/>
              </a:defRPr>
            </a:lvl8pPr>
            <a:lvl9pPr algn="l">
              <a:defRPr sz="900" b="0">
                <a:solidFill>
                  <a:srgbClr val="50636A"/>
                </a:solidFill>
                <a:latin typeface="Arial"/>
                <a:ea typeface="Arial"/>
                <a:cs typeface="Arial"/>
              </a:defRPr>
            </a:lvl9pPr>
          </a:lstStyle>
          <a:p xmlns:a="http://schemas.openxmlformats.org/drawingml/2006/main">
            <a:pPr algn="l">
              <a:defRPr sz="900" b="0">
                <a:solidFill>
                  <a:srgbClr val="50636A"/>
                </a:solidFill>
                <a:latin typeface="Arial"/>
                <a:ea typeface="Arial"/>
                <a:cs typeface="Arial"/>
              </a:defRPr>
            </a:pPr>
            <a:r>
              <a:rPr sz="900" b="0">
                <a:solidFill>
                  <a:srgbClr val="50636A"/>
                </a:solidFill>
                <a:latin typeface="Arial"/>
                <a:ea typeface="Arial"/>
                <a:cs typeface="Arial"/>
              </a:rPr>
              <a:t>ESP32-S3 DevKitC-1 N8R8</a:t>
            </a:r>
          </a:p>
        </p:txBody>
      </p:sp>
      <p:sp>
        <p:nvSpPr>
          <p:cNvPr id="63" name="j2-adc">
            <a:extLst xmlns:a="http://schemas.openxmlformats.org/drawingml/2006/main">
              <a:ext uri="{FF2B5EF4-FFF2-40B4-BE49-F238E27FC236}">
                <a16:creationId xmlns:a16="http://schemas.microsoft.com/office/drawing/2014/main" id="{537CE67A-D643-45E5-BDDA-2F59B9F77BD5}"/>
              </a:ext>
            </a:extLst>
          </p:cNvPr>
          <p:cNvSpPr>
            <a:spLocks xmlns:a="http://schemas.openxmlformats.org/drawingml/2006/main" noGrp="1"/>
          </p:cNvSpPr>
          <p:nvPr/>
        </p:nvSpPr>
        <p:spPr>
          <a:xfrm xmlns:a="http://schemas.openxmlformats.org/drawingml/2006/main">
            <a:off x="7077075" y="2933700"/>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8794E"/>
            </a:solidFill>
            <a:prstDash val="solid"/>
          </a:ln>
        </p:spPr>
      </p:sp>
      <p:sp>
        <p:nvSpPr>
          <p:cNvPr id="64" name="j2-adc-label">
            <a:extLst xmlns:a="http://schemas.openxmlformats.org/drawingml/2006/main">
              <a:ext uri="{FF2B5EF4-FFF2-40B4-BE49-F238E27FC236}">
                <a16:creationId xmlns:a16="http://schemas.microsoft.com/office/drawing/2014/main" id="{95196A8F-E08D-49AD-8A80-B6D8AE60B1A8}"/>
              </a:ext>
            </a:extLst>
          </p:cNvPr>
          <p:cNvSpPr>
            <a:spLocks xmlns:a="http://schemas.openxmlformats.org/drawingml/2006/main" noGrp="1"/>
          </p:cNvSpPr>
          <p:nvPr/>
        </p:nvSpPr>
        <p:spPr>
          <a:xfrm xmlns:a="http://schemas.openxmlformats.org/drawingml/2006/main">
            <a:off x="7286625" y="286702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defRPr sz="975" b="1">
                <a:solidFill>
                  <a:srgbClr val="172A30"/>
                </a:solidFill>
                <a:latin typeface="Arial"/>
                <a:ea typeface="Arial"/>
                <a:cs typeface="Arial"/>
              </a:defRPr>
            </a:lvl1pPr>
            <a:lvl2pPr algn="l">
              <a:defRPr sz="975" b="1">
                <a:solidFill>
                  <a:srgbClr val="172A30"/>
                </a:solidFill>
                <a:latin typeface="Arial"/>
                <a:ea typeface="Arial"/>
                <a:cs typeface="Arial"/>
              </a:defRPr>
            </a:lvl2pPr>
            <a:lvl3pPr algn="l">
              <a:defRPr sz="975" b="1">
                <a:solidFill>
                  <a:srgbClr val="172A30"/>
                </a:solidFill>
                <a:latin typeface="Arial"/>
                <a:ea typeface="Arial"/>
                <a:cs typeface="Arial"/>
              </a:defRPr>
            </a:lvl3pPr>
            <a:lvl4pPr algn="l">
              <a:defRPr sz="975" b="1">
                <a:solidFill>
                  <a:srgbClr val="172A30"/>
                </a:solidFill>
                <a:latin typeface="Arial"/>
                <a:ea typeface="Arial"/>
                <a:cs typeface="Arial"/>
              </a:defRPr>
            </a:lvl4pPr>
            <a:lvl5pPr algn="l">
              <a:defRPr sz="975" b="1">
                <a:solidFill>
                  <a:srgbClr val="172A30"/>
                </a:solidFill>
                <a:latin typeface="Arial"/>
                <a:ea typeface="Arial"/>
                <a:cs typeface="Arial"/>
              </a:defRPr>
            </a:lvl5pPr>
            <a:lvl6pPr algn="l">
              <a:defRPr sz="975" b="1">
                <a:solidFill>
                  <a:srgbClr val="172A30"/>
                </a:solidFill>
                <a:latin typeface="Arial"/>
                <a:ea typeface="Arial"/>
                <a:cs typeface="Arial"/>
              </a:defRPr>
            </a:lvl6pPr>
            <a:lvl7pPr algn="l">
              <a:defRPr sz="975" b="1">
                <a:solidFill>
                  <a:srgbClr val="172A30"/>
                </a:solidFill>
                <a:latin typeface="Arial"/>
                <a:ea typeface="Arial"/>
                <a:cs typeface="Arial"/>
              </a:defRPr>
            </a:lvl7pPr>
            <a:lvl8pPr algn="l">
              <a:defRPr sz="975" b="1">
                <a:solidFill>
                  <a:srgbClr val="172A30"/>
                </a:solidFill>
                <a:latin typeface="Arial"/>
                <a:ea typeface="Arial"/>
                <a:cs typeface="Arial"/>
              </a:defRPr>
            </a:lvl8pPr>
            <a:lvl9pPr algn="l">
              <a:defRPr sz="975" b="1">
                <a:solidFill>
                  <a:srgbClr val="172A30"/>
                </a:solidFill>
                <a:latin typeface="Arial"/>
                <a:ea typeface="Arial"/>
                <a:cs typeface="Arial"/>
              </a:defRPr>
            </a:lvl9pPr>
          </a:lstStyle>
          <a:p xmlns:a="http://schemas.openxmlformats.org/drawingml/2006/main">
            <a:pPr algn="l">
              <a:defRPr sz="975" b="1">
                <a:solidFill>
                  <a:srgbClr val="172A30"/>
                </a:solidFill>
                <a:latin typeface="Arial"/>
                <a:ea typeface="Arial"/>
                <a:cs typeface="Arial"/>
              </a:defRPr>
            </a:pPr>
            <a:r>
              <a:rPr sz="975" b="1">
                <a:solidFill>
                  <a:srgbClr val="172A30"/>
                </a:solidFill>
                <a:latin typeface="Arial"/>
                <a:ea typeface="Arial"/>
                <a:cs typeface="Arial"/>
              </a:rPr>
              <a:t>1  GPIO1 / ADC1_CH0</a:t>
            </a:r>
          </a:p>
        </p:txBody>
      </p:sp>
      <p:sp>
        <p:nvSpPr>
          <p:cNvPr id="65" name="j2-gnd">
            <a:extLst xmlns:a="http://schemas.openxmlformats.org/drawingml/2006/main">
              <a:ext uri="{FF2B5EF4-FFF2-40B4-BE49-F238E27FC236}">
                <a16:creationId xmlns:a16="http://schemas.microsoft.com/office/drawing/2014/main" id="{175ECFB4-D2B0-4992-9C2F-795CC0C21E28}"/>
              </a:ext>
            </a:extLst>
          </p:cNvPr>
          <p:cNvSpPr>
            <a:spLocks xmlns:a="http://schemas.openxmlformats.org/drawingml/2006/main" noGrp="1"/>
          </p:cNvSpPr>
          <p:nvPr/>
        </p:nvSpPr>
        <p:spPr>
          <a:xfrm xmlns:a="http://schemas.openxmlformats.org/drawingml/2006/main">
            <a:off x="7077075" y="4238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66" name="j2-gnd-label">
            <a:extLst xmlns:a="http://schemas.openxmlformats.org/drawingml/2006/main">
              <a:ext uri="{FF2B5EF4-FFF2-40B4-BE49-F238E27FC236}">
                <a16:creationId xmlns:a16="http://schemas.microsoft.com/office/drawing/2014/main" id="{68C41262-C12A-4C8E-9D7B-1505A40FB825}"/>
              </a:ext>
            </a:extLst>
          </p:cNvPr>
          <p:cNvSpPr>
            <a:spLocks xmlns:a="http://schemas.openxmlformats.org/drawingml/2006/main" noGrp="1"/>
          </p:cNvSpPr>
          <p:nvPr/>
        </p:nvSpPr>
        <p:spPr>
          <a:xfrm xmlns:a="http://schemas.openxmlformats.org/drawingml/2006/main">
            <a:off x="7286625" y="41719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2A30"/>
                </a:solidFill>
                <a:latin typeface="Arial"/>
                <a:ea typeface="Arial"/>
                <a:cs typeface="Arial"/>
              </a:defRPr>
            </a:defPPr>
            <a:lvl1pPr algn="l">
              <a:defRPr sz="975" b="1">
                <a:solidFill>
                  <a:srgbClr val="172A30"/>
                </a:solidFill>
                <a:latin typeface="Arial"/>
                <a:ea typeface="Arial"/>
                <a:cs typeface="Arial"/>
              </a:defRPr>
            </a:lvl1pPr>
            <a:lvl2pPr algn="l">
              <a:defRPr sz="975" b="1">
                <a:solidFill>
                  <a:srgbClr val="172A30"/>
                </a:solidFill>
                <a:latin typeface="Arial"/>
                <a:ea typeface="Arial"/>
                <a:cs typeface="Arial"/>
              </a:defRPr>
            </a:lvl2pPr>
            <a:lvl3pPr algn="l">
              <a:defRPr sz="975" b="1">
                <a:solidFill>
                  <a:srgbClr val="172A30"/>
                </a:solidFill>
                <a:latin typeface="Arial"/>
                <a:ea typeface="Arial"/>
                <a:cs typeface="Arial"/>
              </a:defRPr>
            </a:lvl3pPr>
            <a:lvl4pPr algn="l">
              <a:defRPr sz="975" b="1">
                <a:solidFill>
                  <a:srgbClr val="172A30"/>
                </a:solidFill>
                <a:latin typeface="Arial"/>
                <a:ea typeface="Arial"/>
                <a:cs typeface="Arial"/>
              </a:defRPr>
            </a:lvl4pPr>
            <a:lvl5pPr algn="l">
              <a:defRPr sz="975" b="1">
                <a:solidFill>
                  <a:srgbClr val="172A30"/>
                </a:solidFill>
                <a:latin typeface="Arial"/>
                <a:ea typeface="Arial"/>
                <a:cs typeface="Arial"/>
              </a:defRPr>
            </a:lvl5pPr>
            <a:lvl6pPr algn="l">
              <a:defRPr sz="975" b="1">
                <a:solidFill>
                  <a:srgbClr val="172A30"/>
                </a:solidFill>
                <a:latin typeface="Arial"/>
                <a:ea typeface="Arial"/>
                <a:cs typeface="Arial"/>
              </a:defRPr>
            </a:lvl6pPr>
            <a:lvl7pPr algn="l">
              <a:defRPr sz="975" b="1">
                <a:solidFill>
                  <a:srgbClr val="172A30"/>
                </a:solidFill>
                <a:latin typeface="Arial"/>
                <a:ea typeface="Arial"/>
                <a:cs typeface="Arial"/>
              </a:defRPr>
            </a:lvl7pPr>
            <a:lvl8pPr algn="l">
              <a:defRPr sz="975" b="1">
                <a:solidFill>
                  <a:srgbClr val="172A30"/>
                </a:solidFill>
                <a:latin typeface="Arial"/>
                <a:ea typeface="Arial"/>
                <a:cs typeface="Arial"/>
              </a:defRPr>
            </a:lvl8pPr>
            <a:lvl9pPr algn="l">
              <a:defRPr sz="975" b="1">
                <a:solidFill>
                  <a:srgbClr val="172A30"/>
                </a:solidFill>
                <a:latin typeface="Arial"/>
                <a:ea typeface="Arial"/>
                <a:cs typeface="Arial"/>
              </a:defRPr>
            </a:lvl9pPr>
          </a:lstStyle>
          <a:p xmlns:a="http://schemas.openxmlformats.org/drawingml/2006/main">
            <a:pPr algn="l">
              <a:defRPr sz="975" b="1">
                <a:solidFill>
                  <a:srgbClr val="172A30"/>
                </a:solidFill>
                <a:latin typeface="Arial"/>
                <a:ea typeface="Arial"/>
                <a:cs typeface="Arial"/>
              </a:defRPr>
            </a:pPr>
            <a:r>
              <a:rPr sz="975" b="1">
                <a:solidFill>
                  <a:srgbClr val="172A30"/>
                </a:solidFill>
                <a:latin typeface="Arial"/>
                <a:ea typeface="Arial"/>
                <a:cs typeface="Arial"/>
              </a:rPr>
              <a:t>2  GND</a:t>
            </a:r>
          </a:p>
        </p:txBody>
      </p:sp>
      <p:sp>
        <p:nvSpPr>
          <p:cNvPr id="67" name="j2-usb">
            <a:extLst xmlns:a="http://schemas.openxmlformats.org/drawingml/2006/main">
              <a:ext uri="{FF2B5EF4-FFF2-40B4-BE49-F238E27FC236}">
                <a16:creationId xmlns:a16="http://schemas.microsoft.com/office/drawing/2014/main" id="{0A723CD9-9EC8-452C-B786-0A57222C5439}"/>
              </a:ext>
            </a:extLst>
          </p:cNvPr>
          <p:cNvSpPr>
            <a:spLocks xmlns:a="http://schemas.openxmlformats.org/drawingml/2006/main" noGrp="1"/>
          </p:cNvSpPr>
          <p:nvPr/>
        </p:nvSpPr>
        <p:spPr>
          <a:xfrm xmlns:a="http://schemas.openxmlformats.org/drawingml/2006/main">
            <a:off x="7286625" y="4429125"/>
            <a:ext cx="114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0636A"/>
                </a:solidFill>
                <a:latin typeface="Arial"/>
                <a:ea typeface="Arial"/>
                <a:cs typeface="Arial"/>
              </a:defRPr>
            </a:defPPr>
            <a:lvl1pPr algn="l">
              <a:defRPr sz="825" b="0">
                <a:solidFill>
                  <a:srgbClr val="50636A"/>
                </a:solidFill>
                <a:latin typeface="Arial"/>
                <a:ea typeface="Arial"/>
                <a:cs typeface="Arial"/>
              </a:defRPr>
            </a:lvl1pPr>
            <a:lvl2pPr algn="l">
              <a:defRPr sz="825" b="0">
                <a:solidFill>
                  <a:srgbClr val="50636A"/>
                </a:solidFill>
                <a:latin typeface="Arial"/>
                <a:ea typeface="Arial"/>
                <a:cs typeface="Arial"/>
              </a:defRPr>
            </a:lvl2pPr>
            <a:lvl3pPr algn="l">
              <a:defRPr sz="825" b="0">
                <a:solidFill>
                  <a:srgbClr val="50636A"/>
                </a:solidFill>
                <a:latin typeface="Arial"/>
                <a:ea typeface="Arial"/>
                <a:cs typeface="Arial"/>
              </a:defRPr>
            </a:lvl3pPr>
            <a:lvl4pPr algn="l">
              <a:defRPr sz="825" b="0">
                <a:solidFill>
                  <a:srgbClr val="50636A"/>
                </a:solidFill>
                <a:latin typeface="Arial"/>
                <a:ea typeface="Arial"/>
                <a:cs typeface="Arial"/>
              </a:defRPr>
            </a:lvl4pPr>
            <a:lvl5pPr algn="l">
              <a:defRPr sz="825" b="0">
                <a:solidFill>
                  <a:srgbClr val="50636A"/>
                </a:solidFill>
                <a:latin typeface="Arial"/>
                <a:ea typeface="Arial"/>
                <a:cs typeface="Arial"/>
              </a:defRPr>
            </a:lvl5pPr>
            <a:lvl6pPr algn="l">
              <a:defRPr sz="825" b="0">
                <a:solidFill>
                  <a:srgbClr val="50636A"/>
                </a:solidFill>
                <a:latin typeface="Arial"/>
                <a:ea typeface="Arial"/>
                <a:cs typeface="Arial"/>
              </a:defRPr>
            </a:lvl6pPr>
            <a:lvl7pPr algn="l">
              <a:defRPr sz="825" b="0">
                <a:solidFill>
                  <a:srgbClr val="50636A"/>
                </a:solidFill>
                <a:latin typeface="Arial"/>
                <a:ea typeface="Arial"/>
                <a:cs typeface="Arial"/>
              </a:defRPr>
            </a:lvl7pPr>
            <a:lvl8pPr algn="l">
              <a:defRPr sz="825" b="0">
                <a:solidFill>
                  <a:srgbClr val="50636A"/>
                </a:solidFill>
                <a:latin typeface="Arial"/>
                <a:ea typeface="Arial"/>
                <a:cs typeface="Arial"/>
              </a:defRPr>
            </a:lvl8pPr>
            <a:lvl9pPr algn="l">
              <a:defRPr sz="825" b="0">
                <a:solidFill>
                  <a:srgbClr val="50636A"/>
                </a:solidFill>
                <a:latin typeface="Arial"/>
                <a:ea typeface="Arial"/>
                <a:cs typeface="Arial"/>
              </a:defRPr>
            </a:lvl9pPr>
          </a:lstStyle>
          <a:p xmlns:a="http://schemas.openxmlformats.org/drawingml/2006/main">
            <a:pPr algn="l">
              <a:defRPr sz="825" b="0">
                <a:solidFill>
                  <a:srgbClr val="50636A"/>
                </a:solidFill>
                <a:latin typeface="Arial"/>
                <a:ea typeface="Arial"/>
                <a:cs typeface="Arial"/>
              </a:defRPr>
            </a:pPr>
            <a:r>
              <a:rPr sz="825" b="0">
                <a:solidFill>
                  <a:srgbClr val="50636A"/>
                </a:solidFill>
                <a:latin typeface="Arial"/>
                <a:ea typeface="Arial"/>
                <a:cs typeface="Arial"/>
              </a:rPr>
              <a:t>USB-C 5 V</a:t>
            </a:r>
          </a:p>
        </p:txBody>
      </p:sp>
      <p:sp>
        <p:nvSpPr>
          <p:cNvPr id="68" name="j2-vcc-label">
            <a:extLst xmlns:a="http://schemas.openxmlformats.org/drawingml/2006/main">
              <a:ext uri="{FF2B5EF4-FFF2-40B4-BE49-F238E27FC236}">
                <a16:creationId xmlns:a16="http://schemas.microsoft.com/office/drawing/2014/main" id="{516B1621-31DC-4F1B-8B94-EF443B2CF9B7}"/>
              </a:ext>
            </a:extLst>
          </p:cNvPr>
          <p:cNvSpPr>
            <a:spLocks xmlns:a="http://schemas.openxmlformats.org/drawingml/2006/main" noGrp="1"/>
          </p:cNvSpPr>
          <p:nvPr/>
        </p:nvSpPr>
        <p:spPr>
          <a:xfrm xmlns:a="http://schemas.openxmlformats.org/drawingml/2006/main">
            <a:off x="8267700" y="3028950"/>
            <a:ext cx="6953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1">
                <a:solidFill>
                  <a:srgbClr val="172A30"/>
                </a:solidFill>
                <a:latin typeface="Arial"/>
                <a:ea typeface="Arial"/>
                <a:cs typeface="Arial"/>
              </a:defRPr>
            </a:defPPr>
            <a:lvl1pPr algn="r">
              <a:defRPr sz="900" b="1">
                <a:solidFill>
                  <a:srgbClr val="172A30"/>
                </a:solidFill>
                <a:latin typeface="Arial"/>
                <a:ea typeface="Arial"/>
                <a:cs typeface="Arial"/>
              </a:defRPr>
            </a:lvl1pPr>
            <a:lvl2pPr algn="r">
              <a:defRPr sz="900" b="1">
                <a:solidFill>
                  <a:srgbClr val="172A30"/>
                </a:solidFill>
                <a:latin typeface="Arial"/>
                <a:ea typeface="Arial"/>
                <a:cs typeface="Arial"/>
              </a:defRPr>
            </a:lvl2pPr>
            <a:lvl3pPr algn="r">
              <a:defRPr sz="900" b="1">
                <a:solidFill>
                  <a:srgbClr val="172A30"/>
                </a:solidFill>
                <a:latin typeface="Arial"/>
                <a:ea typeface="Arial"/>
                <a:cs typeface="Arial"/>
              </a:defRPr>
            </a:lvl3pPr>
            <a:lvl4pPr algn="r">
              <a:defRPr sz="900" b="1">
                <a:solidFill>
                  <a:srgbClr val="172A30"/>
                </a:solidFill>
                <a:latin typeface="Arial"/>
                <a:ea typeface="Arial"/>
                <a:cs typeface="Arial"/>
              </a:defRPr>
            </a:lvl4pPr>
            <a:lvl5pPr algn="r">
              <a:defRPr sz="900" b="1">
                <a:solidFill>
                  <a:srgbClr val="172A30"/>
                </a:solidFill>
                <a:latin typeface="Arial"/>
                <a:ea typeface="Arial"/>
                <a:cs typeface="Arial"/>
              </a:defRPr>
            </a:lvl5pPr>
            <a:lvl6pPr algn="r">
              <a:defRPr sz="900" b="1">
                <a:solidFill>
                  <a:srgbClr val="172A30"/>
                </a:solidFill>
                <a:latin typeface="Arial"/>
                <a:ea typeface="Arial"/>
                <a:cs typeface="Arial"/>
              </a:defRPr>
            </a:lvl6pPr>
            <a:lvl7pPr algn="r">
              <a:defRPr sz="900" b="1">
                <a:solidFill>
                  <a:srgbClr val="172A30"/>
                </a:solidFill>
                <a:latin typeface="Arial"/>
                <a:ea typeface="Arial"/>
                <a:cs typeface="Arial"/>
              </a:defRPr>
            </a:lvl7pPr>
            <a:lvl8pPr algn="r">
              <a:defRPr sz="900" b="1">
                <a:solidFill>
                  <a:srgbClr val="172A30"/>
                </a:solidFill>
                <a:latin typeface="Arial"/>
                <a:ea typeface="Arial"/>
                <a:cs typeface="Arial"/>
              </a:defRPr>
            </a:lvl8pPr>
            <a:lvl9pPr algn="r">
              <a:defRPr sz="900" b="1">
                <a:solidFill>
                  <a:srgbClr val="172A30"/>
                </a:solidFill>
                <a:latin typeface="Arial"/>
                <a:ea typeface="Arial"/>
                <a:cs typeface="Arial"/>
              </a:defRPr>
            </a:lvl9pPr>
          </a:lstStyle>
          <a:p xmlns:a="http://schemas.openxmlformats.org/drawingml/2006/main">
            <a:pPr algn="r">
              <a:defRPr sz="900" b="1">
                <a:solidFill>
                  <a:srgbClr val="172A30"/>
                </a:solidFill>
                <a:latin typeface="Arial"/>
                <a:ea typeface="Arial"/>
                <a:cs typeface="Arial"/>
              </a:defRPr>
            </a:pPr>
            <a:r>
              <a:rPr sz="900" b="1">
                <a:solidFill>
                  <a:srgbClr val="172A30"/>
                </a:solidFill>
                <a:latin typeface="Arial"/>
                <a:ea typeface="Arial"/>
                <a:cs typeface="Arial"/>
              </a:rPr>
              <a:t>3V3</a:t>
            </a:r>
          </a:p>
        </p:txBody>
      </p:sp>
      <p:sp>
        <p:nvSpPr>
          <p:cNvPr id="69" name="j2-sda-label">
            <a:extLst xmlns:a="http://schemas.openxmlformats.org/drawingml/2006/main">
              <a:ext uri="{FF2B5EF4-FFF2-40B4-BE49-F238E27FC236}">
                <a16:creationId xmlns:a16="http://schemas.microsoft.com/office/drawing/2014/main" id="{1FDFE485-D417-44E8-8951-9306184788E2}"/>
              </a:ext>
            </a:extLst>
          </p:cNvPr>
          <p:cNvSpPr>
            <a:spLocks xmlns:a="http://schemas.openxmlformats.org/drawingml/2006/main" noGrp="1"/>
          </p:cNvSpPr>
          <p:nvPr/>
        </p:nvSpPr>
        <p:spPr>
          <a:xfrm xmlns:a="http://schemas.openxmlformats.org/drawingml/2006/main">
            <a:off x="8105775" y="3714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defRPr sz="825" b="1">
                <a:solidFill>
                  <a:srgbClr val="172A30"/>
                </a:solidFill>
                <a:latin typeface="Arial"/>
                <a:ea typeface="Arial"/>
                <a:cs typeface="Arial"/>
              </a:defRPr>
            </a:lvl1pPr>
            <a:lvl2pPr algn="r">
              <a:defRPr sz="825" b="1">
                <a:solidFill>
                  <a:srgbClr val="172A30"/>
                </a:solidFill>
                <a:latin typeface="Arial"/>
                <a:ea typeface="Arial"/>
                <a:cs typeface="Arial"/>
              </a:defRPr>
            </a:lvl2pPr>
            <a:lvl3pPr algn="r">
              <a:defRPr sz="825" b="1">
                <a:solidFill>
                  <a:srgbClr val="172A30"/>
                </a:solidFill>
                <a:latin typeface="Arial"/>
                <a:ea typeface="Arial"/>
                <a:cs typeface="Arial"/>
              </a:defRPr>
            </a:lvl3pPr>
            <a:lvl4pPr algn="r">
              <a:defRPr sz="825" b="1">
                <a:solidFill>
                  <a:srgbClr val="172A30"/>
                </a:solidFill>
                <a:latin typeface="Arial"/>
                <a:ea typeface="Arial"/>
                <a:cs typeface="Arial"/>
              </a:defRPr>
            </a:lvl4pPr>
            <a:lvl5pPr algn="r">
              <a:defRPr sz="825" b="1">
                <a:solidFill>
                  <a:srgbClr val="172A30"/>
                </a:solidFill>
                <a:latin typeface="Arial"/>
                <a:ea typeface="Arial"/>
                <a:cs typeface="Arial"/>
              </a:defRPr>
            </a:lvl5pPr>
            <a:lvl6pPr algn="r">
              <a:defRPr sz="825" b="1">
                <a:solidFill>
                  <a:srgbClr val="172A30"/>
                </a:solidFill>
                <a:latin typeface="Arial"/>
                <a:ea typeface="Arial"/>
                <a:cs typeface="Arial"/>
              </a:defRPr>
            </a:lvl6pPr>
            <a:lvl7pPr algn="r">
              <a:defRPr sz="825" b="1">
                <a:solidFill>
                  <a:srgbClr val="172A30"/>
                </a:solidFill>
                <a:latin typeface="Arial"/>
                <a:ea typeface="Arial"/>
                <a:cs typeface="Arial"/>
              </a:defRPr>
            </a:lvl7pPr>
            <a:lvl8pPr algn="r">
              <a:defRPr sz="825" b="1">
                <a:solidFill>
                  <a:srgbClr val="172A30"/>
                </a:solidFill>
                <a:latin typeface="Arial"/>
                <a:ea typeface="Arial"/>
                <a:cs typeface="Arial"/>
              </a:defRPr>
            </a:lvl8pPr>
            <a:lvl9pPr algn="r">
              <a:defRPr sz="825" b="1">
                <a:solidFill>
                  <a:srgbClr val="172A30"/>
                </a:solidFill>
                <a:latin typeface="Arial"/>
                <a:ea typeface="Arial"/>
                <a:cs typeface="Arial"/>
              </a:defRPr>
            </a:lvl9pPr>
          </a:lstStyle>
          <a:p xmlns:a="http://schemas.openxmlformats.org/drawingml/2006/main">
            <a:pPr algn="r">
              <a:defRPr sz="825" b="1">
                <a:solidFill>
                  <a:srgbClr val="172A30"/>
                </a:solidFill>
                <a:latin typeface="Arial"/>
                <a:ea typeface="Arial"/>
                <a:cs typeface="Arial"/>
              </a:defRPr>
            </a:pPr>
            <a:r>
              <a:rPr sz="825" b="1">
                <a:solidFill>
                  <a:srgbClr val="172A30"/>
                </a:solidFill>
                <a:latin typeface="Arial"/>
                <a:ea typeface="Arial"/>
                <a:cs typeface="Arial"/>
              </a:rPr>
              <a:t>GPIO8 / SDA</a:t>
            </a:r>
          </a:p>
        </p:txBody>
      </p:sp>
      <p:sp>
        <p:nvSpPr>
          <p:cNvPr id="70" name="j2-scl-label">
            <a:extLst xmlns:a="http://schemas.openxmlformats.org/drawingml/2006/main">
              <a:ext uri="{FF2B5EF4-FFF2-40B4-BE49-F238E27FC236}">
                <a16:creationId xmlns:a16="http://schemas.microsoft.com/office/drawing/2014/main" id="{4D552B80-3213-4949-B05B-2CC79C1390D3}"/>
              </a:ext>
            </a:extLst>
          </p:cNvPr>
          <p:cNvSpPr>
            <a:spLocks xmlns:a="http://schemas.openxmlformats.org/drawingml/2006/main" noGrp="1"/>
          </p:cNvSpPr>
          <p:nvPr/>
        </p:nvSpPr>
        <p:spPr>
          <a:xfrm xmlns:a="http://schemas.openxmlformats.org/drawingml/2006/main">
            <a:off x="8105775" y="40576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172A30"/>
                </a:solidFill>
                <a:latin typeface="Arial"/>
                <a:ea typeface="Arial"/>
                <a:cs typeface="Arial"/>
              </a:defRPr>
            </a:defPPr>
            <a:lvl1pPr algn="r">
              <a:defRPr sz="825" b="1">
                <a:solidFill>
                  <a:srgbClr val="172A30"/>
                </a:solidFill>
                <a:latin typeface="Arial"/>
                <a:ea typeface="Arial"/>
                <a:cs typeface="Arial"/>
              </a:defRPr>
            </a:lvl1pPr>
            <a:lvl2pPr algn="r">
              <a:defRPr sz="825" b="1">
                <a:solidFill>
                  <a:srgbClr val="172A30"/>
                </a:solidFill>
                <a:latin typeface="Arial"/>
                <a:ea typeface="Arial"/>
                <a:cs typeface="Arial"/>
              </a:defRPr>
            </a:lvl2pPr>
            <a:lvl3pPr algn="r">
              <a:defRPr sz="825" b="1">
                <a:solidFill>
                  <a:srgbClr val="172A30"/>
                </a:solidFill>
                <a:latin typeface="Arial"/>
                <a:ea typeface="Arial"/>
                <a:cs typeface="Arial"/>
              </a:defRPr>
            </a:lvl3pPr>
            <a:lvl4pPr algn="r">
              <a:defRPr sz="825" b="1">
                <a:solidFill>
                  <a:srgbClr val="172A30"/>
                </a:solidFill>
                <a:latin typeface="Arial"/>
                <a:ea typeface="Arial"/>
                <a:cs typeface="Arial"/>
              </a:defRPr>
            </a:lvl4pPr>
            <a:lvl5pPr algn="r">
              <a:defRPr sz="825" b="1">
                <a:solidFill>
                  <a:srgbClr val="172A30"/>
                </a:solidFill>
                <a:latin typeface="Arial"/>
                <a:ea typeface="Arial"/>
                <a:cs typeface="Arial"/>
              </a:defRPr>
            </a:lvl5pPr>
            <a:lvl6pPr algn="r">
              <a:defRPr sz="825" b="1">
                <a:solidFill>
                  <a:srgbClr val="172A30"/>
                </a:solidFill>
                <a:latin typeface="Arial"/>
                <a:ea typeface="Arial"/>
                <a:cs typeface="Arial"/>
              </a:defRPr>
            </a:lvl6pPr>
            <a:lvl7pPr algn="r">
              <a:defRPr sz="825" b="1">
                <a:solidFill>
                  <a:srgbClr val="172A30"/>
                </a:solidFill>
                <a:latin typeface="Arial"/>
                <a:ea typeface="Arial"/>
                <a:cs typeface="Arial"/>
              </a:defRPr>
            </a:lvl7pPr>
            <a:lvl8pPr algn="r">
              <a:defRPr sz="825" b="1">
                <a:solidFill>
                  <a:srgbClr val="172A30"/>
                </a:solidFill>
                <a:latin typeface="Arial"/>
                <a:ea typeface="Arial"/>
                <a:cs typeface="Arial"/>
              </a:defRPr>
            </a:lvl8pPr>
            <a:lvl9pPr algn="r">
              <a:defRPr sz="825" b="1">
                <a:solidFill>
                  <a:srgbClr val="172A30"/>
                </a:solidFill>
                <a:latin typeface="Arial"/>
                <a:ea typeface="Arial"/>
                <a:cs typeface="Arial"/>
              </a:defRPr>
            </a:lvl9pPr>
          </a:lstStyle>
          <a:p xmlns:a="http://schemas.openxmlformats.org/drawingml/2006/main">
            <a:pPr algn="r">
              <a:defRPr sz="825" b="1">
                <a:solidFill>
                  <a:srgbClr val="172A30"/>
                </a:solidFill>
                <a:latin typeface="Arial"/>
                <a:ea typeface="Arial"/>
                <a:cs typeface="Arial"/>
              </a:defRPr>
            </a:pPr>
            <a:r>
              <a:rPr sz="825" b="1">
                <a:solidFill>
                  <a:srgbClr val="172A30"/>
                </a:solidFill>
                <a:latin typeface="Arial"/>
                <a:ea typeface="Arial"/>
                <a:cs typeface="Arial"/>
              </a:rPr>
              <a:t>GPIO9 / SCL</a:t>
            </a:r>
          </a:p>
        </p:txBody>
      </p:sp>
      <p:sp>
        <p:nvSpPr>
          <p:cNvPr id="71" name="j3-box">
            <a:extLst xmlns:a="http://schemas.openxmlformats.org/drawingml/2006/main">
              <a:ext uri="{FF2B5EF4-FFF2-40B4-BE49-F238E27FC236}">
                <a16:creationId xmlns:a16="http://schemas.microsoft.com/office/drawing/2014/main" id="{51DBF5A9-5EEC-41BF-AB70-B7A75B909417}"/>
              </a:ext>
            </a:extLst>
          </p:cNvPr>
          <p:cNvSpPr>
            <a:spLocks xmlns:a="http://schemas.openxmlformats.org/drawingml/2006/main" noGrp="1"/>
          </p:cNvSpPr>
          <p:nvPr/>
        </p:nvSpPr>
        <p:spPr>
          <a:xfrm xmlns:a="http://schemas.openxmlformats.org/drawingml/2006/main">
            <a:off x="9886950" y="2514600"/>
            <a:ext cx="1695450" cy="1857375"/>
          </a:xfrm>
          <a:prstGeom xmlns:a="http://schemas.openxmlformats.org/drawingml/2006/main" prst="rect">
            <a:avLst/>
          </a:prstGeom>
          <a:solidFill xmlns:a="http://schemas.openxmlformats.org/drawingml/2006/main">
            <a:srgbClr val="FFFFFF"/>
          </a:solidFill>
          <a:ln xmlns:a="http://schemas.openxmlformats.org/drawingml/2006/main" w="19050">
            <a:solidFill>
              <a:srgbClr val="102A33"/>
            </a:solidFill>
            <a:prstDash val="solid"/>
          </a:ln>
        </p:spPr>
      </p:sp>
      <p:sp>
        <p:nvSpPr>
          <p:cNvPr id="72" name="j3-title">
            <a:extLst xmlns:a="http://schemas.openxmlformats.org/drawingml/2006/main">
              <a:ext uri="{FF2B5EF4-FFF2-40B4-BE49-F238E27FC236}">
                <a16:creationId xmlns:a16="http://schemas.microsoft.com/office/drawing/2014/main" id="{0C93418E-A268-4127-B1E7-88BD8BC0A30E}"/>
              </a:ext>
            </a:extLst>
          </p:cNvPr>
          <p:cNvSpPr>
            <a:spLocks xmlns:a="http://schemas.openxmlformats.org/drawingml/2006/main" noGrp="1"/>
          </p:cNvSpPr>
          <p:nvPr/>
        </p:nvSpPr>
        <p:spPr>
          <a:xfrm xmlns:a="http://schemas.openxmlformats.org/drawingml/2006/main">
            <a:off x="10001250" y="2600325"/>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02A33"/>
                </a:solidFill>
                <a:latin typeface="Arial"/>
                <a:ea typeface="Arial"/>
                <a:cs typeface="Arial"/>
              </a:defRPr>
            </a:defPPr>
            <a:lvl1pPr algn="l">
              <a:defRPr sz="1200" b="1">
                <a:solidFill>
                  <a:srgbClr val="102A33"/>
                </a:solidFill>
                <a:latin typeface="Arial"/>
                <a:ea typeface="Arial"/>
                <a:cs typeface="Arial"/>
              </a:defRPr>
            </a:lvl1pPr>
            <a:lvl2pPr algn="l">
              <a:defRPr sz="1200" b="1">
                <a:solidFill>
                  <a:srgbClr val="102A33"/>
                </a:solidFill>
                <a:latin typeface="Arial"/>
                <a:ea typeface="Arial"/>
                <a:cs typeface="Arial"/>
              </a:defRPr>
            </a:lvl2pPr>
            <a:lvl3pPr algn="l">
              <a:defRPr sz="1200" b="1">
                <a:solidFill>
                  <a:srgbClr val="102A33"/>
                </a:solidFill>
                <a:latin typeface="Arial"/>
                <a:ea typeface="Arial"/>
                <a:cs typeface="Arial"/>
              </a:defRPr>
            </a:lvl3pPr>
            <a:lvl4pPr algn="l">
              <a:defRPr sz="1200" b="1">
                <a:solidFill>
                  <a:srgbClr val="102A33"/>
                </a:solidFill>
                <a:latin typeface="Arial"/>
                <a:ea typeface="Arial"/>
                <a:cs typeface="Arial"/>
              </a:defRPr>
            </a:lvl4pPr>
            <a:lvl5pPr algn="l">
              <a:defRPr sz="1200" b="1">
                <a:solidFill>
                  <a:srgbClr val="102A33"/>
                </a:solidFill>
                <a:latin typeface="Arial"/>
                <a:ea typeface="Arial"/>
                <a:cs typeface="Arial"/>
              </a:defRPr>
            </a:lvl5pPr>
            <a:lvl6pPr algn="l">
              <a:defRPr sz="1200" b="1">
                <a:solidFill>
                  <a:srgbClr val="102A33"/>
                </a:solidFill>
                <a:latin typeface="Arial"/>
                <a:ea typeface="Arial"/>
                <a:cs typeface="Arial"/>
              </a:defRPr>
            </a:lvl6pPr>
            <a:lvl7pPr algn="l">
              <a:defRPr sz="1200" b="1">
                <a:solidFill>
                  <a:srgbClr val="102A33"/>
                </a:solidFill>
                <a:latin typeface="Arial"/>
                <a:ea typeface="Arial"/>
                <a:cs typeface="Arial"/>
              </a:defRPr>
            </a:lvl7pPr>
            <a:lvl8pPr algn="l">
              <a:defRPr sz="1200" b="1">
                <a:solidFill>
                  <a:srgbClr val="102A33"/>
                </a:solidFill>
                <a:latin typeface="Arial"/>
                <a:ea typeface="Arial"/>
                <a:cs typeface="Arial"/>
              </a:defRPr>
            </a:lvl8pPr>
            <a:lvl9pPr algn="l">
              <a:defRPr sz="1200" b="1">
                <a:solidFill>
                  <a:srgbClr val="102A33"/>
                </a:solidFill>
                <a:latin typeface="Arial"/>
                <a:ea typeface="Arial"/>
                <a:cs typeface="Arial"/>
              </a:defRPr>
            </a:lvl9pPr>
          </a:lstStyle>
          <a:p xmlns:a="http://schemas.openxmlformats.org/drawingml/2006/main">
            <a:pPr algn="l">
              <a:defRPr sz="1200" b="1">
                <a:solidFill>
                  <a:srgbClr val="102A33"/>
                </a:solidFill>
                <a:latin typeface="Arial"/>
                <a:ea typeface="Arial"/>
                <a:cs typeface="Arial"/>
              </a:defRPr>
            </a:pPr>
            <a:r>
              <a:rPr sz="1200" b="1">
                <a:solidFill>
                  <a:srgbClr val="102A33"/>
                </a:solidFill>
                <a:latin typeface="Arial"/>
                <a:ea typeface="Arial"/>
                <a:cs typeface="Arial"/>
              </a:rPr>
              <a:t>J3  ·  OLED</a:t>
            </a:r>
          </a:p>
        </p:txBody>
      </p:sp>
      <p:sp>
        <p:nvSpPr>
          <p:cNvPr id="73" name="j3-sub">
            <a:extLst xmlns:a="http://schemas.openxmlformats.org/drawingml/2006/main">
              <a:ext uri="{FF2B5EF4-FFF2-40B4-BE49-F238E27FC236}">
                <a16:creationId xmlns:a16="http://schemas.microsoft.com/office/drawing/2014/main" id="{0A7BF940-9BB3-4C5B-980B-914F36FE4795}"/>
              </a:ext>
            </a:extLst>
          </p:cNvPr>
          <p:cNvSpPr>
            <a:spLocks xmlns:a="http://schemas.openxmlformats.org/drawingml/2006/main" noGrp="1"/>
          </p:cNvSpPr>
          <p:nvPr/>
        </p:nvSpPr>
        <p:spPr>
          <a:xfrm xmlns:a="http://schemas.openxmlformats.org/drawingml/2006/main">
            <a:off x="10001250" y="2857500"/>
            <a:ext cx="1466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defRPr sz="900" b="0">
                <a:solidFill>
                  <a:srgbClr val="50636A"/>
                </a:solidFill>
                <a:latin typeface="Arial"/>
                <a:ea typeface="Arial"/>
                <a:cs typeface="Arial"/>
              </a:defRPr>
            </a:lvl1pPr>
            <a:lvl2pPr algn="l">
              <a:defRPr sz="900" b="0">
                <a:solidFill>
                  <a:srgbClr val="50636A"/>
                </a:solidFill>
                <a:latin typeface="Arial"/>
                <a:ea typeface="Arial"/>
                <a:cs typeface="Arial"/>
              </a:defRPr>
            </a:lvl2pPr>
            <a:lvl3pPr algn="l">
              <a:defRPr sz="900" b="0">
                <a:solidFill>
                  <a:srgbClr val="50636A"/>
                </a:solidFill>
                <a:latin typeface="Arial"/>
                <a:ea typeface="Arial"/>
                <a:cs typeface="Arial"/>
              </a:defRPr>
            </a:lvl3pPr>
            <a:lvl4pPr algn="l">
              <a:defRPr sz="900" b="0">
                <a:solidFill>
                  <a:srgbClr val="50636A"/>
                </a:solidFill>
                <a:latin typeface="Arial"/>
                <a:ea typeface="Arial"/>
                <a:cs typeface="Arial"/>
              </a:defRPr>
            </a:lvl4pPr>
            <a:lvl5pPr algn="l">
              <a:defRPr sz="900" b="0">
                <a:solidFill>
                  <a:srgbClr val="50636A"/>
                </a:solidFill>
                <a:latin typeface="Arial"/>
                <a:ea typeface="Arial"/>
                <a:cs typeface="Arial"/>
              </a:defRPr>
            </a:lvl5pPr>
            <a:lvl6pPr algn="l">
              <a:defRPr sz="900" b="0">
                <a:solidFill>
                  <a:srgbClr val="50636A"/>
                </a:solidFill>
                <a:latin typeface="Arial"/>
                <a:ea typeface="Arial"/>
                <a:cs typeface="Arial"/>
              </a:defRPr>
            </a:lvl6pPr>
            <a:lvl7pPr algn="l">
              <a:defRPr sz="900" b="0">
                <a:solidFill>
                  <a:srgbClr val="50636A"/>
                </a:solidFill>
                <a:latin typeface="Arial"/>
                <a:ea typeface="Arial"/>
                <a:cs typeface="Arial"/>
              </a:defRPr>
            </a:lvl7pPr>
            <a:lvl8pPr algn="l">
              <a:defRPr sz="900" b="0">
                <a:solidFill>
                  <a:srgbClr val="50636A"/>
                </a:solidFill>
                <a:latin typeface="Arial"/>
                <a:ea typeface="Arial"/>
                <a:cs typeface="Arial"/>
              </a:defRPr>
            </a:lvl8pPr>
            <a:lvl9pPr algn="l">
              <a:defRPr sz="900" b="0">
                <a:solidFill>
                  <a:srgbClr val="50636A"/>
                </a:solidFill>
                <a:latin typeface="Arial"/>
                <a:ea typeface="Arial"/>
                <a:cs typeface="Arial"/>
              </a:defRPr>
            </a:lvl9pPr>
          </a:lstStyle>
          <a:p xmlns:a="http://schemas.openxmlformats.org/drawingml/2006/main">
            <a:pPr algn="l">
              <a:defRPr sz="900" b="0">
                <a:solidFill>
                  <a:srgbClr val="50636A"/>
                </a:solidFill>
                <a:latin typeface="Arial"/>
                <a:ea typeface="Arial"/>
                <a:cs typeface="Arial"/>
              </a:defRPr>
            </a:pPr>
            <a:r>
              <a:rPr sz="900" b="0">
                <a:solidFill>
                  <a:srgbClr val="50636A"/>
                </a:solidFill>
                <a:latin typeface="Arial"/>
                <a:ea typeface="Arial"/>
                <a:cs typeface="Arial"/>
              </a:rPr>
              <a:t>SSD1306 · I²C · 0x3C</a:t>
            </a:r>
          </a:p>
        </p:txBody>
      </p:sp>
      <p:sp>
        <p:nvSpPr>
          <p:cNvPr id="74" name="j3-vcc-terminal">
            <a:extLst xmlns:a="http://schemas.openxmlformats.org/drawingml/2006/main">
              <a:ext uri="{FF2B5EF4-FFF2-40B4-BE49-F238E27FC236}">
                <a16:creationId xmlns:a16="http://schemas.microsoft.com/office/drawing/2014/main" id="{CC0D6D56-D083-49E9-8C71-A4190289185E}"/>
              </a:ext>
            </a:extLst>
          </p:cNvPr>
          <p:cNvSpPr>
            <a:spLocks xmlns:a="http://schemas.openxmlformats.org/drawingml/2006/main" noGrp="1"/>
          </p:cNvSpPr>
          <p:nvPr/>
        </p:nvSpPr>
        <p:spPr>
          <a:xfrm xmlns:a="http://schemas.openxmlformats.org/drawingml/2006/main">
            <a:off x="98393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75" name="j3-vcc-label">
            <a:extLst xmlns:a="http://schemas.openxmlformats.org/drawingml/2006/main">
              <a:ext uri="{FF2B5EF4-FFF2-40B4-BE49-F238E27FC236}">
                <a16:creationId xmlns:a16="http://schemas.microsoft.com/office/drawing/2014/main" id="{BA4E93AF-4043-41C6-975C-102ADEBE3757}"/>
              </a:ext>
            </a:extLst>
          </p:cNvPr>
          <p:cNvSpPr>
            <a:spLocks xmlns:a="http://schemas.openxmlformats.org/drawingml/2006/main" noGrp="1"/>
          </p:cNvSpPr>
          <p:nvPr/>
        </p:nvSpPr>
        <p:spPr>
          <a:xfrm xmlns:a="http://schemas.openxmlformats.org/drawingml/2006/main">
            <a:off x="10020300" y="30289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defRPr sz="900" b="1">
                <a:solidFill>
                  <a:srgbClr val="172A30"/>
                </a:solidFill>
                <a:latin typeface="Arial"/>
                <a:ea typeface="Arial"/>
                <a:cs typeface="Arial"/>
              </a:defRPr>
            </a:lvl1pPr>
            <a:lvl2pPr algn="l">
              <a:defRPr sz="900" b="1">
                <a:solidFill>
                  <a:srgbClr val="172A30"/>
                </a:solidFill>
                <a:latin typeface="Arial"/>
                <a:ea typeface="Arial"/>
                <a:cs typeface="Arial"/>
              </a:defRPr>
            </a:lvl2pPr>
            <a:lvl3pPr algn="l">
              <a:defRPr sz="900" b="1">
                <a:solidFill>
                  <a:srgbClr val="172A30"/>
                </a:solidFill>
                <a:latin typeface="Arial"/>
                <a:ea typeface="Arial"/>
                <a:cs typeface="Arial"/>
              </a:defRPr>
            </a:lvl3pPr>
            <a:lvl4pPr algn="l">
              <a:defRPr sz="900" b="1">
                <a:solidFill>
                  <a:srgbClr val="172A30"/>
                </a:solidFill>
                <a:latin typeface="Arial"/>
                <a:ea typeface="Arial"/>
                <a:cs typeface="Arial"/>
              </a:defRPr>
            </a:lvl4pPr>
            <a:lvl5pPr algn="l">
              <a:defRPr sz="900" b="1">
                <a:solidFill>
                  <a:srgbClr val="172A30"/>
                </a:solidFill>
                <a:latin typeface="Arial"/>
                <a:ea typeface="Arial"/>
                <a:cs typeface="Arial"/>
              </a:defRPr>
            </a:lvl5pPr>
            <a:lvl6pPr algn="l">
              <a:defRPr sz="900" b="1">
                <a:solidFill>
                  <a:srgbClr val="172A30"/>
                </a:solidFill>
                <a:latin typeface="Arial"/>
                <a:ea typeface="Arial"/>
                <a:cs typeface="Arial"/>
              </a:defRPr>
            </a:lvl6pPr>
            <a:lvl7pPr algn="l">
              <a:defRPr sz="900" b="1">
                <a:solidFill>
                  <a:srgbClr val="172A30"/>
                </a:solidFill>
                <a:latin typeface="Arial"/>
                <a:ea typeface="Arial"/>
                <a:cs typeface="Arial"/>
              </a:defRPr>
            </a:lvl7pPr>
            <a:lvl8pPr algn="l">
              <a:defRPr sz="900" b="1">
                <a:solidFill>
                  <a:srgbClr val="172A30"/>
                </a:solidFill>
                <a:latin typeface="Arial"/>
                <a:ea typeface="Arial"/>
                <a:cs typeface="Arial"/>
              </a:defRPr>
            </a:lvl8pPr>
            <a:lvl9pPr algn="l">
              <a:defRPr sz="900" b="1">
                <a:solidFill>
                  <a:srgbClr val="172A30"/>
                </a:solidFill>
                <a:latin typeface="Arial"/>
                <a:ea typeface="Arial"/>
                <a:cs typeface="Arial"/>
              </a:defRPr>
            </a:lvl9pPr>
          </a:lstStyle>
          <a:p xmlns:a="http://schemas.openxmlformats.org/drawingml/2006/main">
            <a:pPr algn="l">
              <a:defRPr sz="900" b="1">
                <a:solidFill>
                  <a:srgbClr val="172A30"/>
                </a:solidFill>
                <a:latin typeface="Arial"/>
                <a:ea typeface="Arial"/>
                <a:cs typeface="Arial"/>
              </a:defRPr>
            </a:pPr>
            <a:r>
              <a:rPr sz="900" b="1">
                <a:solidFill>
                  <a:srgbClr val="172A30"/>
                </a:solidFill>
                <a:latin typeface="Arial"/>
                <a:ea typeface="Arial"/>
                <a:cs typeface="Arial"/>
              </a:rPr>
              <a:t>1  VCC  ·  3V3</a:t>
            </a:r>
          </a:p>
        </p:txBody>
      </p:sp>
      <p:sp>
        <p:nvSpPr>
          <p:cNvPr id="76" name="j3-gnd-terminal">
            <a:extLst xmlns:a="http://schemas.openxmlformats.org/drawingml/2006/main">
              <a:ext uri="{FF2B5EF4-FFF2-40B4-BE49-F238E27FC236}">
                <a16:creationId xmlns:a16="http://schemas.microsoft.com/office/drawing/2014/main" id="{CD234B5A-A875-4D58-BEE3-6C2BF59316AB}"/>
              </a:ext>
            </a:extLst>
          </p:cNvPr>
          <p:cNvSpPr>
            <a:spLocks xmlns:a="http://schemas.openxmlformats.org/drawingml/2006/main" noGrp="1"/>
          </p:cNvSpPr>
          <p:nvPr/>
        </p:nvSpPr>
        <p:spPr>
          <a:xfrm xmlns:a="http://schemas.openxmlformats.org/drawingml/2006/main">
            <a:off x="9839325"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77" name="j3-gnd-label">
            <a:extLst xmlns:a="http://schemas.openxmlformats.org/drawingml/2006/main">
              <a:ext uri="{FF2B5EF4-FFF2-40B4-BE49-F238E27FC236}">
                <a16:creationId xmlns:a16="http://schemas.microsoft.com/office/drawing/2014/main" id="{E3D007A5-5FF0-4FBD-A104-DBC9CD9BD218}"/>
              </a:ext>
            </a:extLst>
          </p:cNvPr>
          <p:cNvSpPr>
            <a:spLocks xmlns:a="http://schemas.openxmlformats.org/drawingml/2006/main" noGrp="1"/>
          </p:cNvSpPr>
          <p:nvPr/>
        </p:nvSpPr>
        <p:spPr>
          <a:xfrm xmlns:a="http://schemas.openxmlformats.org/drawingml/2006/main">
            <a:off x="10020300" y="33718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defRPr sz="900" b="1">
                <a:solidFill>
                  <a:srgbClr val="172A30"/>
                </a:solidFill>
                <a:latin typeface="Arial"/>
                <a:ea typeface="Arial"/>
                <a:cs typeface="Arial"/>
              </a:defRPr>
            </a:lvl1pPr>
            <a:lvl2pPr algn="l">
              <a:defRPr sz="900" b="1">
                <a:solidFill>
                  <a:srgbClr val="172A30"/>
                </a:solidFill>
                <a:latin typeface="Arial"/>
                <a:ea typeface="Arial"/>
                <a:cs typeface="Arial"/>
              </a:defRPr>
            </a:lvl2pPr>
            <a:lvl3pPr algn="l">
              <a:defRPr sz="900" b="1">
                <a:solidFill>
                  <a:srgbClr val="172A30"/>
                </a:solidFill>
                <a:latin typeface="Arial"/>
                <a:ea typeface="Arial"/>
                <a:cs typeface="Arial"/>
              </a:defRPr>
            </a:lvl3pPr>
            <a:lvl4pPr algn="l">
              <a:defRPr sz="900" b="1">
                <a:solidFill>
                  <a:srgbClr val="172A30"/>
                </a:solidFill>
                <a:latin typeface="Arial"/>
                <a:ea typeface="Arial"/>
                <a:cs typeface="Arial"/>
              </a:defRPr>
            </a:lvl4pPr>
            <a:lvl5pPr algn="l">
              <a:defRPr sz="900" b="1">
                <a:solidFill>
                  <a:srgbClr val="172A30"/>
                </a:solidFill>
                <a:latin typeface="Arial"/>
                <a:ea typeface="Arial"/>
                <a:cs typeface="Arial"/>
              </a:defRPr>
            </a:lvl5pPr>
            <a:lvl6pPr algn="l">
              <a:defRPr sz="900" b="1">
                <a:solidFill>
                  <a:srgbClr val="172A30"/>
                </a:solidFill>
                <a:latin typeface="Arial"/>
                <a:ea typeface="Arial"/>
                <a:cs typeface="Arial"/>
              </a:defRPr>
            </a:lvl6pPr>
            <a:lvl7pPr algn="l">
              <a:defRPr sz="900" b="1">
                <a:solidFill>
                  <a:srgbClr val="172A30"/>
                </a:solidFill>
                <a:latin typeface="Arial"/>
                <a:ea typeface="Arial"/>
                <a:cs typeface="Arial"/>
              </a:defRPr>
            </a:lvl7pPr>
            <a:lvl8pPr algn="l">
              <a:defRPr sz="900" b="1">
                <a:solidFill>
                  <a:srgbClr val="172A30"/>
                </a:solidFill>
                <a:latin typeface="Arial"/>
                <a:ea typeface="Arial"/>
                <a:cs typeface="Arial"/>
              </a:defRPr>
            </a:lvl8pPr>
            <a:lvl9pPr algn="l">
              <a:defRPr sz="900" b="1">
                <a:solidFill>
                  <a:srgbClr val="172A30"/>
                </a:solidFill>
                <a:latin typeface="Arial"/>
                <a:ea typeface="Arial"/>
                <a:cs typeface="Arial"/>
              </a:defRPr>
            </a:lvl9pPr>
          </a:lstStyle>
          <a:p xmlns:a="http://schemas.openxmlformats.org/drawingml/2006/main">
            <a:pPr algn="l">
              <a:defRPr sz="900" b="1">
                <a:solidFill>
                  <a:srgbClr val="172A30"/>
                </a:solidFill>
                <a:latin typeface="Arial"/>
                <a:ea typeface="Arial"/>
                <a:cs typeface="Arial"/>
              </a:defRPr>
            </a:pPr>
            <a:r>
              <a:rPr sz="900" b="1">
                <a:solidFill>
                  <a:srgbClr val="172A30"/>
                </a:solidFill>
                <a:latin typeface="Arial"/>
                <a:ea typeface="Arial"/>
                <a:cs typeface="Arial"/>
              </a:rPr>
              <a:t>2  GND  ·  GND</a:t>
            </a:r>
          </a:p>
        </p:txBody>
      </p:sp>
      <p:sp>
        <p:nvSpPr>
          <p:cNvPr id="78" name="j3-sda-terminal">
            <a:extLst xmlns:a="http://schemas.openxmlformats.org/drawingml/2006/main">
              <a:ext uri="{FF2B5EF4-FFF2-40B4-BE49-F238E27FC236}">
                <a16:creationId xmlns:a16="http://schemas.microsoft.com/office/drawing/2014/main" id="{5AA9E9C7-C2A6-49E1-B6EE-94C5465E9313}"/>
              </a:ext>
            </a:extLst>
          </p:cNvPr>
          <p:cNvSpPr>
            <a:spLocks xmlns:a="http://schemas.openxmlformats.org/drawingml/2006/main" noGrp="1"/>
          </p:cNvSpPr>
          <p:nvPr/>
        </p:nvSpPr>
        <p:spPr>
          <a:xfrm xmlns:a="http://schemas.openxmlformats.org/drawingml/2006/main">
            <a:off x="9839325"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79" name="j3-sda-label">
            <a:extLst xmlns:a="http://schemas.openxmlformats.org/drawingml/2006/main">
              <a:ext uri="{FF2B5EF4-FFF2-40B4-BE49-F238E27FC236}">
                <a16:creationId xmlns:a16="http://schemas.microsoft.com/office/drawing/2014/main" id="{3E0012A8-534B-436E-9088-F50923A8A8B0}"/>
              </a:ext>
            </a:extLst>
          </p:cNvPr>
          <p:cNvSpPr>
            <a:spLocks xmlns:a="http://schemas.openxmlformats.org/drawingml/2006/main" noGrp="1"/>
          </p:cNvSpPr>
          <p:nvPr/>
        </p:nvSpPr>
        <p:spPr>
          <a:xfrm xmlns:a="http://schemas.openxmlformats.org/drawingml/2006/main">
            <a:off x="10020300" y="37147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defRPr sz="900" b="1">
                <a:solidFill>
                  <a:srgbClr val="172A30"/>
                </a:solidFill>
                <a:latin typeface="Arial"/>
                <a:ea typeface="Arial"/>
                <a:cs typeface="Arial"/>
              </a:defRPr>
            </a:lvl1pPr>
            <a:lvl2pPr algn="l">
              <a:defRPr sz="900" b="1">
                <a:solidFill>
                  <a:srgbClr val="172A30"/>
                </a:solidFill>
                <a:latin typeface="Arial"/>
                <a:ea typeface="Arial"/>
                <a:cs typeface="Arial"/>
              </a:defRPr>
            </a:lvl2pPr>
            <a:lvl3pPr algn="l">
              <a:defRPr sz="900" b="1">
                <a:solidFill>
                  <a:srgbClr val="172A30"/>
                </a:solidFill>
                <a:latin typeface="Arial"/>
                <a:ea typeface="Arial"/>
                <a:cs typeface="Arial"/>
              </a:defRPr>
            </a:lvl3pPr>
            <a:lvl4pPr algn="l">
              <a:defRPr sz="900" b="1">
                <a:solidFill>
                  <a:srgbClr val="172A30"/>
                </a:solidFill>
                <a:latin typeface="Arial"/>
                <a:ea typeface="Arial"/>
                <a:cs typeface="Arial"/>
              </a:defRPr>
            </a:lvl4pPr>
            <a:lvl5pPr algn="l">
              <a:defRPr sz="900" b="1">
                <a:solidFill>
                  <a:srgbClr val="172A30"/>
                </a:solidFill>
                <a:latin typeface="Arial"/>
                <a:ea typeface="Arial"/>
                <a:cs typeface="Arial"/>
              </a:defRPr>
            </a:lvl5pPr>
            <a:lvl6pPr algn="l">
              <a:defRPr sz="900" b="1">
                <a:solidFill>
                  <a:srgbClr val="172A30"/>
                </a:solidFill>
                <a:latin typeface="Arial"/>
                <a:ea typeface="Arial"/>
                <a:cs typeface="Arial"/>
              </a:defRPr>
            </a:lvl6pPr>
            <a:lvl7pPr algn="l">
              <a:defRPr sz="900" b="1">
                <a:solidFill>
                  <a:srgbClr val="172A30"/>
                </a:solidFill>
                <a:latin typeface="Arial"/>
                <a:ea typeface="Arial"/>
                <a:cs typeface="Arial"/>
              </a:defRPr>
            </a:lvl7pPr>
            <a:lvl8pPr algn="l">
              <a:defRPr sz="900" b="1">
                <a:solidFill>
                  <a:srgbClr val="172A30"/>
                </a:solidFill>
                <a:latin typeface="Arial"/>
                <a:ea typeface="Arial"/>
                <a:cs typeface="Arial"/>
              </a:defRPr>
            </a:lvl8pPr>
            <a:lvl9pPr algn="l">
              <a:defRPr sz="900" b="1">
                <a:solidFill>
                  <a:srgbClr val="172A30"/>
                </a:solidFill>
                <a:latin typeface="Arial"/>
                <a:ea typeface="Arial"/>
                <a:cs typeface="Arial"/>
              </a:defRPr>
            </a:lvl9pPr>
          </a:lstStyle>
          <a:p xmlns:a="http://schemas.openxmlformats.org/drawingml/2006/main">
            <a:pPr algn="l">
              <a:defRPr sz="900" b="1">
                <a:solidFill>
                  <a:srgbClr val="172A30"/>
                </a:solidFill>
                <a:latin typeface="Arial"/>
                <a:ea typeface="Arial"/>
                <a:cs typeface="Arial"/>
              </a:defRPr>
            </a:pPr>
            <a:r>
              <a:rPr sz="900" b="1">
                <a:solidFill>
                  <a:srgbClr val="172A30"/>
                </a:solidFill>
                <a:latin typeface="Arial"/>
                <a:ea typeface="Arial"/>
                <a:cs typeface="Arial"/>
              </a:rPr>
              <a:t>3  SDA  ·  GPIO8</a:t>
            </a:r>
          </a:p>
        </p:txBody>
      </p:sp>
      <p:sp>
        <p:nvSpPr>
          <p:cNvPr id="80" name="j3-scl-terminal">
            <a:extLst xmlns:a="http://schemas.openxmlformats.org/drawingml/2006/main">
              <a:ext uri="{FF2B5EF4-FFF2-40B4-BE49-F238E27FC236}">
                <a16:creationId xmlns:a16="http://schemas.microsoft.com/office/drawing/2014/main" id="{36A30A32-69AE-434E-80E1-62C14DBB075A}"/>
              </a:ext>
            </a:extLst>
          </p:cNvPr>
          <p:cNvSpPr>
            <a:spLocks xmlns:a="http://schemas.openxmlformats.org/drawingml/2006/main" noGrp="1"/>
          </p:cNvSpPr>
          <p:nvPr/>
        </p:nvSpPr>
        <p:spPr>
          <a:xfrm xmlns:a="http://schemas.openxmlformats.org/drawingml/2006/main">
            <a:off x="9839325"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81" name="j3-scl-label">
            <a:extLst xmlns:a="http://schemas.openxmlformats.org/drawingml/2006/main">
              <a:ext uri="{FF2B5EF4-FFF2-40B4-BE49-F238E27FC236}">
                <a16:creationId xmlns:a16="http://schemas.microsoft.com/office/drawing/2014/main" id="{31CC9472-1C01-47F8-B495-73D7386B9E14}"/>
              </a:ext>
            </a:extLst>
          </p:cNvPr>
          <p:cNvSpPr>
            <a:spLocks xmlns:a="http://schemas.openxmlformats.org/drawingml/2006/main" noGrp="1"/>
          </p:cNvSpPr>
          <p:nvPr/>
        </p:nvSpPr>
        <p:spPr>
          <a:xfrm xmlns:a="http://schemas.openxmlformats.org/drawingml/2006/main">
            <a:off x="10020300" y="405765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172A30"/>
                </a:solidFill>
                <a:latin typeface="Arial"/>
                <a:ea typeface="Arial"/>
                <a:cs typeface="Arial"/>
              </a:defRPr>
            </a:defPPr>
            <a:lvl1pPr algn="l">
              <a:defRPr sz="900" b="1">
                <a:solidFill>
                  <a:srgbClr val="172A30"/>
                </a:solidFill>
                <a:latin typeface="Arial"/>
                <a:ea typeface="Arial"/>
                <a:cs typeface="Arial"/>
              </a:defRPr>
            </a:lvl1pPr>
            <a:lvl2pPr algn="l">
              <a:defRPr sz="900" b="1">
                <a:solidFill>
                  <a:srgbClr val="172A30"/>
                </a:solidFill>
                <a:latin typeface="Arial"/>
                <a:ea typeface="Arial"/>
                <a:cs typeface="Arial"/>
              </a:defRPr>
            </a:lvl2pPr>
            <a:lvl3pPr algn="l">
              <a:defRPr sz="900" b="1">
                <a:solidFill>
                  <a:srgbClr val="172A30"/>
                </a:solidFill>
                <a:latin typeface="Arial"/>
                <a:ea typeface="Arial"/>
                <a:cs typeface="Arial"/>
              </a:defRPr>
            </a:lvl3pPr>
            <a:lvl4pPr algn="l">
              <a:defRPr sz="900" b="1">
                <a:solidFill>
                  <a:srgbClr val="172A30"/>
                </a:solidFill>
                <a:latin typeface="Arial"/>
                <a:ea typeface="Arial"/>
                <a:cs typeface="Arial"/>
              </a:defRPr>
            </a:lvl4pPr>
            <a:lvl5pPr algn="l">
              <a:defRPr sz="900" b="1">
                <a:solidFill>
                  <a:srgbClr val="172A30"/>
                </a:solidFill>
                <a:latin typeface="Arial"/>
                <a:ea typeface="Arial"/>
                <a:cs typeface="Arial"/>
              </a:defRPr>
            </a:lvl5pPr>
            <a:lvl6pPr algn="l">
              <a:defRPr sz="900" b="1">
                <a:solidFill>
                  <a:srgbClr val="172A30"/>
                </a:solidFill>
                <a:latin typeface="Arial"/>
                <a:ea typeface="Arial"/>
                <a:cs typeface="Arial"/>
              </a:defRPr>
            </a:lvl6pPr>
            <a:lvl7pPr algn="l">
              <a:defRPr sz="900" b="1">
                <a:solidFill>
                  <a:srgbClr val="172A30"/>
                </a:solidFill>
                <a:latin typeface="Arial"/>
                <a:ea typeface="Arial"/>
                <a:cs typeface="Arial"/>
              </a:defRPr>
            </a:lvl7pPr>
            <a:lvl8pPr algn="l">
              <a:defRPr sz="900" b="1">
                <a:solidFill>
                  <a:srgbClr val="172A30"/>
                </a:solidFill>
                <a:latin typeface="Arial"/>
                <a:ea typeface="Arial"/>
                <a:cs typeface="Arial"/>
              </a:defRPr>
            </a:lvl8pPr>
            <a:lvl9pPr algn="l">
              <a:defRPr sz="900" b="1">
                <a:solidFill>
                  <a:srgbClr val="172A30"/>
                </a:solidFill>
                <a:latin typeface="Arial"/>
                <a:ea typeface="Arial"/>
                <a:cs typeface="Arial"/>
              </a:defRPr>
            </a:lvl9pPr>
          </a:lstStyle>
          <a:p xmlns:a="http://schemas.openxmlformats.org/drawingml/2006/main">
            <a:pPr algn="l">
              <a:defRPr sz="900" b="1">
                <a:solidFill>
                  <a:srgbClr val="172A30"/>
                </a:solidFill>
                <a:latin typeface="Arial"/>
                <a:ea typeface="Arial"/>
                <a:cs typeface="Arial"/>
              </a:defRPr>
            </a:pPr>
            <a:r>
              <a:rPr sz="900" b="1">
                <a:solidFill>
                  <a:srgbClr val="172A30"/>
                </a:solidFill>
                <a:latin typeface="Arial"/>
                <a:ea typeface="Arial"/>
                <a:cs typeface="Arial"/>
              </a:rPr>
              <a:t>4  SCL  ·  GPIO9</a:t>
            </a:r>
          </a:p>
        </p:txBody>
      </p:sp>
      <p:sp>
        <p:nvSpPr>
          <p:cNvPr id="82" name="j2-vcc-to-j3">
            <a:extLst xmlns:a="http://schemas.openxmlformats.org/drawingml/2006/main">
              <a:ext uri="{FF2B5EF4-FFF2-40B4-BE49-F238E27FC236}">
                <a16:creationId xmlns:a16="http://schemas.microsoft.com/office/drawing/2014/main" id="{EA31657D-6960-47EC-82FB-3930E9FBA42B}"/>
              </a:ext>
            </a:extLst>
          </p:cNvPr>
          <p:cNvSpPr>
            <a:spLocks xmlns:a="http://schemas.openxmlformats.org/drawingml/2006/main" noGrp="1"/>
          </p:cNvSpPr>
          <p:nvPr/>
        </p:nvSpPr>
        <p:spPr>
          <a:xfrm xmlns:a="http://schemas.openxmlformats.org/drawingml/2006/main">
            <a:off x="9077325" y="3143250"/>
            <a:ext cx="762000" cy="0"/>
          </a:xfrm>
          <a:prstGeom xmlns:a="http://schemas.openxmlformats.org/drawingml/2006/main" prst="line">
            <a:avLst/>
          </a:prstGeom>
          <a:noFill xmlns:a="http://schemas.openxmlformats.org/drawingml/2006/main"/>
          <a:ln xmlns:a="http://schemas.openxmlformats.org/drawingml/2006/main" w="23813">
            <a:solidFill>
              <a:srgbClr val="B42318"/>
            </a:solidFill>
            <a:prstDash val="solid"/>
          </a:ln>
        </p:spPr>
      </p:sp>
      <p:sp>
        <p:nvSpPr>
          <p:cNvPr id="83" name="j2-vcc-terminal">
            <a:extLst xmlns:a="http://schemas.openxmlformats.org/drawingml/2006/main">
              <a:ext uri="{FF2B5EF4-FFF2-40B4-BE49-F238E27FC236}">
                <a16:creationId xmlns:a16="http://schemas.microsoft.com/office/drawing/2014/main" id="{43B1B208-2665-4F6E-A885-10B8839D3212}"/>
              </a:ext>
            </a:extLst>
          </p:cNvPr>
          <p:cNvSpPr>
            <a:spLocks xmlns:a="http://schemas.openxmlformats.org/drawingml/2006/main" noGrp="1"/>
          </p:cNvSpPr>
          <p:nvPr/>
        </p:nvSpPr>
        <p:spPr>
          <a:xfrm xmlns:a="http://schemas.openxmlformats.org/drawingml/2006/main">
            <a:off x="9029700"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42318"/>
            </a:solidFill>
            <a:prstDash val="solid"/>
          </a:ln>
        </p:spPr>
      </p:sp>
      <p:sp>
        <p:nvSpPr>
          <p:cNvPr id="84" name="j2-gnd-to-j3">
            <a:extLst xmlns:a="http://schemas.openxmlformats.org/drawingml/2006/main">
              <a:ext uri="{FF2B5EF4-FFF2-40B4-BE49-F238E27FC236}">
                <a16:creationId xmlns:a16="http://schemas.microsoft.com/office/drawing/2014/main" id="{3D3568B4-A903-42CC-B2B6-D916947EE064}"/>
              </a:ext>
            </a:extLst>
          </p:cNvPr>
          <p:cNvSpPr>
            <a:spLocks xmlns:a="http://schemas.openxmlformats.org/drawingml/2006/main" noGrp="1"/>
          </p:cNvSpPr>
          <p:nvPr/>
        </p:nvSpPr>
        <p:spPr>
          <a:xfrm xmlns:a="http://schemas.openxmlformats.org/drawingml/2006/main">
            <a:off x="9077325" y="3486150"/>
            <a:ext cx="76200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85" name="j2-gnd-terminal">
            <a:extLst xmlns:a="http://schemas.openxmlformats.org/drawingml/2006/main">
              <a:ext uri="{FF2B5EF4-FFF2-40B4-BE49-F238E27FC236}">
                <a16:creationId xmlns:a16="http://schemas.microsoft.com/office/drawing/2014/main" id="{6AC8B6C5-DBC3-47DC-8C75-F4822AE98760}"/>
              </a:ext>
            </a:extLst>
          </p:cNvPr>
          <p:cNvSpPr>
            <a:spLocks xmlns:a="http://schemas.openxmlformats.org/drawingml/2006/main" noGrp="1"/>
          </p:cNvSpPr>
          <p:nvPr/>
        </p:nvSpPr>
        <p:spPr>
          <a:xfrm xmlns:a="http://schemas.openxmlformats.org/drawingml/2006/main">
            <a:off x="9029700" y="34385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3B42"/>
            </a:solidFill>
            <a:prstDash val="solid"/>
          </a:ln>
        </p:spPr>
      </p:sp>
      <p:sp>
        <p:nvSpPr>
          <p:cNvPr id="86" name="j2-sda-to-j3">
            <a:extLst xmlns:a="http://schemas.openxmlformats.org/drawingml/2006/main">
              <a:ext uri="{FF2B5EF4-FFF2-40B4-BE49-F238E27FC236}">
                <a16:creationId xmlns:a16="http://schemas.microsoft.com/office/drawing/2014/main" id="{CC830179-31BB-4A78-843A-41A004B348E8}"/>
              </a:ext>
            </a:extLst>
          </p:cNvPr>
          <p:cNvSpPr>
            <a:spLocks xmlns:a="http://schemas.openxmlformats.org/drawingml/2006/main" noGrp="1"/>
          </p:cNvSpPr>
          <p:nvPr/>
        </p:nvSpPr>
        <p:spPr>
          <a:xfrm xmlns:a="http://schemas.openxmlformats.org/drawingml/2006/main">
            <a:off x="9077325" y="3829050"/>
            <a:ext cx="762000" cy="0"/>
          </a:xfrm>
          <a:prstGeom xmlns:a="http://schemas.openxmlformats.org/drawingml/2006/main" prst="line">
            <a:avLst/>
          </a:prstGeom>
          <a:noFill xmlns:a="http://schemas.openxmlformats.org/drawingml/2006/main"/>
          <a:ln xmlns:a="http://schemas.openxmlformats.org/drawingml/2006/main" w="23813">
            <a:solidFill>
              <a:srgbClr val="175CD3"/>
            </a:solidFill>
            <a:prstDash val="solid"/>
          </a:ln>
        </p:spPr>
      </p:sp>
      <p:sp>
        <p:nvSpPr>
          <p:cNvPr id="87" name="j2-sda-terminal">
            <a:extLst xmlns:a="http://schemas.openxmlformats.org/drawingml/2006/main">
              <a:ext uri="{FF2B5EF4-FFF2-40B4-BE49-F238E27FC236}">
                <a16:creationId xmlns:a16="http://schemas.microsoft.com/office/drawing/2014/main" id="{9AFDE224-CD55-42A0-A112-F4E5289077AD}"/>
              </a:ext>
            </a:extLst>
          </p:cNvPr>
          <p:cNvSpPr>
            <a:spLocks xmlns:a="http://schemas.openxmlformats.org/drawingml/2006/main" noGrp="1"/>
          </p:cNvSpPr>
          <p:nvPr/>
        </p:nvSpPr>
        <p:spPr>
          <a:xfrm xmlns:a="http://schemas.openxmlformats.org/drawingml/2006/main">
            <a:off x="9029700" y="37814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5CD3"/>
            </a:solidFill>
            <a:prstDash val="solid"/>
          </a:ln>
        </p:spPr>
      </p:sp>
      <p:sp>
        <p:nvSpPr>
          <p:cNvPr id="88" name="j2-scl-to-j3">
            <a:extLst xmlns:a="http://schemas.openxmlformats.org/drawingml/2006/main">
              <a:ext uri="{FF2B5EF4-FFF2-40B4-BE49-F238E27FC236}">
                <a16:creationId xmlns:a16="http://schemas.microsoft.com/office/drawing/2014/main" id="{904B58ED-F4C3-4AAA-8AD2-ADB756E830BA}"/>
              </a:ext>
            </a:extLst>
          </p:cNvPr>
          <p:cNvSpPr>
            <a:spLocks xmlns:a="http://schemas.openxmlformats.org/drawingml/2006/main" noGrp="1"/>
          </p:cNvSpPr>
          <p:nvPr/>
        </p:nvSpPr>
        <p:spPr>
          <a:xfrm xmlns:a="http://schemas.openxmlformats.org/drawingml/2006/main">
            <a:off x="9077325" y="4171950"/>
            <a:ext cx="762000" cy="0"/>
          </a:xfrm>
          <a:prstGeom xmlns:a="http://schemas.openxmlformats.org/drawingml/2006/main" prst="line">
            <a:avLst/>
          </a:prstGeom>
          <a:noFill xmlns:a="http://schemas.openxmlformats.org/drawingml/2006/main"/>
          <a:ln xmlns:a="http://schemas.openxmlformats.org/drawingml/2006/main" w="23813">
            <a:solidFill>
              <a:srgbClr val="B54708"/>
            </a:solidFill>
            <a:prstDash val="solid"/>
          </a:ln>
        </p:spPr>
      </p:sp>
      <p:sp>
        <p:nvSpPr>
          <p:cNvPr id="89" name="j2-scl-terminal">
            <a:extLst xmlns:a="http://schemas.openxmlformats.org/drawingml/2006/main">
              <a:ext uri="{FF2B5EF4-FFF2-40B4-BE49-F238E27FC236}">
                <a16:creationId xmlns:a16="http://schemas.microsoft.com/office/drawing/2014/main" id="{88276D66-60C2-44B1-B1B4-F16281469840}"/>
              </a:ext>
            </a:extLst>
          </p:cNvPr>
          <p:cNvSpPr>
            <a:spLocks xmlns:a="http://schemas.openxmlformats.org/drawingml/2006/main" noGrp="1"/>
          </p:cNvSpPr>
          <p:nvPr/>
        </p:nvSpPr>
        <p:spPr>
          <a:xfrm xmlns:a="http://schemas.openxmlformats.org/drawingml/2006/main">
            <a:off x="9029700" y="41243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B54708"/>
            </a:solidFill>
            <a:prstDash val="solid"/>
          </a:ln>
        </p:spPr>
      </p:sp>
      <p:sp>
        <p:nvSpPr>
          <p:cNvPr id="90" name="oled-instructions">
            <a:extLst xmlns:a="http://schemas.openxmlformats.org/drawingml/2006/main">
              <a:ext uri="{FF2B5EF4-FFF2-40B4-BE49-F238E27FC236}">
                <a16:creationId xmlns:a16="http://schemas.microsoft.com/office/drawing/2014/main" id="{2B05FA08-435C-4A6A-8B1E-B0AFA23A4128}"/>
              </a:ext>
            </a:extLst>
          </p:cNvPr>
          <p:cNvSpPr>
            <a:spLocks xmlns:a="http://schemas.openxmlformats.org/drawingml/2006/main" noGrp="1"/>
          </p:cNvSpPr>
          <p:nvPr/>
        </p:nvSpPr>
        <p:spPr>
          <a:xfrm xmlns:a="http://schemas.openxmlformats.org/drawingml/2006/main">
            <a:off x="9886950" y="44386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42318"/>
                </a:solidFill>
                <a:latin typeface="Arial"/>
                <a:ea typeface="Arial"/>
                <a:cs typeface="Arial"/>
              </a:defRPr>
            </a:defPPr>
            <a:lvl1pPr algn="l">
              <a:defRPr sz="825" b="1">
                <a:solidFill>
                  <a:srgbClr val="B42318"/>
                </a:solidFill>
                <a:latin typeface="Arial"/>
                <a:ea typeface="Arial"/>
                <a:cs typeface="Arial"/>
              </a:defRPr>
            </a:lvl1pPr>
            <a:lvl2pPr algn="l">
              <a:defRPr sz="825" b="1">
                <a:solidFill>
                  <a:srgbClr val="B42318"/>
                </a:solidFill>
                <a:latin typeface="Arial"/>
                <a:ea typeface="Arial"/>
                <a:cs typeface="Arial"/>
              </a:defRPr>
            </a:lvl2pPr>
            <a:lvl3pPr algn="l">
              <a:defRPr sz="825" b="1">
                <a:solidFill>
                  <a:srgbClr val="B42318"/>
                </a:solidFill>
                <a:latin typeface="Arial"/>
                <a:ea typeface="Arial"/>
                <a:cs typeface="Arial"/>
              </a:defRPr>
            </a:lvl3pPr>
            <a:lvl4pPr algn="l">
              <a:defRPr sz="825" b="1">
                <a:solidFill>
                  <a:srgbClr val="B42318"/>
                </a:solidFill>
                <a:latin typeface="Arial"/>
                <a:ea typeface="Arial"/>
                <a:cs typeface="Arial"/>
              </a:defRPr>
            </a:lvl4pPr>
            <a:lvl5pPr algn="l">
              <a:defRPr sz="825" b="1">
                <a:solidFill>
                  <a:srgbClr val="B42318"/>
                </a:solidFill>
                <a:latin typeface="Arial"/>
                <a:ea typeface="Arial"/>
                <a:cs typeface="Arial"/>
              </a:defRPr>
            </a:lvl5pPr>
            <a:lvl6pPr algn="l">
              <a:defRPr sz="825" b="1">
                <a:solidFill>
                  <a:srgbClr val="B42318"/>
                </a:solidFill>
                <a:latin typeface="Arial"/>
                <a:ea typeface="Arial"/>
                <a:cs typeface="Arial"/>
              </a:defRPr>
            </a:lvl6pPr>
            <a:lvl7pPr algn="l">
              <a:defRPr sz="825" b="1">
                <a:solidFill>
                  <a:srgbClr val="B42318"/>
                </a:solidFill>
                <a:latin typeface="Arial"/>
                <a:ea typeface="Arial"/>
                <a:cs typeface="Arial"/>
              </a:defRPr>
            </a:lvl7pPr>
            <a:lvl8pPr algn="l">
              <a:defRPr sz="825" b="1">
                <a:solidFill>
                  <a:srgbClr val="B42318"/>
                </a:solidFill>
                <a:latin typeface="Arial"/>
                <a:ea typeface="Arial"/>
                <a:cs typeface="Arial"/>
              </a:defRPr>
            </a:lvl8pPr>
            <a:lvl9pPr algn="l">
              <a:defRPr sz="825" b="1">
                <a:solidFill>
                  <a:srgbClr val="B42318"/>
                </a:solidFill>
                <a:latin typeface="Arial"/>
                <a:ea typeface="Arial"/>
                <a:cs typeface="Arial"/>
              </a:defRPr>
            </a:lvl9pPr>
          </a:lstStyle>
          <a:p xmlns:a="http://schemas.openxmlformats.org/drawingml/2006/main">
            <a:pPr algn="l">
              <a:defRPr sz="825" b="1">
                <a:solidFill>
                  <a:srgbClr val="B42318"/>
                </a:solidFill>
                <a:latin typeface="Arial"/>
                <a:ea typeface="Arial"/>
                <a:cs typeface="Arial"/>
              </a:defRPr>
            </a:pPr>
            <a:r>
              <a:rPr sz="825" b="1">
                <a:solidFill>
                  <a:srgbClr val="B42318"/>
                </a:solidFill>
                <a:latin typeface="Arial"/>
                <a:ea typeface="Arial"/>
                <a:cs typeface="Arial"/>
              </a:rPr>
              <a:t>VCC 3,3 V · không cấp 5 V</a:t>
            </a:r>
          </a:p>
        </p:txBody>
      </p:sp>
      <p:sp>
        <p:nvSpPr>
          <p:cNvPr id="91" name="j1-gnd-to-trunk">
            <a:extLst xmlns:a="http://schemas.openxmlformats.org/drawingml/2006/main">
              <a:ext uri="{FF2B5EF4-FFF2-40B4-BE49-F238E27FC236}">
                <a16:creationId xmlns:a16="http://schemas.microsoft.com/office/drawing/2014/main" id="{38358592-9140-4107-8951-B4B3479792D9}"/>
              </a:ext>
            </a:extLst>
          </p:cNvPr>
          <p:cNvSpPr>
            <a:spLocks xmlns:a="http://schemas.openxmlformats.org/drawingml/2006/main" noGrp="1"/>
          </p:cNvSpPr>
          <p:nvPr/>
        </p:nvSpPr>
        <p:spPr>
          <a:xfrm xmlns:a="http://schemas.openxmlformats.org/drawingml/2006/main">
            <a:off x="2486025" y="3619500"/>
            <a:ext cx="276225"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2" name="j1-gnd-drop">
            <a:extLst xmlns:a="http://schemas.openxmlformats.org/drawingml/2006/main">
              <a:ext uri="{FF2B5EF4-FFF2-40B4-BE49-F238E27FC236}">
                <a16:creationId xmlns:a16="http://schemas.microsoft.com/office/drawing/2014/main" id="{B6FDEB37-3744-4740-8994-B1C47DF6DA70}"/>
              </a:ext>
            </a:extLst>
          </p:cNvPr>
          <p:cNvSpPr>
            <a:spLocks xmlns:a="http://schemas.openxmlformats.org/drawingml/2006/main" noGrp="1"/>
          </p:cNvSpPr>
          <p:nvPr/>
        </p:nvSpPr>
        <p:spPr>
          <a:xfrm xmlns:a="http://schemas.openxmlformats.org/drawingml/2006/main">
            <a:off x="2762250" y="3619500"/>
            <a:ext cx="0" cy="123825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3" name="gnd-trunk">
            <a:extLst xmlns:a="http://schemas.openxmlformats.org/drawingml/2006/main">
              <a:ext uri="{FF2B5EF4-FFF2-40B4-BE49-F238E27FC236}">
                <a16:creationId xmlns:a16="http://schemas.microsoft.com/office/drawing/2014/main" id="{C44E78B7-9F61-43E0-A5DA-0A27D1E7B5D1}"/>
              </a:ext>
            </a:extLst>
          </p:cNvPr>
          <p:cNvSpPr>
            <a:spLocks xmlns:a="http://schemas.openxmlformats.org/drawingml/2006/main" noGrp="1"/>
          </p:cNvSpPr>
          <p:nvPr/>
        </p:nvSpPr>
        <p:spPr>
          <a:xfrm xmlns:a="http://schemas.openxmlformats.org/drawingml/2006/main">
            <a:off x="2762250" y="4857750"/>
            <a:ext cx="4362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4" name="j2-gnd-drop">
            <a:extLst xmlns:a="http://schemas.openxmlformats.org/drawingml/2006/main">
              <a:ext uri="{FF2B5EF4-FFF2-40B4-BE49-F238E27FC236}">
                <a16:creationId xmlns:a16="http://schemas.microsoft.com/office/drawing/2014/main" id="{6F430703-A7DB-4E5C-BCD0-0274F290C65E}"/>
              </a:ext>
            </a:extLst>
          </p:cNvPr>
          <p:cNvSpPr>
            <a:spLocks xmlns:a="http://schemas.openxmlformats.org/drawingml/2006/main" noGrp="1"/>
          </p:cNvSpPr>
          <p:nvPr/>
        </p:nvSpPr>
        <p:spPr>
          <a:xfrm xmlns:a="http://schemas.openxmlformats.org/drawingml/2006/main">
            <a:off x="6905625" y="4286250"/>
            <a:ext cx="0" cy="5715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5" name="trunk-to-j2-gnd">
            <a:extLst xmlns:a="http://schemas.openxmlformats.org/drawingml/2006/main">
              <a:ext uri="{FF2B5EF4-FFF2-40B4-BE49-F238E27FC236}">
                <a16:creationId xmlns:a16="http://schemas.microsoft.com/office/drawing/2014/main" id="{34B78AD3-AB0C-46D1-9A2E-A89E4B46DB9D}"/>
              </a:ext>
            </a:extLst>
          </p:cNvPr>
          <p:cNvSpPr>
            <a:spLocks xmlns:a="http://schemas.openxmlformats.org/drawingml/2006/main" noGrp="1"/>
          </p:cNvSpPr>
          <p:nvPr/>
        </p:nvSpPr>
        <p:spPr>
          <a:xfrm xmlns:a="http://schemas.openxmlformats.org/drawingml/2006/main">
            <a:off x="6905625" y="4286250"/>
            <a:ext cx="171450" cy="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6" name="r2-to-trunk">
            <a:extLst xmlns:a="http://schemas.openxmlformats.org/drawingml/2006/main">
              <a:ext uri="{FF2B5EF4-FFF2-40B4-BE49-F238E27FC236}">
                <a16:creationId xmlns:a16="http://schemas.microsoft.com/office/drawing/2014/main" id="{4A57A44E-8BA6-42A8-A27D-FEE906A6AC11}"/>
              </a:ext>
            </a:extLst>
          </p:cNvPr>
          <p:cNvSpPr>
            <a:spLocks xmlns:a="http://schemas.openxmlformats.org/drawingml/2006/main" noGrp="1"/>
          </p:cNvSpPr>
          <p:nvPr/>
        </p:nvSpPr>
        <p:spPr>
          <a:xfrm xmlns:a="http://schemas.openxmlformats.org/drawingml/2006/main">
            <a:off x="45815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7" name="c1-to-trunk">
            <a:extLst xmlns:a="http://schemas.openxmlformats.org/drawingml/2006/main">
              <a:ext uri="{FF2B5EF4-FFF2-40B4-BE49-F238E27FC236}">
                <a16:creationId xmlns:a16="http://schemas.microsoft.com/office/drawing/2014/main" id="{8EA879EB-A39A-48E7-904E-26169B95BC58}"/>
              </a:ext>
            </a:extLst>
          </p:cNvPr>
          <p:cNvSpPr>
            <a:spLocks xmlns:a="http://schemas.openxmlformats.org/drawingml/2006/main" noGrp="1"/>
          </p:cNvSpPr>
          <p:nvPr/>
        </p:nvSpPr>
        <p:spPr>
          <a:xfrm xmlns:a="http://schemas.openxmlformats.org/drawingml/2006/main">
            <a:off x="5762625" y="4705350"/>
            <a:ext cx="0" cy="152400"/>
          </a:xfrm>
          <a:prstGeom xmlns:a="http://schemas.openxmlformats.org/drawingml/2006/main" prst="line">
            <a:avLst/>
          </a:prstGeom>
          <a:noFill xmlns:a="http://schemas.openxmlformats.org/drawingml/2006/main"/>
          <a:ln xmlns:a="http://schemas.openxmlformats.org/drawingml/2006/main" w="23813">
            <a:solidFill>
              <a:srgbClr val="263B42"/>
            </a:solidFill>
            <a:prstDash val="solid"/>
          </a:ln>
        </p:spPr>
      </p:sp>
      <p:sp>
        <p:nvSpPr>
          <p:cNvPr id="98" name="gnd-junction-r2">
            <a:extLst xmlns:a="http://schemas.openxmlformats.org/drawingml/2006/main">
              <a:ext uri="{FF2B5EF4-FFF2-40B4-BE49-F238E27FC236}">
                <a16:creationId xmlns:a16="http://schemas.microsoft.com/office/drawing/2014/main" id="{DE3C58E7-80A7-4353-B023-27585630B237}"/>
              </a:ext>
            </a:extLst>
          </p:cNvPr>
          <p:cNvSpPr>
            <a:spLocks xmlns:a="http://schemas.openxmlformats.org/drawingml/2006/main" noGrp="1"/>
          </p:cNvSpPr>
          <p:nvPr/>
        </p:nvSpPr>
        <p:spPr>
          <a:xfrm xmlns:a="http://schemas.openxmlformats.org/drawingml/2006/main">
            <a:off x="45339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99" name="gnd-junction-c1">
            <a:extLst xmlns:a="http://schemas.openxmlformats.org/drawingml/2006/main">
              <a:ext uri="{FF2B5EF4-FFF2-40B4-BE49-F238E27FC236}">
                <a16:creationId xmlns:a16="http://schemas.microsoft.com/office/drawing/2014/main" id="{C1FBB8A0-77B1-47E6-BA1A-77A751C4D9D2}"/>
              </a:ext>
            </a:extLst>
          </p:cNvPr>
          <p:cNvSpPr>
            <a:spLocks xmlns:a="http://schemas.openxmlformats.org/drawingml/2006/main" noGrp="1"/>
          </p:cNvSpPr>
          <p:nvPr/>
        </p:nvSpPr>
        <p:spPr>
          <a:xfrm xmlns:a="http://schemas.openxmlformats.org/drawingml/2006/main">
            <a:off x="5715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0" name="gnd-junction-j2">
            <a:extLst xmlns:a="http://schemas.openxmlformats.org/drawingml/2006/main">
              <a:ext uri="{FF2B5EF4-FFF2-40B4-BE49-F238E27FC236}">
                <a16:creationId xmlns:a16="http://schemas.microsoft.com/office/drawing/2014/main" id="{9997A7D0-76DD-4F6D-BBC5-DB0624AAA1B5}"/>
              </a:ext>
            </a:extLst>
          </p:cNvPr>
          <p:cNvSpPr>
            <a:spLocks xmlns:a="http://schemas.openxmlformats.org/drawingml/2006/main" noGrp="1"/>
          </p:cNvSpPr>
          <p:nvPr/>
        </p:nvSpPr>
        <p:spPr>
          <a:xfrm xmlns:a="http://schemas.openxmlformats.org/drawingml/2006/main">
            <a:off x="6858000" y="4810125"/>
            <a:ext cx="95250" cy="95250"/>
          </a:xfrm>
          <a:prstGeom xmlns:a="http://schemas.openxmlformats.org/drawingml/2006/main" prst="ellipse">
            <a:avLst/>
          </a:prstGeom>
          <a:solidFill xmlns:a="http://schemas.openxmlformats.org/drawingml/2006/main">
            <a:srgbClr val="172A30"/>
          </a:solidFill>
          <a:ln xmlns:a="http://schemas.openxmlformats.org/drawingml/2006/main" w="9525">
            <a:solidFill>
              <a:srgbClr val="172A30"/>
            </a:solidFill>
            <a:prstDash val="solid"/>
          </a:ln>
        </p:spPr>
      </p:sp>
      <p:sp>
        <p:nvSpPr>
          <p:cNvPr id="101" name="gnd-net">
            <a:extLst xmlns:a="http://schemas.openxmlformats.org/drawingml/2006/main">
              <a:ext uri="{FF2B5EF4-FFF2-40B4-BE49-F238E27FC236}">
                <a16:creationId xmlns:a16="http://schemas.microsoft.com/office/drawing/2014/main" id="{3D6574AD-A28B-4949-BBB3-7D43E3CBBB66}"/>
              </a:ext>
            </a:extLst>
          </p:cNvPr>
          <p:cNvSpPr>
            <a:spLocks xmlns:a="http://schemas.openxmlformats.org/drawingml/2006/main" noGrp="1"/>
          </p:cNvSpPr>
          <p:nvPr/>
        </p:nvSpPr>
        <p:spPr>
          <a:xfrm xmlns:a="http://schemas.openxmlformats.org/drawingml/2006/main">
            <a:off x="4448175" y="48863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63B42"/>
                </a:solidFill>
                <a:latin typeface="Arial"/>
                <a:ea typeface="Arial"/>
                <a:cs typeface="Arial"/>
              </a:defRPr>
            </a:defPPr>
            <a:lvl1pPr algn="ctr">
              <a:defRPr sz="900" b="1">
                <a:solidFill>
                  <a:srgbClr val="263B42"/>
                </a:solidFill>
                <a:latin typeface="Arial"/>
                <a:ea typeface="Arial"/>
                <a:cs typeface="Arial"/>
              </a:defRPr>
            </a:lvl1pPr>
            <a:lvl2pPr algn="ctr">
              <a:defRPr sz="900" b="1">
                <a:solidFill>
                  <a:srgbClr val="263B42"/>
                </a:solidFill>
                <a:latin typeface="Arial"/>
                <a:ea typeface="Arial"/>
                <a:cs typeface="Arial"/>
              </a:defRPr>
            </a:lvl2pPr>
            <a:lvl3pPr algn="ctr">
              <a:defRPr sz="900" b="1">
                <a:solidFill>
                  <a:srgbClr val="263B42"/>
                </a:solidFill>
                <a:latin typeface="Arial"/>
                <a:ea typeface="Arial"/>
                <a:cs typeface="Arial"/>
              </a:defRPr>
            </a:lvl3pPr>
            <a:lvl4pPr algn="ctr">
              <a:defRPr sz="900" b="1">
                <a:solidFill>
                  <a:srgbClr val="263B42"/>
                </a:solidFill>
                <a:latin typeface="Arial"/>
                <a:ea typeface="Arial"/>
                <a:cs typeface="Arial"/>
              </a:defRPr>
            </a:lvl4pPr>
            <a:lvl5pPr algn="ctr">
              <a:defRPr sz="900" b="1">
                <a:solidFill>
                  <a:srgbClr val="263B42"/>
                </a:solidFill>
                <a:latin typeface="Arial"/>
                <a:ea typeface="Arial"/>
                <a:cs typeface="Arial"/>
              </a:defRPr>
            </a:lvl5pPr>
            <a:lvl6pPr algn="ctr">
              <a:defRPr sz="900" b="1">
                <a:solidFill>
                  <a:srgbClr val="263B42"/>
                </a:solidFill>
                <a:latin typeface="Arial"/>
                <a:ea typeface="Arial"/>
                <a:cs typeface="Arial"/>
              </a:defRPr>
            </a:lvl6pPr>
            <a:lvl7pPr algn="ctr">
              <a:defRPr sz="900" b="1">
                <a:solidFill>
                  <a:srgbClr val="263B42"/>
                </a:solidFill>
                <a:latin typeface="Arial"/>
                <a:ea typeface="Arial"/>
                <a:cs typeface="Arial"/>
              </a:defRPr>
            </a:lvl7pPr>
            <a:lvl8pPr algn="ctr">
              <a:defRPr sz="900" b="1">
                <a:solidFill>
                  <a:srgbClr val="263B42"/>
                </a:solidFill>
                <a:latin typeface="Arial"/>
                <a:ea typeface="Arial"/>
                <a:cs typeface="Arial"/>
              </a:defRPr>
            </a:lvl8pPr>
            <a:lvl9pPr algn="ctr">
              <a:defRPr sz="900" b="1">
                <a:solidFill>
                  <a:srgbClr val="263B42"/>
                </a:solidFill>
                <a:latin typeface="Arial"/>
                <a:ea typeface="Arial"/>
                <a:cs typeface="Arial"/>
              </a:defRPr>
            </a:lvl9pPr>
          </a:lstStyle>
          <a:p xmlns:a="http://schemas.openxmlformats.org/drawingml/2006/main">
            <a:pPr algn="ctr">
              <a:defRPr sz="900" b="1">
                <a:solidFill>
                  <a:srgbClr val="263B42"/>
                </a:solidFill>
                <a:latin typeface="Arial"/>
                <a:ea typeface="Arial"/>
                <a:cs typeface="Arial"/>
              </a:defRPr>
            </a:pPr>
            <a:r>
              <a:rPr sz="900" b="1">
                <a:solidFill>
                  <a:srgbClr val="263B42"/>
                </a:solidFill>
                <a:latin typeface="Arial"/>
                <a:ea typeface="Arial"/>
                <a:cs typeface="Arial"/>
              </a:rPr>
              <a:t>0 V  ·  GND chung</a:t>
            </a:r>
          </a:p>
        </p:txBody>
      </p:sp>
      <p:sp>
        <p:nvSpPr>
          <p:cNvPr id="102" name="gnd-symbol-stem">
            <a:extLst xmlns:a="http://schemas.openxmlformats.org/drawingml/2006/main">
              <a:ext uri="{FF2B5EF4-FFF2-40B4-BE49-F238E27FC236}">
                <a16:creationId xmlns:a16="http://schemas.microsoft.com/office/drawing/2014/main" id="{9A0E3A17-906B-4CAE-8BCD-7A651E992357}"/>
              </a:ext>
            </a:extLst>
          </p:cNvPr>
          <p:cNvSpPr>
            <a:spLocks xmlns:a="http://schemas.openxmlformats.org/drawingml/2006/main" noGrp="1"/>
          </p:cNvSpPr>
          <p:nvPr/>
        </p:nvSpPr>
        <p:spPr>
          <a:xfrm xmlns:a="http://schemas.openxmlformats.org/drawingml/2006/main">
            <a:off x="2762250" y="4857750"/>
            <a:ext cx="0" cy="11430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3" name="gnd-symbol-bar1">
            <a:extLst xmlns:a="http://schemas.openxmlformats.org/drawingml/2006/main">
              <a:ext uri="{FF2B5EF4-FFF2-40B4-BE49-F238E27FC236}">
                <a16:creationId xmlns:a16="http://schemas.microsoft.com/office/drawing/2014/main" id="{8CE8A3A0-6534-4FC2-AF05-5974A2679DCD}"/>
              </a:ext>
            </a:extLst>
          </p:cNvPr>
          <p:cNvSpPr>
            <a:spLocks xmlns:a="http://schemas.openxmlformats.org/drawingml/2006/main" noGrp="1"/>
          </p:cNvSpPr>
          <p:nvPr/>
        </p:nvSpPr>
        <p:spPr>
          <a:xfrm xmlns:a="http://schemas.openxmlformats.org/drawingml/2006/main">
            <a:off x="2638425" y="4972050"/>
            <a:ext cx="2476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4" name="gnd-symbol-bar2">
            <a:extLst xmlns:a="http://schemas.openxmlformats.org/drawingml/2006/main">
              <a:ext uri="{FF2B5EF4-FFF2-40B4-BE49-F238E27FC236}">
                <a16:creationId xmlns:a16="http://schemas.microsoft.com/office/drawing/2014/main" id="{8B3CC99F-0A05-4921-B74F-F4DFC4534001}"/>
              </a:ext>
            </a:extLst>
          </p:cNvPr>
          <p:cNvSpPr>
            <a:spLocks xmlns:a="http://schemas.openxmlformats.org/drawingml/2006/main" noGrp="1"/>
          </p:cNvSpPr>
          <p:nvPr/>
        </p:nvSpPr>
        <p:spPr>
          <a:xfrm xmlns:a="http://schemas.openxmlformats.org/drawingml/2006/main">
            <a:off x="2686050" y="5029200"/>
            <a:ext cx="15240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5" name="gnd-symbol-bar3">
            <a:extLst xmlns:a="http://schemas.openxmlformats.org/drawingml/2006/main">
              <a:ext uri="{FF2B5EF4-FFF2-40B4-BE49-F238E27FC236}">
                <a16:creationId xmlns:a16="http://schemas.microsoft.com/office/drawing/2014/main" id="{0C0C662A-493C-4D86-8DCF-7A4B13C82ADC}"/>
              </a:ext>
            </a:extLst>
          </p:cNvPr>
          <p:cNvSpPr>
            <a:spLocks xmlns:a="http://schemas.openxmlformats.org/drawingml/2006/main" noGrp="1"/>
          </p:cNvSpPr>
          <p:nvPr/>
        </p:nvSpPr>
        <p:spPr>
          <a:xfrm xmlns:a="http://schemas.openxmlformats.org/drawingml/2006/main">
            <a:off x="2733675" y="5086350"/>
            <a:ext cx="57150" cy="0"/>
          </a:xfrm>
          <a:prstGeom xmlns:a="http://schemas.openxmlformats.org/drawingml/2006/main" prst="line">
            <a:avLst/>
          </a:prstGeom>
          <a:noFill xmlns:a="http://schemas.openxmlformats.org/drawingml/2006/main"/>
          <a:ln xmlns:a="http://schemas.openxmlformats.org/drawingml/2006/main" w="19050">
            <a:solidFill>
              <a:srgbClr val="263B42"/>
            </a:solidFill>
            <a:prstDash val="solid"/>
          </a:ln>
        </p:spPr>
      </p:sp>
      <p:sp>
        <p:nvSpPr>
          <p:cNvPr id="106" name="wire-legend">
            <a:extLst xmlns:a="http://schemas.openxmlformats.org/drawingml/2006/main">
              <a:ext uri="{FF2B5EF4-FFF2-40B4-BE49-F238E27FC236}">
                <a16:creationId xmlns:a16="http://schemas.microsoft.com/office/drawing/2014/main" id="{85C2EF9C-3EC2-4717-8FDA-008AB9BB874D}"/>
              </a:ext>
            </a:extLst>
          </p:cNvPr>
          <p:cNvSpPr>
            <a:spLocks xmlns:a="http://schemas.openxmlformats.org/drawingml/2006/main" noGrp="1"/>
          </p:cNvSpPr>
          <p:nvPr/>
        </p:nvSpPr>
        <p:spPr>
          <a:xfrm xmlns:a="http://schemas.openxmlformats.org/drawingml/2006/main">
            <a:off x="628650" y="5314950"/>
            <a:ext cx="109537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7DDD9"/>
            </a:solidFill>
            <a:prstDash val="solid"/>
          </a:ln>
        </p:spPr>
      </p:sp>
      <p:sp>
        <p:nvSpPr>
          <p:cNvPr id="107" name="legend-title">
            <a:extLst xmlns:a="http://schemas.openxmlformats.org/drawingml/2006/main">
              <a:ext uri="{FF2B5EF4-FFF2-40B4-BE49-F238E27FC236}">
                <a16:creationId xmlns:a16="http://schemas.microsoft.com/office/drawing/2014/main" id="{39D5825A-0D5F-4B88-B112-3844750023AF}"/>
              </a:ext>
            </a:extLst>
          </p:cNvPr>
          <p:cNvSpPr>
            <a:spLocks xmlns:a="http://schemas.openxmlformats.org/drawingml/2006/main" noGrp="1"/>
          </p:cNvSpPr>
          <p:nvPr/>
        </p:nvSpPr>
        <p:spPr>
          <a:xfrm xmlns:a="http://schemas.openxmlformats.org/drawingml/2006/main">
            <a:off x="800100" y="538162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02A33"/>
                </a:solidFill>
                <a:latin typeface="Arial"/>
                <a:ea typeface="Arial"/>
                <a:cs typeface="Arial"/>
              </a:defRPr>
            </a:defPPr>
            <a:lvl1pPr algn="l">
              <a:defRPr sz="975" b="1">
                <a:solidFill>
                  <a:srgbClr val="102A33"/>
                </a:solidFill>
                <a:latin typeface="Arial"/>
                <a:ea typeface="Arial"/>
                <a:cs typeface="Arial"/>
              </a:defRPr>
            </a:lvl1pPr>
            <a:lvl2pPr algn="l">
              <a:defRPr sz="975" b="1">
                <a:solidFill>
                  <a:srgbClr val="102A33"/>
                </a:solidFill>
                <a:latin typeface="Arial"/>
                <a:ea typeface="Arial"/>
                <a:cs typeface="Arial"/>
              </a:defRPr>
            </a:lvl2pPr>
            <a:lvl3pPr algn="l">
              <a:defRPr sz="975" b="1">
                <a:solidFill>
                  <a:srgbClr val="102A33"/>
                </a:solidFill>
                <a:latin typeface="Arial"/>
                <a:ea typeface="Arial"/>
                <a:cs typeface="Arial"/>
              </a:defRPr>
            </a:lvl3pPr>
            <a:lvl4pPr algn="l">
              <a:defRPr sz="975" b="1">
                <a:solidFill>
                  <a:srgbClr val="102A33"/>
                </a:solidFill>
                <a:latin typeface="Arial"/>
                <a:ea typeface="Arial"/>
                <a:cs typeface="Arial"/>
              </a:defRPr>
            </a:lvl4pPr>
            <a:lvl5pPr algn="l">
              <a:defRPr sz="975" b="1">
                <a:solidFill>
                  <a:srgbClr val="102A33"/>
                </a:solidFill>
                <a:latin typeface="Arial"/>
                <a:ea typeface="Arial"/>
                <a:cs typeface="Arial"/>
              </a:defRPr>
            </a:lvl5pPr>
            <a:lvl6pPr algn="l">
              <a:defRPr sz="975" b="1">
                <a:solidFill>
                  <a:srgbClr val="102A33"/>
                </a:solidFill>
                <a:latin typeface="Arial"/>
                <a:ea typeface="Arial"/>
                <a:cs typeface="Arial"/>
              </a:defRPr>
            </a:lvl6pPr>
            <a:lvl7pPr algn="l">
              <a:defRPr sz="975" b="1">
                <a:solidFill>
                  <a:srgbClr val="102A33"/>
                </a:solidFill>
                <a:latin typeface="Arial"/>
                <a:ea typeface="Arial"/>
                <a:cs typeface="Arial"/>
              </a:defRPr>
            </a:lvl7pPr>
            <a:lvl8pPr algn="l">
              <a:defRPr sz="975" b="1">
                <a:solidFill>
                  <a:srgbClr val="102A33"/>
                </a:solidFill>
                <a:latin typeface="Arial"/>
                <a:ea typeface="Arial"/>
                <a:cs typeface="Arial"/>
              </a:defRPr>
            </a:lvl8pPr>
            <a:lvl9pPr algn="l">
              <a:defRPr sz="975" b="1">
                <a:solidFill>
                  <a:srgbClr val="102A33"/>
                </a:solidFill>
                <a:latin typeface="Arial"/>
                <a:ea typeface="Arial"/>
                <a:cs typeface="Arial"/>
              </a:defRPr>
            </a:lvl9pPr>
          </a:lstStyle>
          <a:p xmlns:a="http://schemas.openxmlformats.org/drawingml/2006/main">
            <a:pPr algn="l">
              <a:defRPr sz="975" b="1">
                <a:solidFill>
                  <a:srgbClr val="102A33"/>
                </a:solidFill>
                <a:latin typeface="Arial"/>
                <a:ea typeface="Arial"/>
                <a:cs typeface="Arial"/>
              </a:defRPr>
            </a:pPr>
            <a:r>
              <a:rPr sz="975" b="1">
                <a:solidFill>
                  <a:srgbClr val="102A33"/>
                </a:solidFill>
                <a:latin typeface="Arial"/>
                <a:ea typeface="Arial"/>
                <a:cs typeface="Arial"/>
              </a:rPr>
              <a:t>QUY ƯỚC DÂY / ĐẤU NỐI</a:t>
            </a:r>
          </a:p>
        </p:txBody>
      </p:sp>
      <p:sp>
        <p:nvSpPr>
          <p:cNvPr id="108" name="legend-colors">
            <a:extLst xmlns:a="http://schemas.openxmlformats.org/drawingml/2006/main">
              <a:ext uri="{FF2B5EF4-FFF2-40B4-BE49-F238E27FC236}">
                <a16:creationId xmlns:a16="http://schemas.microsoft.com/office/drawing/2014/main" id="{FBAADD75-EBA7-4D77-96A4-94A0D95BB6F3}"/>
              </a:ext>
            </a:extLst>
          </p:cNvPr>
          <p:cNvSpPr>
            <a:spLocks xmlns:a="http://schemas.openxmlformats.org/drawingml/2006/main" noGrp="1"/>
          </p:cNvSpPr>
          <p:nvPr/>
        </p:nvSpPr>
        <p:spPr>
          <a:xfrm xmlns:a="http://schemas.openxmlformats.org/drawingml/2006/main">
            <a:off x="800100" y="5600700"/>
            <a:ext cx="104298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172A30"/>
                </a:solidFill>
                <a:latin typeface="Arial"/>
                <a:ea typeface="Arial"/>
                <a:cs typeface="Arial"/>
              </a:defRPr>
            </a:defPPr>
            <a:lvl1pPr algn="l">
              <a:defRPr sz="975" b="0">
                <a:solidFill>
                  <a:srgbClr val="172A30"/>
                </a:solidFill>
                <a:latin typeface="Arial"/>
                <a:ea typeface="Arial"/>
                <a:cs typeface="Arial"/>
              </a:defRPr>
            </a:lvl1pPr>
            <a:lvl2pPr algn="l">
              <a:defRPr sz="975" b="0">
                <a:solidFill>
                  <a:srgbClr val="172A30"/>
                </a:solidFill>
                <a:latin typeface="Arial"/>
                <a:ea typeface="Arial"/>
                <a:cs typeface="Arial"/>
              </a:defRPr>
            </a:lvl2pPr>
            <a:lvl3pPr algn="l">
              <a:defRPr sz="975" b="0">
                <a:solidFill>
                  <a:srgbClr val="172A30"/>
                </a:solidFill>
                <a:latin typeface="Arial"/>
                <a:ea typeface="Arial"/>
                <a:cs typeface="Arial"/>
              </a:defRPr>
            </a:lvl3pPr>
            <a:lvl4pPr algn="l">
              <a:defRPr sz="975" b="0">
                <a:solidFill>
                  <a:srgbClr val="172A30"/>
                </a:solidFill>
                <a:latin typeface="Arial"/>
                <a:ea typeface="Arial"/>
                <a:cs typeface="Arial"/>
              </a:defRPr>
            </a:lvl4pPr>
            <a:lvl5pPr algn="l">
              <a:defRPr sz="975" b="0">
                <a:solidFill>
                  <a:srgbClr val="172A30"/>
                </a:solidFill>
                <a:latin typeface="Arial"/>
                <a:ea typeface="Arial"/>
                <a:cs typeface="Arial"/>
              </a:defRPr>
            </a:lvl5pPr>
            <a:lvl6pPr algn="l">
              <a:defRPr sz="975" b="0">
                <a:solidFill>
                  <a:srgbClr val="172A30"/>
                </a:solidFill>
                <a:latin typeface="Arial"/>
                <a:ea typeface="Arial"/>
                <a:cs typeface="Arial"/>
              </a:defRPr>
            </a:lvl6pPr>
            <a:lvl7pPr algn="l">
              <a:defRPr sz="975" b="0">
                <a:solidFill>
                  <a:srgbClr val="172A30"/>
                </a:solidFill>
                <a:latin typeface="Arial"/>
                <a:ea typeface="Arial"/>
                <a:cs typeface="Arial"/>
              </a:defRPr>
            </a:lvl7pPr>
            <a:lvl8pPr algn="l">
              <a:defRPr sz="975" b="0">
                <a:solidFill>
                  <a:srgbClr val="172A30"/>
                </a:solidFill>
                <a:latin typeface="Arial"/>
                <a:ea typeface="Arial"/>
                <a:cs typeface="Arial"/>
              </a:defRPr>
            </a:lvl8pPr>
            <a:lvl9pPr algn="l">
              <a:defRPr sz="975" b="0">
                <a:solidFill>
                  <a:srgbClr val="172A30"/>
                </a:solidFill>
                <a:latin typeface="Arial"/>
                <a:ea typeface="Arial"/>
                <a:cs typeface="Arial"/>
              </a:defRPr>
            </a:lvl9pPr>
          </a:lstStyle>
          <a:p xmlns:a="http://schemas.openxmlformats.org/drawingml/2006/main">
            <a:pPr algn="l">
              <a:defRPr sz="975" b="0">
                <a:solidFill>
                  <a:srgbClr val="172A30"/>
                </a:solidFill>
                <a:latin typeface="Arial"/>
                <a:ea typeface="Arial"/>
                <a:cs typeface="Arial"/>
              </a:defRPr>
            </a:pPr>
            <a:r>
              <a:rPr sz="975" b="0">
                <a:solidFill>
                  <a:srgbClr val="172A30"/>
                </a:solidFill>
                <a:latin typeface="Arial"/>
                <a:ea typeface="Arial"/>
                <a:cs typeface="Arial"/>
              </a:rPr>
              <a:t>Xanh lá: GPIO25 → GPIO1  ·  Đen: GND  ·  Đỏ: 3V3  ·  Xanh dương: SDA  ·  Vàng: SCL</a:t>
            </a:r>
          </a:p>
        </p:txBody>
      </p:sp>
      <p:sp>
        <p:nvSpPr>
          <p:cNvPr id="109" name="legend-assembly">
            <a:extLst xmlns:a="http://schemas.openxmlformats.org/drawingml/2006/main">
              <a:ext uri="{FF2B5EF4-FFF2-40B4-BE49-F238E27FC236}">
                <a16:creationId xmlns:a16="http://schemas.microsoft.com/office/drawing/2014/main" id="{DF825BE4-0C05-441C-A5CA-FB749FFF5D91}"/>
              </a:ext>
            </a:extLst>
          </p:cNvPr>
          <p:cNvSpPr>
            <a:spLocks xmlns:a="http://schemas.openxmlformats.org/drawingml/2006/main" noGrp="1"/>
          </p:cNvSpPr>
          <p:nvPr/>
        </p:nvSpPr>
        <p:spPr>
          <a:xfrm xmlns:a="http://schemas.openxmlformats.org/drawingml/2006/main">
            <a:off x="800100" y="5810250"/>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0636A"/>
                </a:solidFill>
                <a:latin typeface="Arial"/>
                <a:ea typeface="Arial"/>
                <a:cs typeface="Arial"/>
              </a:defRPr>
            </a:defPPr>
            <a:lvl1pPr algn="l">
              <a:defRPr sz="900" b="0">
                <a:solidFill>
                  <a:srgbClr val="50636A"/>
                </a:solidFill>
                <a:latin typeface="Arial"/>
                <a:ea typeface="Arial"/>
                <a:cs typeface="Arial"/>
              </a:defRPr>
            </a:lvl1pPr>
            <a:lvl2pPr algn="l">
              <a:defRPr sz="900" b="0">
                <a:solidFill>
                  <a:srgbClr val="50636A"/>
                </a:solidFill>
                <a:latin typeface="Arial"/>
                <a:ea typeface="Arial"/>
                <a:cs typeface="Arial"/>
              </a:defRPr>
            </a:lvl2pPr>
            <a:lvl3pPr algn="l">
              <a:defRPr sz="900" b="0">
                <a:solidFill>
                  <a:srgbClr val="50636A"/>
                </a:solidFill>
                <a:latin typeface="Arial"/>
                <a:ea typeface="Arial"/>
                <a:cs typeface="Arial"/>
              </a:defRPr>
            </a:lvl3pPr>
            <a:lvl4pPr algn="l">
              <a:defRPr sz="900" b="0">
                <a:solidFill>
                  <a:srgbClr val="50636A"/>
                </a:solidFill>
                <a:latin typeface="Arial"/>
                <a:ea typeface="Arial"/>
                <a:cs typeface="Arial"/>
              </a:defRPr>
            </a:lvl4pPr>
            <a:lvl5pPr algn="l">
              <a:defRPr sz="900" b="0">
                <a:solidFill>
                  <a:srgbClr val="50636A"/>
                </a:solidFill>
                <a:latin typeface="Arial"/>
                <a:ea typeface="Arial"/>
                <a:cs typeface="Arial"/>
              </a:defRPr>
            </a:lvl5pPr>
            <a:lvl6pPr algn="l">
              <a:defRPr sz="900" b="0">
                <a:solidFill>
                  <a:srgbClr val="50636A"/>
                </a:solidFill>
                <a:latin typeface="Arial"/>
                <a:ea typeface="Arial"/>
                <a:cs typeface="Arial"/>
              </a:defRPr>
            </a:lvl6pPr>
            <a:lvl7pPr algn="l">
              <a:defRPr sz="900" b="0">
                <a:solidFill>
                  <a:srgbClr val="50636A"/>
                </a:solidFill>
                <a:latin typeface="Arial"/>
                <a:ea typeface="Arial"/>
                <a:cs typeface="Arial"/>
              </a:defRPr>
            </a:lvl7pPr>
            <a:lvl8pPr algn="l">
              <a:defRPr sz="900" b="0">
                <a:solidFill>
                  <a:srgbClr val="50636A"/>
                </a:solidFill>
                <a:latin typeface="Arial"/>
                <a:ea typeface="Arial"/>
                <a:cs typeface="Arial"/>
              </a:defRPr>
            </a:lvl8pPr>
            <a:lvl9pPr algn="l">
              <a:defRPr sz="900" b="0">
                <a:solidFill>
                  <a:srgbClr val="50636A"/>
                </a:solidFill>
                <a:latin typeface="Arial"/>
                <a:ea typeface="Arial"/>
                <a:cs typeface="Arial"/>
              </a:defRPr>
            </a:lvl9pPr>
          </a:lstStyle>
          <a:p xmlns:a="http://schemas.openxmlformats.org/drawingml/2006/main">
            <a:pPr algn="l">
              <a:defRPr sz="900" b="0">
                <a:solidFill>
                  <a:srgbClr val="50636A"/>
                </a:solidFill>
                <a:latin typeface="Arial"/>
                <a:ea typeface="Arial"/>
                <a:cs typeface="Arial"/>
              </a:defRPr>
            </a:pPr>
            <a:r>
              <a:rPr sz="900" b="0">
                <a:solidFill>
                  <a:srgbClr val="50636A"/>
                </a:solidFill>
                <a:latin typeface="Arial"/>
                <a:ea typeface="Arial"/>
                <a:cs typeface="Arial"/>
              </a:rPr>
              <a:t>R1 mắc nối tiếp; R2 // C1 từ N1 xuống GND. Hai bo dùng 2 cáp USB riêng; không nối VCC OLED vào 5 V.</a:t>
            </a:r>
          </a:p>
        </p:txBody>
      </p:sp>
    </p:spTree>
    <p:extLst>
      <p:ext uri="{BB962C8B-B14F-4D97-AF65-F5344CB8AC3E}">
        <p14:creationId xmlns:p14="http://schemas.microsoft.com/office/powerpoint/2010/main" val="696522489"/>
      </p:ext>
    </p:extLst>
  </p:cSld>
</p:sld>
</file>

<file path=ppt/slides/slide2.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9" name="slide-2-title">
            <a:extLst xmlns:a="http://schemas.openxmlformats.org/drawingml/2006/main">
              <a:ext uri="{FF2B5EF4-FFF2-40B4-BE49-F238E27FC236}">
                <a16:creationId xmlns:a16="http://schemas.microsoft.com/office/drawing/2014/main" id="{034C72CA-02EE-498E-B864-E62DFBC6D4EB}"/>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Phần cứng cần mua</a:t>
            </a:r>
          </a:p>
        </p:txBody>
      </p:sp>
      <p:sp>
        <p:nvSpPr>
          <p:cNvPr id="2" name="slide-2-strap">
            <a:extLst xmlns:a="http://schemas.openxmlformats.org/drawingml/2006/main">
              <a:ext uri="{FF2B5EF4-FFF2-40B4-BE49-F238E27FC236}">
                <a16:creationId xmlns:a16="http://schemas.microsoft.com/office/drawing/2014/main" id="{CCDA945B-098C-40A1-92CD-26DC4E042504}"/>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Bộ tối thiểu cho HIL để bàn · số lượng 01 bộ · chọn bo có đúng mã chip / module.</a:t>
            </a:r>
          </a:p>
        </p:txBody>
      </p:sp>
      <p:sp>
        <p:nvSpPr>
          <p:cNvPr id="3" name="slide-2-header-rule">
            <a:extLst xmlns:a="http://schemas.openxmlformats.org/drawingml/2006/main">
              <a:ext uri="{FF2B5EF4-FFF2-40B4-BE49-F238E27FC236}">
                <a16:creationId xmlns:a16="http://schemas.microsoft.com/office/drawing/2014/main" id="{BAF0D8F7-92C0-4F5A-B8B6-EB5AA020A098}"/>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2-index">
            <a:extLst xmlns:a="http://schemas.openxmlformats.org/drawingml/2006/main">
              <a:ext uri="{FF2B5EF4-FFF2-40B4-BE49-F238E27FC236}">
                <a16:creationId xmlns:a16="http://schemas.microsoft.com/office/drawing/2014/main" id="{0E90741F-3021-4065-B55B-F9CAB1157E1A}"/>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02  /  03</a:t>
            </a:r>
          </a:p>
        </p:txBody>
      </p:sp>
      <p:graphicFrame>
        <p:nvGraphicFramePr>
          <p:cNvPr id="5" name="">
            <a:extLst xmlns:a="http://schemas.openxmlformats.org/drawingml/2006/main">
              <a:ext uri="{FF2B5EF4-FFF2-40B4-BE49-F238E27FC236}">
                <a16:creationId xmlns:a16="http://schemas.microsoft.com/office/drawing/2014/main" id="{09AB925C-4032-4E90-A32C-3F7FB9FD4442}"/>
              </a:ext>
            </a:extLst>
          </p:cNvPr>
          <p:cNvGraphicFramePr/>
          <p:nvPr/>
        </p:nvGraphicFramePr>
        <p:xfrm>
          <a:off xmlns:a="http://schemas.openxmlformats.org/drawingml/2006/main" x="628650" y="1619250"/>
          <a:ext xmlns:a="http://schemas.openxmlformats.org/drawingml/2006/main" cx="10868025" cy="3390900"/>
        </p:xfrm>
        <a:graphic xmlns:a="http://schemas.openxmlformats.org/drawingml/2006/main">
          <a:graphicData uri="http://schemas.openxmlformats.org/drawingml/2006/table">
            <a:tbl>
              <a:tblPr firstRow="1" bandRow="0"/>
              <a:tblGrid>
                <a:gridCol w="685800"/>
                <a:gridCol w="3143250"/>
                <a:gridCol w="1809750"/>
                <a:gridCol w="5229225"/>
              </a:tblGrid>
              <a:tr h="484414">
                <a:tc>
                  <a:txBody>
                    <a:bodyPr>
                      <a:normAutofit/>
                    </a:bodyPr>
                    <a:lstStyle/>
                    <a:p>
                      <a:r>
                        <a:rPr sz="1200" b="1">
                          <a:solidFill>
                            <a:srgbClr val="F7F8F3"/>
                          </a:solidFill>
                          <a:latin typeface="Arial"/>
                          <a:ea typeface="Arial"/>
                          <a:cs typeface="Arial"/>
                        </a:rPr>
                        <a:t>SL</a:t>
                      </a:r>
                    </a:p>
                  </a:txBody>
                  <a:tcPr marL="91440" marR="91440" marT="45720" marB="45720" anchor="ctr">
                    <a:lnL w="9525">
                      <a:solidFill>
                        <a:srgbClr val="D7DDD9"/>
                      </a:solidFill>
                      <a:prstDash val="solid"/>
                    </a:lnL>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Linh kiện / mã cần tìm</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Vai trò</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c>
                  <a:txBody>
                    <a:bodyPr>
                      <a:normAutofit/>
                    </a:bodyPr>
                    <a:lstStyle/>
                    <a:p>
                      <a:r>
                        <a:rPr sz="1200" b="1">
                          <a:solidFill>
                            <a:srgbClr val="F7F8F3"/>
                          </a:solidFill>
                          <a:latin typeface="Arial"/>
                          <a:ea typeface="Arial"/>
                          <a:cs typeface="Arial"/>
                        </a:rPr>
                        <a:t>Điểm cần xác nhận khi mua</a:t>
                      </a:r>
                    </a:p>
                  </a:txBody>
                  <a:tcPr marL="91440" marR="91440" marT="45720" marB="45720" anchor="ctr">
                    <a:lnR w="9525">
                      <a:solidFill>
                        <a:srgbClr val="D7DDD9"/>
                      </a:solidFill>
                      <a:prstDash val="solid"/>
                    </a:lnR>
                    <a:lnT w="9525">
                      <a:solidFill>
                        <a:srgbClr val="D7DDD9"/>
                      </a:solidFill>
                      <a:prstDash val="solid"/>
                    </a:lnT>
                    <a:lnB w="9525">
                      <a:solidFill>
                        <a:srgbClr val="D7DDD9"/>
                      </a:solidFill>
                      <a:prstDash val="solid"/>
                    </a:lnB>
                    <a:solidFill>
                      <a:srgbClr val="102A33"/>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ESP32 DevKit V1 / NodeMCU-32S</a:t>
                      </a:r>
                    </a:p>
                    <a:p>
                      <a:r>
                        <a:rPr sz="1163" b="0">
                          <a:solidFill>
                            <a:srgbClr val="11232B"/>
                          </a:solidFill>
                          <a:latin typeface="Arial"/>
                          <a:ea typeface="Arial"/>
                          <a:cs typeface="Arial"/>
                        </a:rPr>
                        <a:t>ESP-WROOM-32</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Bộ phát DAC</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Đúng ESP32 cổ điển; có DAC GPIO25. Không chọn C3/C6/S3 cho bo phát.</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Espressif ESP32-S3-DevKitC-1-N8R8</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Thu ADC + chạy AI</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N8R8 = 8 MB flash + 8 MB PSRAM; GPIO1 là ADC1_CH0. Tránh bản N8 không PSRAM.</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OLED 0,96 in · SSD1306 · I²C · 128×64</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Hiển thị tại chỗ</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Chọn module 4 chân VCC/GND/SCL/SDA; địa chỉ thường 0x3C. Dùng mức 3,3 V.</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Điện trở R1 10 kΩ + R2 56 kΩ</a:t>
                      </a:r>
                    </a:p>
                    <a:p>
                      <a:r>
                        <a:rPr sz="1163" b="0">
                          <a:solidFill>
                            <a:srgbClr val="11232B"/>
                          </a:solidFill>
                          <a:latin typeface="Arial"/>
                          <a:ea typeface="Arial"/>
                          <a:cs typeface="Arial"/>
                        </a:rPr>
                        <a:t>1/4 W, ±5%</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Chia áp 0,85×</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R1 nối tiếp GPIO25; R2 từ nút ADC xuống GND. Đỉnh DAC 3,3 V → ADC khoảng 2,8 V.</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r h="484414">
                <a:tc>
                  <a:txBody>
                    <a:bodyPr>
                      <a:normAutofit/>
                    </a:bodyPr>
                    <a:lstStyle/>
                    <a:p>
                      <a:r>
                        <a:rPr sz="1163" b="1">
                          <a:solidFill>
                            <a:srgbClr val="11232B"/>
                          </a:solidFill>
                          <a:latin typeface="Arial"/>
                          <a:ea typeface="Arial"/>
                          <a:cs typeface="Arial"/>
                        </a:rPr>
                        <a:t>1</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Tụ gốm C1 100 nF (104) + breadboard + dây</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Lọc / lắp ráp</a:t>
                      </a:r>
                    </a:p>
                  </a:txBody>
                  <a:tcPr marL="91440" marR="91440" marT="45720" marB="45720" anchor="ctr">
                    <a:lnR w="9525">
                      <a:solidFill>
                        <a:srgbClr val="D7DDD9"/>
                      </a:solidFill>
                      <a:prstDash val="solid"/>
                    </a:lnR>
                    <a:lnB w="9525">
                      <a:solidFill>
                        <a:srgbClr val="D7DDD9"/>
                      </a:solidFill>
                      <a:prstDash val="solid"/>
                    </a:lnB>
                    <a:solidFill>
                      <a:srgbClr val="FFFFFF"/>
                    </a:solidFill>
                  </a:tcPr>
                </a:tc>
                <a:tc>
                  <a:txBody>
                    <a:bodyPr>
                      <a:normAutofit/>
                    </a:bodyPr>
                    <a:lstStyle/>
                    <a:p>
                      <a:r>
                        <a:rPr sz="1163" b="0">
                          <a:solidFill>
                            <a:srgbClr val="11232B"/>
                          </a:solidFill>
                          <a:latin typeface="Arial"/>
                          <a:ea typeface="Arial"/>
                          <a:cs typeface="Arial"/>
                        </a:rPr>
                        <a:t>C1 mắc từ nút ADC xuống GND, song song với R2; nối chung GND hai bo.</a:t>
                      </a:r>
                    </a:p>
                  </a:txBody>
                  <a:tcPr marL="91440" marR="91440" marT="45720" marB="45720" anchor="ctr">
                    <a:lnR w="9525">
                      <a:solidFill>
                        <a:srgbClr val="D7DDD9"/>
                      </a:solidFill>
                      <a:prstDash val="solid"/>
                    </a:lnR>
                    <a:lnB w="9525">
                      <a:solidFill>
                        <a:srgbClr val="D7DDD9"/>
                      </a:solidFill>
                      <a:prstDash val="solid"/>
                    </a:lnB>
                    <a:solidFill>
                      <a:srgbClr val="FFFFFF"/>
                    </a:solidFill>
                  </a:tcPr>
                </a:tc>
              </a:tr>
              <a:tr h="484414">
                <a:tc>
                  <a:txBody>
                    <a:bodyPr>
                      <a:normAutofit/>
                    </a:bodyPr>
                    <a:lstStyle/>
                    <a:p>
                      <a:r>
                        <a:rPr sz="1163" b="1">
                          <a:solidFill>
                            <a:srgbClr val="11232B"/>
                          </a:solidFill>
                          <a:latin typeface="Arial"/>
                          <a:ea typeface="Arial"/>
                          <a:cs typeface="Arial"/>
                        </a:rPr>
                        <a:t>2</a:t>
                      </a:r>
                    </a:p>
                  </a:txBody>
                  <a:tcPr marL="91440" marR="91440" marT="45720" marB="45720" anchor="ctr">
                    <a:lnL w="9525">
                      <a:solidFill>
                        <a:srgbClr val="D7DDD9"/>
                      </a:solidFill>
                      <a:prstDash val="solid"/>
                    </a:lnL>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Cáp USB truyền dữ liệu đúng cổng bo</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Nguồn + nạp firmware</a:t>
                      </a:r>
                    </a:p>
                  </a:txBody>
                  <a:tcPr marL="91440" marR="91440" marT="45720" marB="45720" anchor="ctr">
                    <a:lnR w="9525">
                      <a:solidFill>
                        <a:srgbClr val="D7DDD9"/>
                      </a:solidFill>
                      <a:prstDash val="solid"/>
                    </a:lnR>
                    <a:lnB w="9525">
                      <a:solidFill>
                        <a:srgbClr val="D7DDD9"/>
                      </a:solidFill>
                      <a:prstDash val="solid"/>
                    </a:lnB>
                    <a:solidFill>
                      <a:srgbClr val="EAEDE8"/>
                    </a:solidFill>
                  </a:tcPr>
                </a:tc>
                <a:tc>
                  <a:txBody>
                    <a:bodyPr>
                      <a:normAutofit/>
                    </a:bodyPr>
                    <a:lstStyle/>
                    <a:p>
                      <a:r>
                        <a:rPr sz="1163" b="0">
                          <a:solidFill>
                            <a:srgbClr val="11232B"/>
                          </a:solidFill>
                          <a:latin typeface="Arial"/>
                          <a:ea typeface="Arial"/>
                          <a:cs typeface="Arial"/>
                        </a:rPr>
                        <a:t>ESP32 cổ điển thường Micro-USB; DevKitC-1 N8R8 dùng USB-C. Kiểm tra ảnh cổng trước khi đặt.</a:t>
                      </a:r>
                    </a:p>
                  </a:txBody>
                  <a:tcPr marL="91440" marR="91440" marT="45720" marB="45720" anchor="ctr">
                    <a:lnR w="9525">
                      <a:solidFill>
                        <a:srgbClr val="D7DDD9"/>
                      </a:solidFill>
                      <a:prstDash val="solid"/>
                    </a:lnR>
                    <a:lnB w="9525">
                      <a:solidFill>
                        <a:srgbClr val="D7DDD9"/>
                      </a:solidFill>
                      <a:prstDash val="solid"/>
                    </a:lnB>
                    <a:solidFill>
                      <a:srgbClr val="EAEDE8"/>
                    </a:solidFill>
                  </a:tcPr>
                </a:tc>
              </a:tr>
            </a:tbl>
          </a:graphicData>
        </a:graphic>
      </p:graphicFrame>
      <p:sp>
        <p:nvSpPr>
          <p:cNvPr id="6" name="purchase-note">
            <a:extLst xmlns:a="http://schemas.openxmlformats.org/drawingml/2006/main">
              <a:ext uri="{FF2B5EF4-FFF2-40B4-BE49-F238E27FC236}">
                <a16:creationId xmlns:a16="http://schemas.microsoft.com/office/drawing/2014/main" id="{92C4DCEE-4399-445B-82AC-D8E9F347D46B}"/>
              </a:ext>
            </a:extLst>
          </p:cNvPr>
          <p:cNvSpPr>
            <a:spLocks xmlns:a="http://schemas.openxmlformats.org/drawingml/2006/main" noGrp="1"/>
          </p:cNvSpPr>
          <p:nvPr/>
        </p:nvSpPr>
        <p:spPr>
          <a:xfrm xmlns:a="http://schemas.openxmlformats.org/drawingml/2006/main">
            <a:off x="628650" y="5219700"/>
            <a:ext cx="10868025" cy="838200"/>
          </a:xfrm>
          <a:prstGeom xmlns:a="http://schemas.openxmlformats.org/drawingml/2006/main" prst="roundRect">
            <a:avLst>
              <a:gd name="adj" fmla="val 11364"/>
            </a:avLst>
          </a:prstGeom>
          <a:solidFill xmlns:a="http://schemas.openxmlformats.org/drawingml/2006/main">
            <a:srgbClr val="F7E4DF"/>
          </a:solidFill>
          <a:ln xmlns:a="http://schemas.openxmlformats.org/drawingml/2006/main" w="0">
            <a:noFill/>
            <a:prstDash val="solid"/>
          </a:ln>
        </p:spPr>
      </p:sp>
      <p:sp>
        <p:nvSpPr>
          <p:cNvPr id="7" name="purchase-note-heading">
            <a:extLst xmlns:a="http://schemas.openxmlformats.org/drawingml/2006/main">
              <a:ext uri="{FF2B5EF4-FFF2-40B4-BE49-F238E27FC236}">
                <a16:creationId xmlns:a16="http://schemas.microsoft.com/office/drawing/2014/main" id="{A64D5465-0234-45C9-9C49-6C9C84652075}"/>
              </a:ext>
            </a:extLst>
          </p:cNvPr>
          <p:cNvSpPr>
            <a:spLocks xmlns:a="http://schemas.openxmlformats.org/drawingml/2006/main" noGrp="1"/>
          </p:cNvSpPr>
          <p:nvPr/>
        </p:nvSpPr>
        <p:spPr>
          <a:xfrm xmlns:a="http://schemas.openxmlformats.org/drawingml/2006/main">
            <a:off x="838200" y="53244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C84B42"/>
                </a:solidFill>
                <a:latin typeface="Arial"/>
                <a:ea typeface="Arial"/>
                <a:cs typeface="Arial"/>
              </a:defRPr>
            </a:defPPr>
            <a:lvl1pPr algn="l">
              <a:buNone/>
              <a:defRPr sz="975" b="1">
                <a:solidFill>
                  <a:srgbClr val="C84B42"/>
                </a:solidFill>
                <a:latin typeface="Arial"/>
                <a:ea typeface="Arial"/>
                <a:cs typeface="Arial"/>
              </a:defRPr>
            </a:lvl1pPr>
            <a:lvl2pPr algn="l">
              <a:buNone/>
              <a:defRPr sz="975" b="1">
                <a:solidFill>
                  <a:srgbClr val="C84B42"/>
                </a:solidFill>
                <a:latin typeface="Arial"/>
                <a:ea typeface="Arial"/>
                <a:cs typeface="Arial"/>
              </a:defRPr>
            </a:lvl2pPr>
            <a:lvl3pPr algn="l">
              <a:buNone/>
              <a:defRPr sz="975" b="1">
                <a:solidFill>
                  <a:srgbClr val="C84B42"/>
                </a:solidFill>
                <a:latin typeface="Arial"/>
                <a:ea typeface="Arial"/>
                <a:cs typeface="Arial"/>
              </a:defRPr>
            </a:lvl3pPr>
            <a:lvl4pPr algn="l">
              <a:buNone/>
              <a:defRPr sz="975" b="1">
                <a:solidFill>
                  <a:srgbClr val="C84B42"/>
                </a:solidFill>
                <a:latin typeface="Arial"/>
                <a:ea typeface="Arial"/>
                <a:cs typeface="Arial"/>
              </a:defRPr>
            </a:lvl4pPr>
            <a:lvl5pPr algn="l">
              <a:buNone/>
              <a:defRPr sz="975" b="1">
                <a:solidFill>
                  <a:srgbClr val="C84B42"/>
                </a:solidFill>
                <a:latin typeface="Arial"/>
                <a:ea typeface="Arial"/>
                <a:cs typeface="Arial"/>
              </a:defRPr>
            </a:lvl5pPr>
            <a:lvl6pPr algn="l">
              <a:buNone/>
              <a:defRPr sz="975" b="1">
                <a:solidFill>
                  <a:srgbClr val="C84B42"/>
                </a:solidFill>
                <a:latin typeface="Arial"/>
                <a:ea typeface="Arial"/>
                <a:cs typeface="Arial"/>
              </a:defRPr>
            </a:lvl6pPr>
            <a:lvl7pPr algn="l">
              <a:buNone/>
              <a:defRPr sz="975" b="1">
                <a:solidFill>
                  <a:srgbClr val="C84B42"/>
                </a:solidFill>
                <a:latin typeface="Arial"/>
                <a:ea typeface="Arial"/>
                <a:cs typeface="Arial"/>
              </a:defRPr>
            </a:lvl7pPr>
            <a:lvl8pPr algn="l">
              <a:buNone/>
              <a:defRPr sz="975" b="1">
                <a:solidFill>
                  <a:srgbClr val="C84B42"/>
                </a:solidFill>
                <a:latin typeface="Arial"/>
                <a:ea typeface="Arial"/>
                <a:cs typeface="Arial"/>
              </a:defRPr>
            </a:lvl8pPr>
            <a:lvl9pPr algn="l">
              <a:buNone/>
              <a:defRPr sz="975" b="1">
                <a:solidFill>
                  <a:srgbClr val="C84B42"/>
                </a:solidFill>
                <a:latin typeface="Arial"/>
                <a:ea typeface="Arial"/>
                <a:cs typeface="Arial"/>
              </a:defRPr>
            </a:lvl9pPr>
          </a:lstStyle>
          <a:p xmlns:a="http://schemas.openxmlformats.org/drawingml/2006/main">
            <a:pPr algn="l">
              <a:buNone/>
              <a:defRPr sz="975" b="1">
                <a:solidFill>
                  <a:srgbClr val="C84B42"/>
                </a:solidFill>
                <a:latin typeface="Arial"/>
                <a:ea typeface="Arial"/>
                <a:cs typeface="Arial"/>
              </a:defRPr>
            </a:pPr>
            <a:r>
              <a:rPr sz="975" b="1">
                <a:solidFill>
                  <a:srgbClr val="C84B42"/>
                </a:solidFill>
                <a:latin typeface="Arial"/>
                <a:ea typeface="Arial"/>
                <a:cs typeface="Arial"/>
              </a:rPr>
              <a:t>Lưu ý khi đặt hàng</a:t>
            </a:r>
          </a:p>
        </p:txBody>
      </p:sp>
      <p:sp>
        <p:nvSpPr>
          <p:cNvPr id="8" name="purchase-note-copy">
            <a:extLst xmlns:a="http://schemas.openxmlformats.org/drawingml/2006/main">
              <a:ext uri="{FF2B5EF4-FFF2-40B4-BE49-F238E27FC236}">
                <a16:creationId xmlns:a16="http://schemas.microsoft.com/office/drawing/2014/main" id="{FF13BDD3-542A-43B0-A27D-5CE809F2CFE0}"/>
              </a:ext>
            </a:extLst>
          </p:cNvPr>
          <p:cNvSpPr>
            <a:spLocks xmlns:a="http://schemas.openxmlformats.org/drawingml/2006/main" noGrp="1"/>
          </p:cNvSpPr>
          <p:nvPr/>
        </p:nvSpPr>
        <p:spPr>
          <a:xfrm xmlns:a="http://schemas.openxmlformats.org/drawingml/2006/main">
            <a:off x="838200" y="55721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11232B"/>
                </a:solidFill>
                <a:latin typeface="Arial"/>
                <a:ea typeface="Arial"/>
                <a:cs typeface="Arial"/>
              </a:defRPr>
            </a:defPPr>
            <a:lvl1pPr algn="l">
              <a:buNone/>
              <a:defRPr sz="1200" b="0">
                <a:solidFill>
                  <a:srgbClr val="11232B"/>
                </a:solidFill>
                <a:latin typeface="Arial"/>
                <a:ea typeface="Arial"/>
                <a:cs typeface="Arial"/>
              </a:defRPr>
            </a:lvl1pPr>
            <a:lvl2pPr algn="l">
              <a:buNone/>
              <a:defRPr sz="1200" b="0">
                <a:solidFill>
                  <a:srgbClr val="11232B"/>
                </a:solidFill>
                <a:latin typeface="Arial"/>
                <a:ea typeface="Arial"/>
                <a:cs typeface="Arial"/>
              </a:defRPr>
            </a:lvl2pPr>
            <a:lvl3pPr algn="l">
              <a:buNone/>
              <a:defRPr sz="1200" b="0">
                <a:solidFill>
                  <a:srgbClr val="11232B"/>
                </a:solidFill>
                <a:latin typeface="Arial"/>
                <a:ea typeface="Arial"/>
                <a:cs typeface="Arial"/>
              </a:defRPr>
            </a:lvl3pPr>
            <a:lvl4pPr algn="l">
              <a:buNone/>
              <a:defRPr sz="1200" b="0">
                <a:solidFill>
                  <a:srgbClr val="11232B"/>
                </a:solidFill>
                <a:latin typeface="Arial"/>
                <a:ea typeface="Arial"/>
                <a:cs typeface="Arial"/>
              </a:defRPr>
            </a:lvl4pPr>
            <a:lvl5pPr algn="l">
              <a:buNone/>
              <a:defRPr sz="1200" b="0">
                <a:solidFill>
                  <a:srgbClr val="11232B"/>
                </a:solidFill>
                <a:latin typeface="Arial"/>
                <a:ea typeface="Arial"/>
                <a:cs typeface="Arial"/>
              </a:defRPr>
            </a:lvl5pPr>
            <a:lvl6pPr algn="l">
              <a:buNone/>
              <a:defRPr sz="1200" b="0">
                <a:solidFill>
                  <a:srgbClr val="11232B"/>
                </a:solidFill>
                <a:latin typeface="Arial"/>
                <a:ea typeface="Arial"/>
                <a:cs typeface="Arial"/>
              </a:defRPr>
            </a:lvl6pPr>
            <a:lvl7pPr algn="l">
              <a:buNone/>
              <a:defRPr sz="1200" b="0">
                <a:solidFill>
                  <a:srgbClr val="11232B"/>
                </a:solidFill>
                <a:latin typeface="Arial"/>
                <a:ea typeface="Arial"/>
                <a:cs typeface="Arial"/>
              </a:defRPr>
            </a:lvl7pPr>
            <a:lvl8pPr algn="l">
              <a:buNone/>
              <a:defRPr sz="1200" b="0">
                <a:solidFill>
                  <a:srgbClr val="11232B"/>
                </a:solidFill>
                <a:latin typeface="Arial"/>
                <a:ea typeface="Arial"/>
                <a:cs typeface="Arial"/>
              </a:defRPr>
            </a:lvl8pPr>
            <a:lvl9pPr algn="l">
              <a:buNone/>
              <a:defRPr sz="1200" b="0">
                <a:solidFill>
                  <a:srgbClr val="11232B"/>
                </a:solidFill>
                <a:latin typeface="Arial"/>
                <a:ea typeface="Arial"/>
                <a:cs typeface="Arial"/>
              </a:defRPr>
            </a:lvl9pPr>
          </a:lstStyle>
          <a:p xmlns:a="http://schemas.openxmlformats.org/drawingml/2006/main">
            <a:pPr algn="l">
              <a:buNone/>
              <a:defRPr sz="1200" b="0">
                <a:solidFill>
                  <a:srgbClr val="11232B"/>
                </a:solidFill>
                <a:latin typeface="Arial"/>
                <a:ea typeface="Arial"/>
                <a:cs typeface="Arial"/>
              </a:defRPr>
            </a:pPr>
            <a:r>
              <a:rPr sz="1200" b="0">
                <a:solidFill>
                  <a:srgbClr val="11232B"/>
                </a:solidFill>
                <a:latin typeface="Arial"/>
                <a:ea typeface="Arial"/>
                <a:cs typeface="Arial"/>
              </a:rPr>
              <a:t>Sơ đồ dùng đúng GPIO và giá trị R/C. Kiểm tra chip ESP-WROOM-32, mã N8R8 và loại cổng USB trên ảnh sản phẩm; bo clone có thể khác pinout.</a:t>
            </a:r>
          </a:p>
        </p:txBody>
      </p:sp>
    </p:spTree>
    <p:extLst>
      <p:ext uri="{BB962C8B-B14F-4D97-AF65-F5344CB8AC3E}">
        <p14:creationId xmlns:p14="http://schemas.microsoft.com/office/powerpoint/2010/main" val="1905642923"/>
      </p:ext>
    </p:extLst>
  </p:cSld>
</p:sld>
</file>

<file path=ppt/slides/slide3.xml><?xml version="1.0" encoding="utf-8"?>
<p:sld xmlns:p="http://schemas.openxmlformats.org/presentationml/2006/main">
  <p:cSld>
    <p:bg>
      <p:bgPr>
        <a:solidFill xmlns:a="http://schemas.openxmlformats.org/drawingml/2006/main">
          <a:srgbClr val="F4F3EE"/>
        </a:solidFill>
      </p:bgPr>
    </p:bg>
    <p:spTree>
      <p:nvGrpSpPr>
        <p:cNvPr id="1" name=""/>
        <p:cNvGrpSpPr/>
        <p:nvPr/>
      </p:nvGrpSpPr>
      <p:grpSpPr>
        <a:xfrm xmlns:a="http://schemas.openxmlformats.org/drawingml/2006/main"/>
      </p:grpSpPr>
      <p:sp>
        <p:nvSpPr>
          <p:cNvPr id="34" name="slide-3-title">
            <a:extLst xmlns:a="http://schemas.openxmlformats.org/drawingml/2006/main">
              <a:ext uri="{FF2B5EF4-FFF2-40B4-BE49-F238E27FC236}">
                <a16:creationId xmlns:a16="http://schemas.microsoft.com/office/drawing/2014/main" id="{CBB52847-8AD7-4517-B5A9-63EC81928B4A}"/>
              </a:ext>
            </a:extLst>
          </p:cNvPr>
          <p:cNvSpPr>
            <a:spLocks xmlns:a="http://schemas.openxmlformats.org/drawingml/2006/main" noGrp="1"/>
          </p:cNvSpPr>
          <p:nvPr/>
        </p:nvSpPr>
        <p:spPr>
          <a:xfrm xmlns:a="http://schemas.openxmlformats.org/drawingml/2006/main">
            <a:off x="609600" y="3619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1232B"/>
                </a:solidFill>
                <a:latin typeface="Arial"/>
                <a:ea typeface="Arial"/>
                <a:cs typeface="Arial"/>
              </a:defRPr>
            </a:defPPr>
            <a:lvl1pPr algn="l">
              <a:buNone/>
              <a:defRPr sz="2700" b="1">
                <a:solidFill>
                  <a:srgbClr val="11232B"/>
                </a:solidFill>
                <a:latin typeface="Arial"/>
                <a:ea typeface="Arial"/>
                <a:cs typeface="Arial"/>
              </a:defRPr>
            </a:lvl1pPr>
            <a:lvl2pPr algn="l">
              <a:buNone/>
              <a:defRPr sz="2700" b="1">
                <a:solidFill>
                  <a:srgbClr val="11232B"/>
                </a:solidFill>
                <a:latin typeface="Arial"/>
                <a:ea typeface="Arial"/>
                <a:cs typeface="Arial"/>
              </a:defRPr>
            </a:lvl2pPr>
            <a:lvl3pPr algn="l">
              <a:buNone/>
              <a:defRPr sz="2700" b="1">
                <a:solidFill>
                  <a:srgbClr val="11232B"/>
                </a:solidFill>
                <a:latin typeface="Arial"/>
                <a:ea typeface="Arial"/>
                <a:cs typeface="Arial"/>
              </a:defRPr>
            </a:lvl3pPr>
            <a:lvl4pPr algn="l">
              <a:buNone/>
              <a:defRPr sz="2700" b="1">
                <a:solidFill>
                  <a:srgbClr val="11232B"/>
                </a:solidFill>
                <a:latin typeface="Arial"/>
                <a:ea typeface="Arial"/>
                <a:cs typeface="Arial"/>
              </a:defRPr>
            </a:lvl4pPr>
            <a:lvl5pPr algn="l">
              <a:buNone/>
              <a:defRPr sz="2700" b="1">
                <a:solidFill>
                  <a:srgbClr val="11232B"/>
                </a:solidFill>
                <a:latin typeface="Arial"/>
                <a:ea typeface="Arial"/>
                <a:cs typeface="Arial"/>
              </a:defRPr>
            </a:lvl5pPr>
            <a:lvl6pPr algn="l">
              <a:buNone/>
              <a:defRPr sz="2700" b="1">
                <a:solidFill>
                  <a:srgbClr val="11232B"/>
                </a:solidFill>
                <a:latin typeface="Arial"/>
                <a:ea typeface="Arial"/>
                <a:cs typeface="Arial"/>
              </a:defRPr>
            </a:lvl6pPr>
            <a:lvl7pPr algn="l">
              <a:buNone/>
              <a:defRPr sz="2700" b="1">
                <a:solidFill>
                  <a:srgbClr val="11232B"/>
                </a:solidFill>
                <a:latin typeface="Arial"/>
                <a:ea typeface="Arial"/>
                <a:cs typeface="Arial"/>
              </a:defRPr>
            </a:lvl7pPr>
            <a:lvl8pPr algn="l">
              <a:buNone/>
              <a:defRPr sz="2700" b="1">
                <a:solidFill>
                  <a:srgbClr val="11232B"/>
                </a:solidFill>
                <a:latin typeface="Arial"/>
                <a:ea typeface="Arial"/>
                <a:cs typeface="Arial"/>
              </a:defRPr>
            </a:lvl8pPr>
            <a:lvl9pPr algn="l">
              <a:buNone/>
              <a:defRPr sz="2700" b="1">
                <a:solidFill>
                  <a:srgbClr val="11232B"/>
                </a:solidFill>
                <a:latin typeface="Arial"/>
                <a:ea typeface="Arial"/>
                <a:cs typeface="Arial"/>
              </a:defRPr>
            </a:lvl9pPr>
          </a:lstStyle>
          <a:p xmlns:a="http://schemas.openxmlformats.org/drawingml/2006/main">
            <a:pPr algn="l">
              <a:buNone/>
              <a:defRPr sz="2700" b="1">
                <a:solidFill>
                  <a:srgbClr val="11232B"/>
                </a:solidFill>
                <a:latin typeface="Arial"/>
                <a:ea typeface="Arial"/>
                <a:cs typeface="Arial"/>
              </a:defRPr>
            </a:pPr>
            <a:r>
              <a:rPr sz="2700" b="1">
                <a:solidFill>
                  <a:srgbClr val="11232B"/>
                </a:solidFill>
                <a:latin typeface="Arial"/>
                <a:ea typeface="Arial"/>
                <a:cs typeface="Arial"/>
              </a:rPr>
              <a:t>Lắp ráp, chạy thử, chốt bằng chứng</a:t>
            </a:r>
          </a:p>
        </p:txBody>
      </p:sp>
      <p:sp>
        <p:nvSpPr>
          <p:cNvPr id="2" name="slide-3-strap">
            <a:extLst xmlns:a="http://schemas.openxmlformats.org/drawingml/2006/main">
              <a:ext uri="{FF2B5EF4-FFF2-40B4-BE49-F238E27FC236}">
                <a16:creationId xmlns:a16="http://schemas.microsoft.com/office/drawing/2014/main" id="{BDA1E8D1-5F96-4D4D-B0ED-AA3E7E7B8E93}"/>
              </a:ext>
            </a:extLst>
          </p:cNvPr>
          <p:cNvSpPr>
            <a:spLocks xmlns:a="http://schemas.openxmlformats.org/drawingml/2006/main" noGrp="1"/>
          </p:cNvSpPr>
          <p:nvPr/>
        </p:nvSpPr>
        <p:spPr>
          <a:xfrm xmlns:a="http://schemas.openxmlformats.org/drawingml/2006/main">
            <a:off x="628650" y="92392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0636A"/>
                </a:solidFill>
                <a:latin typeface="Arial"/>
                <a:ea typeface="Arial"/>
                <a:cs typeface="Arial"/>
              </a:defRPr>
            </a:defPPr>
            <a:lvl1pPr algn="l">
              <a:buNone/>
              <a:defRPr sz="1275" b="0">
                <a:solidFill>
                  <a:srgbClr val="50636A"/>
                </a:solidFill>
                <a:latin typeface="Arial"/>
                <a:ea typeface="Arial"/>
                <a:cs typeface="Arial"/>
              </a:defRPr>
            </a:lvl1pPr>
            <a:lvl2pPr algn="l">
              <a:buNone/>
              <a:defRPr sz="1275" b="0">
                <a:solidFill>
                  <a:srgbClr val="50636A"/>
                </a:solidFill>
                <a:latin typeface="Arial"/>
                <a:ea typeface="Arial"/>
                <a:cs typeface="Arial"/>
              </a:defRPr>
            </a:lvl2pPr>
            <a:lvl3pPr algn="l">
              <a:buNone/>
              <a:defRPr sz="1275" b="0">
                <a:solidFill>
                  <a:srgbClr val="50636A"/>
                </a:solidFill>
                <a:latin typeface="Arial"/>
                <a:ea typeface="Arial"/>
                <a:cs typeface="Arial"/>
              </a:defRPr>
            </a:lvl3pPr>
            <a:lvl4pPr algn="l">
              <a:buNone/>
              <a:defRPr sz="1275" b="0">
                <a:solidFill>
                  <a:srgbClr val="50636A"/>
                </a:solidFill>
                <a:latin typeface="Arial"/>
                <a:ea typeface="Arial"/>
                <a:cs typeface="Arial"/>
              </a:defRPr>
            </a:lvl4pPr>
            <a:lvl5pPr algn="l">
              <a:buNone/>
              <a:defRPr sz="1275" b="0">
                <a:solidFill>
                  <a:srgbClr val="50636A"/>
                </a:solidFill>
                <a:latin typeface="Arial"/>
                <a:ea typeface="Arial"/>
                <a:cs typeface="Arial"/>
              </a:defRPr>
            </a:lvl5pPr>
            <a:lvl6pPr algn="l">
              <a:buNone/>
              <a:defRPr sz="1275" b="0">
                <a:solidFill>
                  <a:srgbClr val="50636A"/>
                </a:solidFill>
                <a:latin typeface="Arial"/>
                <a:ea typeface="Arial"/>
                <a:cs typeface="Arial"/>
              </a:defRPr>
            </a:lvl6pPr>
            <a:lvl7pPr algn="l">
              <a:buNone/>
              <a:defRPr sz="1275" b="0">
                <a:solidFill>
                  <a:srgbClr val="50636A"/>
                </a:solidFill>
                <a:latin typeface="Arial"/>
                <a:ea typeface="Arial"/>
                <a:cs typeface="Arial"/>
              </a:defRPr>
            </a:lvl7pPr>
            <a:lvl8pPr algn="l">
              <a:buNone/>
              <a:defRPr sz="1275" b="0">
                <a:solidFill>
                  <a:srgbClr val="50636A"/>
                </a:solidFill>
                <a:latin typeface="Arial"/>
                <a:ea typeface="Arial"/>
                <a:cs typeface="Arial"/>
              </a:defRPr>
            </a:lvl8pPr>
            <a:lvl9pPr algn="l">
              <a:buNone/>
              <a:defRPr sz="1275" b="0">
                <a:solidFill>
                  <a:srgbClr val="50636A"/>
                </a:solidFill>
                <a:latin typeface="Arial"/>
                <a:ea typeface="Arial"/>
                <a:cs typeface="Arial"/>
              </a:defRPr>
            </a:lvl9pPr>
          </a:lstStyle>
          <a:p xmlns:a="http://schemas.openxmlformats.org/drawingml/2006/main">
            <a:pPr algn="l">
              <a:buNone/>
              <a:defRPr sz="1275" b="0">
                <a:solidFill>
                  <a:srgbClr val="50636A"/>
                </a:solidFill>
                <a:latin typeface="Arial"/>
                <a:ea typeface="Arial"/>
                <a:cs typeface="Arial"/>
              </a:defRPr>
            </a:pPr>
            <a:r>
              <a:rPr sz="1275" b="0">
                <a:solidFill>
                  <a:srgbClr val="50636A"/>
                </a:solidFill>
                <a:latin typeface="Arial"/>
                <a:ea typeface="Arial"/>
                <a:cs typeface="Arial"/>
              </a:rPr>
              <a:t>Chỉ qua bước kế tiếp khi bước trước có log và tín hiệu đo được.</a:t>
            </a:r>
          </a:p>
        </p:txBody>
      </p:sp>
      <p:sp>
        <p:nvSpPr>
          <p:cNvPr id="3" name="slide-3-header-rule">
            <a:extLst xmlns:a="http://schemas.openxmlformats.org/drawingml/2006/main">
              <a:ext uri="{FF2B5EF4-FFF2-40B4-BE49-F238E27FC236}">
                <a16:creationId xmlns:a16="http://schemas.microsoft.com/office/drawing/2014/main" id="{D1B626C3-85BA-4D37-A2DD-43ADEBD7F9A0}"/>
              </a:ext>
            </a:extLst>
          </p:cNvPr>
          <p:cNvSpPr>
            <a:spLocks xmlns:a="http://schemas.openxmlformats.org/drawingml/2006/main" noGrp="1"/>
          </p:cNvSpPr>
          <p:nvPr/>
        </p:nvSpPr>
        <p:spPr>
          <a:xfrm xmlns:a="http://schemas.openxmlformats.org/drawingml/2006/main">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4" name="slide-3-index">
            <a:extLst xmlns:a="http://schemas.openxmlformats.org/drawingml/2006/main">
              <a:ext uri="{FF2B5EF4-FFF2-40B4-BE49-F238E27FC236}">
                <a16:creationId xmlns:a16="http://schemas.microsoft.com/office/drawing/2014/main" id="{AB926F67-5999-4916-AFB6-C4D2A9D30E92}"/>
              </a:ext>
            </a:extLst>
          </p:cNvPr>
          <p:cNvSpPr>
            <a:spLocks xmlns:a="http://schemas.openxmlformats.org/drawingml/2006/main" noGrp="1"/>
          </p:cNvSpPr>
          <p:nvPr/>
        </p:nvSpPr>
        <p:spPr>
          <a:xfrm xmlns:a="http://schemas.openxmlformats.org/drawingml/2006/main">
            <a:off x="609600" y="645795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0636A"/>
                </a:solidFill>
                <a:latin typeface="Arial"/>
                <a:ea typeface="Arial"/>
                <a:cs typeface="Arial"/>
              </a:defRPr>
            </a:defPPr>
            <a:lvl1pPr algn="l">
              <a:buNone/>
              <a:defRPr sz="825" b="1">
                <a:solidFill>
                  <a:srgbClr val="50636A"/>
                </a:solidFill>
                <a:latin typeface="Arial"/>
                <a:ea typeface="Arial"/>
                <a:cs typeface="Arial"/>
              </a:defRPr>
            </a:lvl1pPr>
            <a:lvl2pPr algn="l">
              <a:buNone/>
              <a:defRPr sz="825" b="1">
                <a:solidFill>
                  <a:srgbClr val="50636A"/>
                </a:solidFill>
                <a:latin typeface="Arial"/>
                <a:ea typeface="Arial"/>
                <a:cs typeface="Arial"/>
              </a:defRPr>
            </a:lvl2pPr>
            <a:lvl3pPr algn="l">
              <a:buNone/>
              <a:defRPr sz="825" b="1">
                <a:solidFill>
                  <a:srgbClr val="50636A"/>
                </a:solidFill>
                <a:latin typeface="Arial"/>
                <a:ea typeface="Arial"/>
                <a:cs typeface="Arial"/>
              </a:defRPr>
            </a:lvl3pPr>
            <a:lvl4pPr algn="l">
              <a:buNone/>
              <a:defRPr sz="825" b="1">
                <a:solidFill>
                  <a:srgbClr val="50636A"/>
                </a:solidFill>
                <a:latin typeface="Arial"/>
                <a:ea typeface="Arial"/>
                <a:cs typeface="Arial"/>
              </a:defRPr>
            </a:lvl4pPr>
            <a:lvl5pPr algn="l">
              <a:buNone/>
              <a:defRPr sz="825" b="1">
                <a:solidFill>
                  <a:srgbClr val="50636A"/>
                </a:solidFill>
                <a:latin typeface="Arial"/>
                <a:ea typeface="Arial"/>
                <a:cs typeface="Arial"/>
              </a:defRPr>
            </a:lvl5pPr>
            <a:lvl6pPr algn="l">
              <a:buNone/>
              <a:defRPr sz="825" b="1">
                <a:solidFill>
                  <a:srgbClr val="50636A"/>
                </a:solidFill>
                <a:latin typeface="Arial"/>
                <a:ea typeface="Arial"/>
                <a:cs typeface="Arial"/>
              </a:defRPr>
            </a:lvl6pPr>
            <a:lvl7pPr algn="l">
              <a:buNone/>
              <a:defRPr sz="825" b="1">
                <a:solidFill>
                  <a:srgbClr val="50636A"/>
                </a:solidFill>
                <a:latin typeface="Arial"/>
                <a:ea typeface="Arial"/>
                <a:cs typeface="Arial"/>
              </a:defRPr>
            </a:lvl7pPr>
            <a:lvl8pPr algn="l">
              <a:buNone/>
              <a:defRPr sz="825" b="1">
                <a:solidFill>
                  <a:srgbClr val="50636A"/>
                </a:solidFill>
                <a:latin typeface="Arial"/>
                <a:ea typeface="Arial"/>
                <a:cs typeface="Arial"/>
              </a:defRPr>
            </a:lvl8pPr>
            <a:lvl9pPr algn="l">
              <a:buNone/>
              <a:defRPr sz="825" b="1">
                <a:solidFill>
                  <a:srgbClr val="50636A"/>
                </a:solidFill>
                <a:latin typeface="Arial"/>
                <a:ea typeface="Arial"/>
                <a:cs typeface="Arial"/>
              </a:defRPr>
            </a:lvl9pPr>
          </a:lstStyle>
          <a:p xmlns:a="http://schemas.openxmlformats.org/drawingml/2006/main">
            <a:pPr algn="l">
              <a:buNone/>
              <a:defRPr sz="825" b="1">
                <a:solidFill>
                  <a:srgbClr val="50636A"/>
                </a:solidFill>
                <a:latin typeface="Arial"/>
                <a:ea typeface="Arial"/>
                <a:cs typeface="Arial"/>
              </a:defRPr>
            </a:pPr>
            <a:r>
              <a:rPr sz="825" b="1">
                <a:solidFill>
                  <a:srgbClr val="50636A"/>
                </a:solidFill>
                <a:latin typeface="Arial"/>
                <a:ea typeface="Arial"/>
                <a:cs typeface="Arial"/>
              </a:rPr>
              <a:t>RELYFETAL   /   HIL PLAN                                      03  /  03</a:t>
            </a:r>
          </a:p>
        </p:txBody>
      </p:sp>
      <p:sp>
        <p:nvSpPr>
          <p:cNvPr id="5" name="step-spine">
            <a:extLst xmlns:a="http://schemas.openxmlformats.org/drawingml/2006/main">
              <a:ext uri="{FF2B5EF4-FFF2-40B4-BE49-F238E27FC236}">
                <a16:creationId xmlns:a16="http://schemas.microsoft.com/office/drawing/2014/main" id="{55026DCB-7482-4F13-8157-6E48457F0803}"/>
              </a:ext>
            </a:extLst>
          </p:cNvPr>
          <p:cNvSpPr>
            <a:spLocks xmlns:a="http://schemas.openxmlformats.org/drawingml/2006/main" noGrp="1"/>
          </p:cNvSpPr>
          <p:nvPr/>
        </p:nvSpPr>
        <p:spPr>
          <a:xfrm xmlns:a="http://schemas.openxmlformats.org/drawingml/2006/main">
            <a:off x="1057275" y="1724025"/>
            <a:ext cx="9525" cy="2771775"/>
          </a:xfrm>
          <a:prstGeom xmlns:a="http://schemas.openxmlformats.org/drawingml/2006/main" prst="line">
            <a:avLst/>
          </a:prstGeom>
          <a:noFill xmlns:a="http://schemas.openxmlformats.org/drawingml/2006/main"/>
          <a:ln xmlns:a="http://schemas.openxmlformats.org/drawingml/2006/main" w="28575">
            <a:solidFill>
              <a:srgbClr val="D7DDD9"/>
            </a:solidFill>
            <a:prstDash val="solid"/>
          </a:ln>
        </p:spPr>
      </p:sp>
      <p:sp>
        <p:nvSpPr>
          <p:cNvPr id="6" name="step-01-dot">
            <a:extLst xmlns:a="http://schemas.openxmlformats.org/drawingml/2006/main">
              <a:ext uri="{FF2B5EF4-FFF2-40B4-BE49-F238E27FC236}">
                <a16:creationId xmlns:a16="http://schemas.microsoft.com/office/drawing/2014/main" id="{3E226805-A040-404B-9B4A-2C893DAB9B50}"/>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7" name="step-01-number">
            <a:extLst xmlns:a="http://schemas.openxmlformats.org/drawingml/2006/main">
              <a:ext uri="{FF2B5EF4-FFF2-40B4-BE49-F238E27FC236}">
                <a16:creationId xmlns:a16="http://schemas.microsoft.com/office/drawing/2014/main" id="{F0C2282D-C4BC-4A4A-A8E5-293886790005}"/>
              </a:ext>
            </a:extLst>
          </p:cNvPr>
          <p:cNvSpPr>
            <a:spLocks xmlns:a="http://schemas.openxmlformats.org/drawingml/2006/main" noGrp="1"/>
          </p:cNvSpPr>
          <p:nvPr/>
        </p:nvSpPr>
        <p:spPr>
          <a:xfrm xmlns:a="http://schemas.openxmlformats.org/drawingml/2006/main">
            <a:off x="685800" y="1590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01</a:t>
            </a:r>
          </a:p>
        </p:txBody>
      </p:sp>
      <p:sp>
        <p:nvSpPr>
          <p:cNvPr id="8" name="step-01-title">
            <a:extLst xmlns:a="http://schemas.openxmlformats.org/drawingml/2006/main">
              <a:ext uri="{FF2B5EF4-FFF2-40B4-BE49-F238E27FC236}">
                <a16:creationId xmlns:a16="http://schemas.microsoft.com/office/drawing/2014/main" id="{059C9542-5DCD-4515-9753-6347282F9F09}"/>
              </a:ext>
            </a:extLst>
          </p:cNvPr>
          <p:cNvSpPr>
            <a:spLocks xmlns:a="http://schemas.openxmlformats.org/drawingml/2006/main" noGrp="1"/>
          </p:cNvSpPr>
          <p:nvPr/>
        </p:nvSpPr>
        <p:spPr>
          <a:xfrm xmlns:a="http://schemas.openxmlformats.org/drawingml/2006/main">
            <a:off x="1409700" y="15335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Chốt data + firmware</a:t>
            </a:r>
          </a:p>
        </p:txBody>
      </p:sp>
      <p:sp>
        <p:nvSpPr>
          <p:cNvPr id="9" name="step-01-body">
            <a:extLst xmlns:a="http://schemas.openxmlformats.org/drawingml/2006/main">
              <a:ext uri="{FF2B5EF4-FFF2-40B4-BE49-F238E27FC236}">
                <a16:creationId xmlns:a16="http://schemas.microsoft.com/office/drawing/2014/main" id="{923248DF-B319-4530-971E-E763BB5B98CE}"/>
              </a:ext>
            </a:extLst>
          </p:cNvPr>
          <p:cNvSpPr>
            <a:spLocks xmlns:a="http://schemas.openxmlformats.org/drawingml/2006/main" noGrp="1"/>
          </p:cNvSpPr>
          <p:nvPr/>
        </p:nvSpPr>
        <p:spPr>
          <a:xfrm xmlns:a="http://schemas.openxmlformats.org/drawingml/2006/main">
            <a:off x="1409700" y="18192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Tạo lại r01 / a02 ở 1 kHz từ dữ liệu gốc. Phát theo timer/DMA; tắt Serial.printf mỗi mẫu để tránh jitter.</a:t>
            </a:r>
          </a:p>
        </p:txBody>
      </p:sp>
      <p:sp>
        <p:nvSpPr>
          <p:cNvPr id="10" name="step-divider-0">
            <a:extLst xmlns:a="http://schemas.openxmlformats.org/drawingml/2006/main">
              <a:ext uri="{FF2B5EF4-FFF2-40B4-BE49-F238E27FC236}">
                <a16:creationId xmlns:a16="http://schemas.microsoft.com/office/drawing/2014/main" id="{CE4C718D-4FF9-445C-B025-CC3B78C441ED}"/>
              </a:ext>
            </a:extLst>
          </p:cNvPr>
          <p:cNvSpPr>
            <a:spLocks xmlns:a="http://schemas.openxmlformats.org/drawingml/2006/main" noGrp="1"/>
          </p:cNvSpPr>
          <p:nvPr/>
        </p:nvSpPr>
        <p:spPr>
          <a:xfrm xmlns:a="http://schemas.openxmlformats.org/drawingml/2006/main">
            <a:off x="1409700" y="23526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1" name="step-02-dot">
            <a:extLst xmlns:a="http://schemas.openxmlformats.org/drawingml/2006/main">
              <a:ext uri="{FF2B5EF4-FFF2-40B4-BE49-F238E27FC236}">
                <a16:creationId xmlns:a16="http://schemas.microsoft.com/office/drawing/2014/main" id="{6B3E03F6-A1DB-4A82-876A-E1816F75B13D}"/>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ellipse">
            <a:avLst/>
          </a:prstGeom>
          <a:solidFill xmlns:a="http://schemas.openxmlformats.org/drawingml/2006/main">
            <a:srgbClr val="B87A24"/>
          </a:solidFill>
          <a:ln xmlns:a="http://schemas.openxmlformats.org/drawingml/2006/main" w="0">
            <a:noFill/>
            <a:prstDash val="solid"/>
          </a:ln>
        </p:spPr>
      </p:sp>
      <p:sp>
        <p:nvSpPr>
          <p:cNvPr id="12" name="step-02-number">
            <a:extLst xmlns:a="http://schemas.openxmlformats.org/drawingml/2006/main">
              <a:ext uri="{FF2B5EF4-FFF2-40B4-BE49-F238E27FC236}">
                <a16:creationId xmlns:a16="http://schemas.microsoft.com/office/drawing/2014/main" id="{99DEE413-15D6-42F4-BE67-189CF8543362}"/>
              </a:ext>
            </a:extLst>
          </p:cNvPr>
          <p:cNvSpPr>
            <a:spLocks xmlns:a="http://schemas.openxmlformats.org/drawingml/2006/main" noGrp="1"/>
          </p:cNvSpPr>
          <p:nvPr/>
        </p:nvSpPr>
        <p:spPr>
          <a:xfrm xmlns:a="http://schemas.openxmlformats.org/drawingml/2006/main">
            <a:off x="685800" y="25050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02</a:t>
            </a:r>
          </a:p>
        </p:txBody>
      </p:sp>
      <p:sp>
        <p:nvSpPr>
          <p:cNvPr id="13" name="step-02-title">
            <a:extLst xmlns:a="http://schemas.openxmlformats.org/drawingml/2006/main">
              <a:ext uri="{FF2B5EF4-FFF2-40B4-BE49-F238E27FC236}">
                <a16:creationId xmlns:a16="http://schemas.microsoft.com/office/drawing/2014/main" id="{4D027490-6E82-4582-9148-C7C52645165A}"/>
              </a:ext>
            </a:extLst>
          </p:cNvPr>
          <p:cNvSpPr>
            <a:spLocks xmlns:a="http://schemas.openxmlformats.org/drawingml/2006/main" noGrp="1"/>
          </p:cNvSpPr>
          <p:nvPr/>
        </p:nvSpPr>
        <p:spPr>
          <a:xfrm xmlns:a="http://schemas.openxmlformats.org/drawingml/2006/main">
            <a:off x="1409700" y="24479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Kiểm tra điện áp</a:t>
            </a:r>
          </a:p>
        </p:txBody>
      </p:sp>
      <p:sp>
        <p:nvSpPr>
          <p:cNvPr id="14" name="step-02-body">
            <a:extLst xmlns:a="http://schemas.openxmlformats.org/drawingml/2006/main">
              <a:ext uri="{FF2B5EF4-FFF2-40B4-BE49-F238E27FC236}">
                <a16:creationId xmlns:a16="http://schemas.microsoft.com/office/drawing/2014/main" id="{8F1CA71E-0598-4537-9464-5B6142DB10E8}"/>
              </a:ext>
            </a:extLst>
          </p:cNvPr>
          <p:cNvSpPr>
            <a:spLocks xmlns:a="http://schemas.openxmlformats.org/drawingml/2006/main" noGrp="1"/>
          </p:cNvSpPr>
          <p:nvPr/>
        </p:nvSpPr>
        <p:spPr>
          <a:xfrm xmlns:a="http://schemas.openxmlformats.org/drawingml/2006/main">
            <a:off x="1409700" y="27336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GPIO25 → R1 10 kΩ → nút ADC GPIO1; R2 56 kΩ // C1 100 nF từ nút xuống GND. ADC 12 dB; đỉnh dự kiến ≤2,8 V.</a:t>
            </a:r>
          </a:p>
        </p:txBody>
      </p:sp>
      <p:sp>
        <p:nvSpPr>
          <p:cNvPr id="15" name="step-divider-1">
            <a:extLst xmlns:a="http://schemas.openxmlformats.org/drawingml/2006/main">
              <a:ext uri="{FF2B5EF4-FFF2-40B4-BE49-F238E27FC236}">
                <a16:creationId xmlns:a16="http://schemas.microsoft.com/office/drawing/2014/main" id="{17D8CACB-F3FD-4B99-9630-1129632994D9}"/>
              </a:ext>
            </a:extLst>
          </p:cNvPr>
          <p:cNvSpPr>
            <a:spLocks xmlns:a="http://schemas.openxmlformats.org/drawingml/2006/main" noGrp="1"/>
          </p:cNvSpPr>
          <p:nvPr/>
        </p:nvSpPr>
        <p:spPr>
          <a:xfrm xmlns:a="http://schemas.openxmlformats.org/drawingml/2006/main">
            <a:off x="1409700" y="32670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16" name="step-03-dot">
            <a:extLst xmlns:a="http://schemas.openxmlformats.org/drawingml/2006/main">
              <a:ext uri="{FF2B5EF4-FFF2-40B4-BE49-F238E27FC236}">
                <a16:creationId xmlns:a16="http://schemas.microsoft.com/office/drawing/2014/main" id="{A7DA0DC1-3A49-49B3-88CE-710BA5CDBBEA}"/>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ellipse">
            <a:avLst/>
          </a:prstGeom>
          <a:solidFill xmlns:a="http://schemas.openxmlformats.org/drawingml/2006/main">
            <a:srgbClr val="006F68"/>
          </a:solidFill>
          <a:ln xmlns:a="http://schemas.openxmlformats.org/drawingml/2006/main" w="0">
            <a:noFill/>
            <a:prstDash val="solid"/>
          </a:ln>
        </p:spPr>
      </p:sp>
      <p:sp>
        <p:nvSpPr>
          <p:cNvPr id="17" name="step-03-number">
            <a:extLst xmlns:a="http://schemas.openxmlformats.org/drawingml/2006/main">
              <a:ext uri="{FF2B5EF4-FFF2-40B4-BE49-F238E27FC236}">
                <a16:creationId xmlns:a16="http://schemas.microsoft.com/office/drawing/2014/main" id="{F616068E-D2B9-4B4B-A7EB-213DFBE7552C}"/>
              </a:ext>
            </a:extLst>
          </p:cNvPr>
          <p:cNvSpPr>
            <a:spLocks xmlns:a="http://schemas.openxmlformats.org/drawingml/2006/main" noGrp="1"/>
          </p:cNvSpPr>
          <p:nvPr/>
        </p:nvSpPr>
        <p:spPr>
          <a:xfrm xmlns:a="http://schemas.openxmlformats.org/drawingml/2006/main">
            <a:off x="68580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03</a:t>
            </a:r>
          </a:p>
        </p:txBody>
      </p:sp>
      <p:sp>
        <p:nvSpPr>
          <p:cNvPr id="18" name="step-03-title">
            <a:extLst xmlns:a="http://schemas.openxmlformats.org/drawingml/2006/main">
              <a:ext uri="{FF2B5EF4-FFF2-40B4-BE49-F238E27FC236}">
                <a16:creationId xmlns:a16="http://schemas.microsoft.com/office/drawing/2014/main" id="{A3F17B5D-08EB-440D-9DC3-ED7EAFD80B9B}"/>
              </a:ext>
            </a:extLst>
          </p:cNvPr>
          <p:cNvSpPr>
            <a:spLocks xmlns:a="http://schemas.openxmlformats.org/drawingml/2006/main" noGrp="1"/>
          </p:cNvSpPr>
          <p:nvPr/>
        </p:nvSpPr>
        <p:spPr>
          <a:xfrm xmlns:a="http://schemas.openxmlformats.org/drawingml/2006/main">
            <a:off x="1409700" y="33623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Nạp pipeline thật</a:t>
            </a:r>
          </a:p>
        </p:txBody>
      </p:sp>
      <p:sp>
        <p:nvSpPr>
          <p:cNvPr id="19" name="step-03-body">
            <a:extLst xmlns:a="http://schemas.openxmlformats.org/drawingml/2006/main">
              <a:ext uri="{FF2B5EF4-FFF2-40B4-BE49-F238E27FC236}">
                <a16:creationId xmlns:a16="http://schemas.microsoft.com/office/drawing/2014/main" id="{606C418F-9970-4E86-85FF-8AA017E099A6}"/>
              </a:ext>
            </a:extLst>
          </p:cNvPr>
          <p:cNvSpPr>
            <a:spLocks xmlns:a="http://schemas.openxmlformats.org/drawingml/2006/main" noGrp="1"/>
          </p:cNvSpPr>
          <p:nvPr/>
        </p:nvSpPr>
        <p:spPr>
          <a:xfrm xmlns:a="http://schemas.openxmlformats.org/drawingml/2006/main">
            <a:off x="1409700" y="36480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Thu 1.000 mẫu/s, kiểm tra cửa sổ 4 s, tiền xử lý và TCN INT8 đúng cùng cấu hình với đánh giá offline; OLED chỉ là đầu ra.</a:t>
            </a:r>
          </a:p>
        </p:txBody>
      </p:sp>
      <p:sp>
        <p:nvSpPr>
          <p:cNvPr id="20" name="step-divider-2">
            <a:extLst xmlns:a="http://schemas.openxmlformats.org/drawingml/2006/main">
              <a:ext uri="{FF2B5EF4-FFF2-40B4-BE49-F238E27FC236}">
                <a16:creationId xmlns:a16="http://schemas.microsoft.com/office/drawing/2014/main" id="{246DCF6B-43F8-48AA-B4F3-B08E9DD5F0F3}"/>
              </a:ext>
            </a:extLst>
          </p:cNvPr>
          <p:cNvSpPr>
            <a:spLocks xmlns:a="http://schemas.openxmlformats.org/drawingml/2006/main" noGrp="1"/>
          </p:cNvSpPr>
          <p:nvPr/>
        </p:nvSpPr>
        <p:spPr>
          <a:xfrm xmlns:a="http://schemas.openxmlformats.org/drawingml/2006/main">
            <a:off x="1409700" y="4181475"/>
            <a:ext cx="6619875" cy="9525"/>
          </a:xfrm>
          <a:prstGeom xmlns:a="http://schemas.openxmlformats.org/drawingml/2006/main" prst="line">
            <a:avLst/>
          </a:prstGeom>
          <a:noFill xmlns:a="http://schemas.openxmlformats.org/drawingml/2006/main"/>
          <a:ln xmlns:a="http://schemas.openxmlformats.org/drawingml/2006/main" w="9525">
            <a:solidFill>
              <a:srgbClr val="D7DDD9"/>
            </a:solidFill>
            <a:prstDash val="solid"/>
          </a:ln>
        </p:spPr>
      </p:sp>
      <p:sp>
        <p:nvSpPr>
          <p:cNvPr id="21" name="step-04-dot">
            <a:extLst xmlns:a="http://schemas.openxmlformats.org/drawingml/2006/main">
              <a:ext uri="{FF2B5EF4-FFF2-40B4-BE49-F238E27FC236}">
                <a16:creationId xmlns:a16="http://schemas.microsoft.com/office/drawing/2014/main" id="{1E77DC48-EB68-486A-8214-8E643B67CF58}"/>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ellipse">
            <a:avLst/>
          </a:prstGeom>
          <a:solidFill xmlns:a="http://schemas.openxmlformats.org/drawingml/2006/main">
            <a:srgbClr val="C84B42"/>
          </a:solidFill>
          <a:ln xmlns:a="http://schemas.openxmlformats.org/drawingml/2006/main" w="0">
            <a:noFill/>
            <a:prstDash val="solid"/>
          </a:ln>
        </p:spPr>
      </p:sp>
      <p:sp>
        <p:nvSpPr>
          <p:cNvPr id="22" name="step-04-number">
            <a:extLst xmlns:a="http://schemas.openxmlformats.org/drawingml/2006/main">
              <a:ext uri="{FF2B5EF4-FFF2-40B4-BE49-F238E27FC236}">
                <a16:creationId xmlns:a16="http://schemas.microsoft.com/office/drawing/2014/main" id="{CC1F5085-2DB4-4F17-BFE8-D78D0DDD9C09}"/>
              </a:ext>
            </a:extLst>
          </p:cNvPr>
          <p:cNvSpPr>
            <a:spLocks xmlns:a="http://schemas.openxmlformats.org/drawingml/2006/main" noGrp="1"/>
          </p:cNvSpPr>
          <p:nvPr/>
        </p:nvSpPr>
        <p:spPr>
          <a:xfrm xmlns:a="http://schemas.openxmlformats.org/drawingml/2006/main">
            <a:off x="6858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7F8F3"/>
                </a:solidFill>
                <a:latin typeface="Arial"/>
                <a:ea typeface="Arial"/>
                <a:cs typeface="Arial"/>
              </a:defRPr>
            </a:defPPr>
            <a:lvl1pPr algn="ctr">
              <a:buNone/>
              <a:defRPr sz="1125" b="1">
                <a:solidFill>
                  <a:srgbClr val="F7F8F3"/>
                </a:solidFill>
                <a:latin typeface="Arial"/>
                <a:ea typeface="Arial"/>
                <a:cs typeface="Arial"/>
              </a:defRPr>
            </a:lvl1pPr>
            <a:lvl2pPr algn="ctr">
              <a:buNone/>
              <a:defRPr sz="1125" b="1">
                <a:solidFill>
                  <a:srgbClr val="F7F8F3"/>
                </a:solidFill>
                <a:latin typeface="Arial"/>
                <a:ea typeface="Arial"/>
                <a:cs typeface="Arial"/>
              </a:defRPr>
            </a:lvl2pPr>
            <a:lvl3pPr algn="ctr">
              <a:buNone/>
              <a:defRPr sz="1125" b="1">
                <a:solidFill>
                  <a:srgbClr val="F7F8F3"/>
                </a:solidFill>
                <a:latin typeface="Arial"/>
                <a:ea typeface="Arial"/>
                <a:cs typeface="Arial"/>
              </a:defRPr>
            </a:lvl3pPr>
            <a:lvl4pPr algn="ctr">
              <a:buNone/>
              <a:defRPr sz="1125" b="1">
                <a:solidFill>
                  <a:srgbClr val="F7F8F3"/>
                </a:solidFill>
                <a:latin typeface="Arial"/>
                <a:ea typeface="Arial"/>
                <a:cs typeface="Arial"/>
              </a:defRPr>
            </a:lvl4pPr>
            <a:lvl5pPr algn="ctr">
              <a:buNone/>
              <a:defRPr sz="1125" b="1">
                <a:solidFill>
                  <a:srgbClr val="F7F8F3"/>
                </a:solidFill>
                <a:latin typeface="Arial"/>
                <a:ea typeface="Arial"/>
                <a:cs typeface="Arial"/>
              </a:defRPr>
            </a:lvl5pPr>
            <a:lvl6pPr algn="ctr">
              <a:buNone/>
              <a:defRPr sz="1125" b="1">
                <a:solidFill>
                  <a:srgbClr val="F7F8F3"/>
                </a:solidFill>
                <a:latin typeface="Arial"/>
                <a:ea typeface="Arial"/>
                <a:cs typeface="Arial"/>
              </a:defRPr>
            </a:lvl6pPr>
            <a:lvl7pPr algn="ctr">
              <a:buNone/>
              <a:defRPr sz="1125" b="1">
                <a:solidFill>
                  <a:srgbClr val="F7F8F3"/>
                </a:solidFill>
                <a:latin typeface="Arial"/>
                <a:ea typeface="Arial"/>
                <a:cs typeface="Arial"/>
              </a:defRPr>
            </a:lvl7pPr>
            <a:lvl8pPr algn="ctr">
              <a:buNone/>
              <a:defRPr sz="1125" b="1">
                <a:solidFill>
                  <a:srgbClr val="F7F8F3"/>
                </a:solidFill>
                <a:latin typeface="Arial"/>
                <a:ea typeface="Arial"/>
                <a:cs typeface="Arial"/>
              </a:defRPr>
            </a:lvl8pPr>
            <a:lvl9pPr algn="ctr">
              <a:buNone/>
              <a:defRPr sz="1125" b="1">
                <a:solidFill>
                  <a:srgbClr val="F7F8F3"/>
                </a:solidFill>
                <a:latin typeface="Arial"/>
                <a:ea typeface="Arial"/>
                <a:cs typeface="Arial"/>
              </a:defRPr>
            </a:lvl9pPr>
          </a:lstStyle>
          <a:p xmlns:a="http://schemas.openxmlformats.org/drawingml/2006/main">
            <a:pPr algn="ctr">
              <a:buNone/>
              <a:defRPr sz="1125" b="1">
                <a:solidFill>
                  <a:srgbClr val="F7F8F3"/>
                </a:solidFill>
                <a:latin typeface="Arial"/>
                <a:ea typeface="Arial"/>
                <a:cs typeface="Arial"/>
              </a:defRPr>
            </a:pPr>
            <a:r>
              <a:rPr sz="1125" b="1">
                <a:solidFill>
                  <a:srgbClr val="F7F8F3"/>
                </a:solidFill>
                <a:latin typeface="Arial"/>
                <a:ea typeface="Arial"/>
                <a:cs typeface="Arial"/>
              </a:rPr>
              <a:t>04</a:t>
            </a:r>
          </a:p>
        </p:txBody>
      </p:sp>
      <p:sp>
        <p:nvSpPr>
          <p:cNvPr id="23" name="step-04-title">
            <a:extLst xmlns:a="http://schemas.openxmlformats.org/drawingml/2006/main">
              <a:ext uri="{FF2B5EF4-FFF2-40B4-BE49-F238E27FC236}">
                <a16:creationId xmlns:a16="http://schemas.microsoft.com/office/drawing/2014/main" id="{F9E5543B-3865-4F79-A7E2-4A42F7969AA6}"/>
              </a:ext>
            </a:extLst>
          </p:cNvPr>
          <p:cNvSpPr>
            <a:spLocks xmlns:a="http://schemas.openxmlformats.org/drawingml/2006/main" noGrp="1"/>
          </p:cNvSpPr>
          <p:nvPr/>
        </p:nvSpPr>
        <p:spPr>
          <a:xfrm xmlns:a="http://schemas.openxmlformats.org/drawingml/2006/main">
            <a:off x="1409700" y="42767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1232B"/>
                </a:solidFill>
                <a:latin typeface="Arial"/>
                <a:ea typeface="Arial"/>
                <a:cs typeface="Arial"/>
              </a:defRPr>
            </a:defPPr>
            <a:lvl1pPr algn="l">
              <a:buNone/>
              <a:defRPr sz="1500" b="1">
                <a:solidFill>
                  <a:srgbClr val="11232B"/>
                </a:solidFill>
                <a:latin typeface="Arial"/>
                <a:ea typeface="Arial"/>
                <a:cs typeface="Arial"/>
              </a:defRPr>
            </a:lvl1pPr>
            <a:lvl2pPr algn="l">
              <a:buNone/>
              <a:defRPr sz="1500" b="1">
                <a:solidFill>
                  <a:srgbClr val="11232B"/>
                </a:solidFill>
                <a:latin typeface="Arial"/>
                <a:ea typeface="Arial"/>
                <a:cs typeface="Arial"/>
              </a:defRPr>
            </a:lvl2pPr>
            <a:lvl3pPr algn="l">
              <a:buNone/>
              <a:defRPr sz="1500" b="1">
                <a:solidFill>
                  <a:srgbClr val="11232B"/>
                </a:solidFill>
                <a:latin typeface="Arial"/>
                <a:ea typeface="Arial"/>
                <a:cs typeface="Arial"/>
              </a:defRPr>
            </a:lvl3pPr>
            <a:lvl4pPr algn="l">
              <a:buNone/>
              <a:defRPr sz="1500" b="1">
                <a:solidFill>
                  <a:srgbClr val="11232B"/>
                </a:solidFill>
                <a:latin typeface="Arial"/>
                <a:ea typeface="Arial"/>
                <a:cs typeface="Arial"/>
              </a:defRPr>
            </a:lvl4pPr>
            <a:lvl5pPr algn="l">
              <a:buNone/>
              <a:defRPr sz="1500" b="1">
                <a:solidFill>
                  <a:srgbClr val="11232B"/>
                </a:solidFill>
                <a:latin typeface="Arial"/>
                <a:ea typeface="Arial"/>
                <a:cs typeface="Arial"/>
              </a:defRPr>
            </a:lvl5pPr>
            <a:lvl6pPr algn="l">
              <a:buNone/>
              <a:defRPr sz="1500" b="1">
                <a:solidFill>
                  <a:srgbClr val="11232B"/>
                </a:solidFill>
                <a:latin typeface="Arial"/>
                <a:ea typeface="Arial"/>
                <a:cs typeface="Arial"/>
              </a:defRPr>
            </a:lvl6pPr>
            <a:lvl7pPr algn="l">
              <a:buNone/>
              <a:defRPr sz="1500" b="1">
                <a:solidFill>
                  <a:srgbClr val="11232B"/>
                </a:solidFill>
                <a:latin typeface="Arial"/>
                <a:ea typeface="Arial"/>
                <a:cs typeface="Arial"/>
              </a:defRPr>
            </a:lvl7pPr>
            <a:lvl8pPr algn="l">
              <a:buNone/>
              <a:defRPr sz="1500" b="1">
                <a:solidFill>
                  <a:srgbClr val="11232B"/>
                </a:solidFill>
                <a:latin typeface="Arial"/>
                <a:ea typeface="Arial"/>
                <a:cs typeface="Arial"/>
              </a:defRPr>
            </a:lvl8pPr>
            <a:lvl9pPr algn="l">
              <a:buNone/>
              <a:defRPr sz="1500" b="1">
                <a:solidFill>
                  <a:srgbClr val="11232B"/>
                </a:solidFill>
                <a:latin typeface="Arial"/>
                <a:ea typeface="Arial"/>
                <a:cs typeface="Arial"/>
              </a:defRPr>
            </a:lvl9pPr>
          </a:lstStyle>
          <a:p xmlns:a="http://schemas.openxmlformats.org/drawingml/2006/main">
            <a:pPr algn="l">
              <a:buNone/>
              <a:defRPr sz="1500" b="1">
                <a:solidFill>
                  <a:srgbClr val="11232B"/>
                </a:solidFill>
                <a:latin typeface="Arial"/>
                <a:ea typeface="Arial"/>
                <a:cs typeface="Arial"/>
              </a:defRPr>
            </a:pPr>
            <a:r>
              <a:rPr sz="1500" b="1">
                <a:solidFill>
                  <a:srgbClr val="11232B"/>
                </a:solidFill>
                <a:latin typeface="Arial"/>
                <a:ea typeface="Arial"/>
                <a:cs typeface="Arial"/>
              </a:rPr>
              <a:t>So khớp hai ca</a:t>
            </a:r>
          </a:p>
        </p:txBody>
      </p:sp>
      <p:sp>
        <p:nvSpPr>
          <p:cNvPr id="24" name="step-04-body">
            <a:extLst xmlns:a="http://schemas.openxmlformats.org/drawingml/2006/main">
              <a:ext uri="{FF2B5EF4-FFF2-40B4-BE49-F238E27FC236}">
                <a16:creationId xmlns:a16="http://schemas.microsoft.com/office/drawing/2014/main" id="{CDC79DE4-EE5A-46A1-9A22-0CF9CE37C31A}"/>
              </a:ext>
            </a:extLst>
          </p:cNvPr>
          <p:cNvSpPr>
            <a:spLocks xmlns:a="http://schemas.openxmlformats.org/drawingml/2006/main" noGrp="1"/>
          </p:cNvSpPr>
          <p:nvPr/>
        </p:nvSpPr>
        <p:spPr>
          <a:xfrm xmlns:a="http://schemas.openxmlformats.org/drawingml/2006/main">
            <a:off x="1409700" y="4562475"/>
            <a:ext cx="6638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0636A"/>
                </a:solidFill>
                <a:latin typeface="Arial"/>
                <a:ea typeface="Arial"/>
                <a:cs typeface="Arial"/>
              </a:defRPr>
            </a:defPPr>
            <a:lvl1pPr algn="l">
              <a:buNone/>
              <a:defRPr sz="1125" b="0">
                <a:solidFill>
                  <a:srgbClr val="50636A"/>
                </a:solidFill>
                <a:latin typeface="Arial"/>
                <a:ea typeface="Arial"/>
                <a:cs typeface="Arial"/>
              </a:defRPr>
            </a:lvl1pPr>
            <a:lvl2pPr algn="l">
              <a:buNone/>
              <a:defRPr sz="1125" b="0">
                <a:solidFill>
                  <a:srgbClr val="50636A"/>
                </a:solidFill>
                <a:latin typeface="Arial"/>
                <a:ea typeface="Arial"/>
                <a:cs typeface="Arial"/>
              </a:defRPr>
            </a:lvl2pPr>
            <a:lvl3pPr algn="l">
              <a:buNone/>
              <a:defRPr sz="1125" b="0">
                <a:solidFill>
                  <a:srgbClr val="50636A"/>
                </a:solidFill>
                <a:latin typeface="Arial"/>
                <a:ea typeface="Arial"/>
                <a:cs typeface="Arial"/>
              </a:defRPr>
            </a:lvl3pPr>
            <a:lvl4pPr algn="l">
              <a:buNone/>
              <a:defRPr sz="1125" b="0">
                <a:solidFill>
                  <a:srgbClr val="50636A"/>
                </a:solidFill>
                <a:latin typeface="Arial"/>
                <a:ea typeface="Arial"/>
                <a:cs typeface="Arial"/>
              </a:defRPr>
            </a:lvl4pPr>
            <a:lvl5pPr algn="l">
              <a:buNone/>
              <a:defRPr sz="1125" b="0">
                <a:solidFill>
                  <a:srgbClr val="50636A"/>
                </a:solidFill>
                <a:latin typeface="Arial"/>
                <a:ea typeface="Arial"/>
                <a:cs typeface="Arial"/>
              </a:defRPr>
            </a:lvl5pPr>
            <a:lvl6pPr algn="l">
              <a:buNone/>
              <a:defRPr sz="1125" b="0">
                <a:solidFill>
                  <a:srgbClr val="50636A"/>
                </a:solidFill>
                <a:latin typeface="Arial"/>
                <a:ea typeface="Arial"/>
                <a:cs typeface="Arial"/>
              </a:defRPr>
            </a:lvl6pPr>
            <a:lvl7pPr algn="l">
              <a:buNone/>
              <a:defRPr sz="1125" b="0">
                <a:solidFill>
                  <a:srgbClr val="50636A"/>
                </a:solidFill>
                <a:latin typeface="Arial"/>
                <a:ea typeface="Arial"/>
                <a:cs typeface="Arial"/>
              </a:defRPr>
            </a:lvl7pPr>
            <a:lvl8pPr algn="l">
              <a:buNone/>
              <a:defRPr sz="1125" b="0">
                <a:solidFill>
                  <a:srgbClr val="50636A"/>
                </a:solidFill>
                <a:latin typeface="Arial"/>
                <a:ea typeface="Arial"/>
                <a:cs typeface="Arial"/>
              </a:defRPr>
            </a:lvl8pPr>
            <a:lvl9pPr algn="l">
              <a:buNone/>
              <a:defRPr sz="1125" b="0">
                <a:solidFill>
                  <a:srgbClr val="50636A"/>
                </a:solidFill>
                <a:latin typeface="Arial"/>
                <a:ea typeface="Arial"/>
                <a:cs typeface="Arial"/>
              </a:defRPr>
            </a:lvl9pPr>
          </a:lstStyle>
          <a:p xmlns:a="http://schemas.openxmlformats.org/drawingml/2006/main">
            <a:pPr algn="l">
              <a:buNone/>
              <a:defRPr sz="1125" b="0">
                <a:solidFill>
                  <a:srgbClr val="50636A"/>
                </a:solidFill>
                <a:latin typeface="Arial"/>
                <a:ea typeface="Arial"/>
                <a:cs typeface="Arial"/>
              </a:defRPr>
            </a:pPr>
            <a:r>
              <a:rPr sz="1125" b="0">
                <a:solidFill>
                  <a:srgbClr val="50636A"/>
                </a:solidFill>
                <a:latin typeface="Arial"/>
                <a:ea typeface="Arial"/>
                <a:cs typeface="Arial"/>
              </a:rPr>
              <a:t>r01: đối chiếu F1 / jitter với nhãn. a02: xác nhận gate từ chối và ẩn fHR. Lưu raw ADC, log, thời gian suy luận và phiên bản firmware.</a:t>
            </a:r>
          </a:p>
        </p:txBody>
      </p:sp>
      <p:sp>
        <p:nvSpPr>
          <p:cNvPr id="25" name="acceptance-panel">
            <a:extLst xmlns:a="http://schemas.openxmlformats.org/drawingml/2006/main">
              <a:ext uri="{FF2B5EF4-FFF2-40B4-BE49-F238E27FC236}">
                <a16:creationId xmlns:a16="http://schemas.microsoft.com/office/drawing/2014/main" id="{0CFFC332-1DB8-46DF-9F39-D9E4EDD19E6E}"/>
              </a:ext>
            </a:extLst>
          </p:cNvPr>
          <p:cNvSpPr>
            <a:spLocks xmlns:a="http://schemas.openxmlformats.org/drawingml/2006/main" noGrp="1"/>
          </p:cNvSpPr>
          <p:nvPr/>
        </p:nvSpPr>
        <p:spPr>
          <a:xfrm xmlns:a="http://schemas.openxmlformats.org/drawingml/2006/main">
            <a:off x="8410575" y="1685925"/>
            <a:ext cx="3086100" cy="3667125"/>
          </a:xfrm>
          <a:prstGeom xmlns:a="http://schemas.openxmlformats.org/drawingml/2006/main" prst="roundRect">
            <a:avLst>
              <a:gd name="adj" fmla="val 3704"/>
            </a:avLst>
          </a:prstGeom>
          <a:solidFill xmlns:a="http://schemas.openxmlformats.org/drawingml/2006/main">
            <a:srgbClr val="102A33"/>
          </a:solidFill>
          <a:ln xmlns:a="http://schemas.openxmlformats.org/drawingml/2006/main" w="0">
            <a:noFill/>
            <a:prstDash val="solid"/>
          </a:ln>
        </p:spPr>
      </p:sp>
      <p:sp>
        <p:nvSpPr>
          <p:cNvPr id="26" name="acceptance-heading">
            <a:extLst xmlns:a="http://schemas.openxmlformats.org/drawingml/2006/main">
              <a:ext uri="{FF2B5EF4-FFF2-40B4-BE49-F238E27FC236}">
                <a16:creationId xmlns:a16="http://schemas.microsoft.com/office/drawing/2014/main" id="{B7E448FD-3E51-4E73-83C3-6C326551D34F}"/>
              </a:ext>
            </a:extLst>
          </p:cNvPr>
          <p:cNvSpPr>
            <a:spLocks xmlns:a="http://schemas.openxmlformats.org/drawingml/2006/main" noGrp="1"/>
          </p:cNvSpPr>
          <p:nvPr/>
        </p:nvSpPr>
        <p:spPr>
          <a:xfrm xmlns:a="http://schemas.openxmlformats.org/drawingml/2006/main">
            <a:off x="8639175" y="1895475"/>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CDEB5A"/>
                </a:solidFill>
                <a:latin typeface="Arial"/>
                <a:ea typeface="Arial"/>
                <a:cs typeface="Arial"/>
              </a:defRPr>
            </a:defPPr>
            <a:lvl1pPr algn="l">
              <a:buNone/>
              <a:defRPr sz="1050" b="1">
                <a:solidFill>
                  <a:srgbClr val="CDEB5A"/>
                </a:solidFill>
                <a:latin typeface="Arial"/>
                <a:ea typeface="Arial"/>
                <a:cs typeface="Arial"/>
              </a:defRPr>
            </a:lvl1pPr>
            <a:lvl2pPr algn="l">
              <a:buNone/>
              <a:defRPr sz="1050" b="1">
                <a:solidFill>
                  <a:srgbClr val="CDEB5A"/>
                </a:solidFill>
                <a:latin typeface="Arial"/>
                <a:ea typeface="Arial"/>
                <a:cs typeface="Arial"/>
              </a:defRPr>
            </a:lvl2pPr>
            <a:lvl3pPr algn="l">
              <a:buNone/>
              <a:defRPr sz="1050" b="1">
                <a:solidFill>
                  <a:srgbClr val="CDEB5A"/>
                </a:solidFill>
                <a:latin typeface="Arial"/>
                <a:ea typeface="Arial"/>
                <a:cs typeface="Arial"/>
              </a:defRPr>
            </a:lvl3pPr>
            <a:lvl4pPr algn="l">
              <a:buNone/>
              <a:defRPr sz="1050" b="1">
                <a:solidFill>
                  <a:srgbClr val="CDEB5A"/>
                </a:solidFill>
                <a:latin typeface="Arial"/>
                <a:ea typeface="Arial"/>
                <a:cs typeface="Arial"/>
              </a:defRPr>
            </a:lvl4pPr>
            <a:lvl5pPr algn="l">
              <a:buNone/>
              <a:defRPr sz="1050" b="1">
                <a:solidFill>
                  <a:srgbClr val="CDEB5A"/>
                </a:solidFill>
                <a:latin typeface="Arial"/>
                <a:ea typeface="Arial"/>
                <a:cs typeface="Arial"/>
              </a:defRPr>
            </a:lvl5pPr>
            <a:lvl6pPr algn="l">
              <a:buNone/>
              <a:defRPr sz="1050" b="1">
                <a:solidFill>
                  <a:srgbClr val="CDEB5A"/>
                </a:solidFill>
                <a:latin typeface="Arial"/>
                <a:ea typeface="Arial"/>
                <a:cs typeface="Arial"/>
              </a:defRPr>
            </a:lvl6pPr>
            <a:lvl7pPr algn="l">
              <a:buNone/>
              <a:defRPr sz="1050" b="1">
                <a:solidFill>
                  <a:srgbClr val="CDEB5A"/>
                </a:solidFill>
                <a:latin typeface="Arial"/>
                <a:ea typeface="Arial"/>
                <a:cs typeface="Arial"/>
              </a:defRPr>
            </a:lvl7pPr>
            <a:lvl8pPr algn="l">
              <a:buNone/>
              <a:defRPr sz="1050" b="1">
                <a:solidFill>
                  <a:srgbClr val="CDEB5A"/>
                </a:solidFill>
                <a:latin typeface="Arial"/>
                <a:ea typeface="Arial"/>
                <a:cs typeface="Arial"/>
              </a:defRPr>
            </a:lvl8pPr>
            <a:lvl9pPr algn="l">
              <a:buNone/>
              <a:defRPr sz="1050" b="1">
                <a:solidFill>
                  <a:srgbClr val="CDEB5A"/>
                </a:solidFill>
                <a:latin typeface="Arial"/>
                <a:ea typeface="Arial"/>
                <a:cs typeface="Arial"/>
              </a:defRPr>
            </a:lvl9pPr>
          </a:lstStyle>
          <a:p xmlns:a="http://schemas.openxmlformats.org/drawingml/2006/main">
            <a:pPr algn="l">
              <a:buNone/>
              <a:defRPr sz="1050" b="1">
                <a:solidFill>
                  <a:srgbClr val="CDEB5A"/>
                </a:solidFill>
                <a:latin typeface="Arial"/>
                <a:ea typeface="Arial"/>
                <a:cs typeface="Arial"/>
              </a:defRPr>
            </a:pPr>
            <a:r>
              <a:rPr sz="1050" b="1">
                <a:solidFill>
                  <a:srgbClr val="CDEB5A"/>
                </a:solidFill>
                <a:latin typeface="Arial"/>
                <a:ea typeface="Arial"/>
                <a:cs typeface="Arial"/>
              </a:rPr>
              <a:t>TIÊU CHÍ HIL</a:t>
            </a:r>
          </a:p>
        </p:txBody>
      </p:sp>
      <p:sp>
        <p:nvSpPr>
          <p:cNvPr id="27" name="acceptance-point-1">
            <a:extLst xmlns:a="http://schemas.openxmlformats.org/drawingml/2006/main">
              <a:ext uri="{FF2B5EF4-FFF2-40B4-BE49-F238E27FC236}">
                <a16:creationId xmlns:a16="http://schemas.microsoft.com/office/drawing/2014/main" id="{881BEABB-F7AE-41BE-8C4D-1C8EA847DB0A}"/>
              </a:ext>
            </a:extLst>
          </p:cNvPr>
          <p:cNvSpPr>
            <a:spLocks xmlns:a="http://schemas.openxmlformats.org/drawingml/2006/main" noGrp="1"/>
          </p:cNvSpPr>
          <p:nvPr/>
        </p:nvSpPr>
        <p:spPr>
          <a:xfrm xmlns:a="http://schemas.openxmlformats.org/drawingml/2006/main">
            <a:off x="8639175" y="2333625"/>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7F8F3"/>
                </a:solidFill>
                <a:latin typeface="Arial"/>
                <a:ea typeface="Arial"/>
                <a:cs typeface="Arial"/>
              </a:defRPr>
            </a:defPPr>
            <a:lvl1pPr algn="l">
              <a:buNone/>
              <a:defRPr sz="1200" b="1">
                <a:solidFill>
                  <a:srgbClr val="F7F8F3"/>
                </a:solidFill>
                <a:latin typeface="Arial"/>
                <a:ea typeface="Arial"/>
                <a:cs typeface="Arial"/>
              </a:defRPr>
            </a:lvl1pPr>
            <a:lvl2pPr algn="l">
              <a:buNone/>
              <a:defRPr sz="1200" b="1">
                <a:solidFill>
                  <a:srgbClr val="F7F8F3"/>
                </a:solidFill>
                <a:latin typeface="Arial"/>
                <a:ea typeface="Arial"/>
                <a:cs typeface="Arial"/>
              </a:defRPr>
            </a:lvl2pPr>
            <a:lvl3pPr algn="l">
              <a:buNone/>
              <a:defRPr sz="1200" b="1">
                <a:solidFill>
                  <a:srgbClr val="F7F8F3"/>
                </a:solidFill>
                <a:latin typeface="Arial"/>
                <a:ea typeface="Arial"/>
                <a:cs typeface="Arial"/>
              </a:defRPr>
            </a:lvl3pPr>
            <a:lvl4pPr algn="l">
              <a:buNone/>
              <a:defRPr sz="1200" b="1">
                <a:solidFill>
                  <a:srgbClr val="F7F8F3"/>
                </a:solidFill>
                <a:latin typeface="Arial"/>
                <a:ea typeface="Arial"/>
                <a:cs typeface="Arial"/>
              </a:defRPr>
            </a:lvl4pPr>
            <a:lvl5pPr algn="l">
              <a:buNone/>
              <a:defRPr sz="1200" b="1">
                <a:solidFill>
                  <a:srgbClr val="F7F8F3"/>
                </a:solidFill>
                <a:latin typeface="Arial"/>
                <a:ea typeface="Arial"/>
                <a:cs typeface="Arial"/>
              </a:defRPr>
            </a:lvl5pPr>
            <a:lvl6pPr algn="l">
              <a:buNone/>
              <a:defRPr sz="1200" b="1">
                <a:solidFill>
                  <a:srgbClr val="F7F8F3"/>
                </a:solidFill>
                <a:latin typeface="Arial"/>
                <a:ea typeface="Arial"/>
                <a:cs typeface="Arial"/>
              </a:defRPr>
            </a:lvl6pPr>
            <a:lvl7pPr algn="l">
              <a:buNone/>
              <a:defRPr sz="1200" b="1">
                <a:solidFill>
                  <a:srgbClr val="F7F8F3"/>
                </a:solidFill>
                <a:latin typeface="Arial"/>
                <a:ea typeface="Arial"/>
                <a:cs typeface="Arial"/>
              </a:defRPr>
            </a:lvl7pPr>
            <a:lvl8pPr algn="l">
              <a:buNone/>
              <a:defRPr sz="1200" b="1">
                <a:solidFill>
                  <a:srgbClr val="F7F8F3"/>
                </a:solidFill>
                <a:latin typeface="Arial"/>
                <a:ea typeface="Arial"/>
                <a:cs typeface="Arial"/>
              </a:defRPr>
            </a:lvl8pPr>
            <a:lvl9pPr algn="l">
              <a:buNone/>
              <a:defRPr sz="1200" b="1">
                <a:solidFill>
                  <a:srgbClr val="F7F8F3"/>
                </a:solidFill>
                <a:latin typeface="Arial"/>
                <a:ea typeface="Arial"/>
                <a:cs typeface="Arial"/>
              </a:defRPr>
            </a:lvl9pPr>
          </a:lstStyle>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01 / 1 kHz ổn định</a:t>
            </a:r>
          </a:p>
          <a:p xmlns:a="http://schemas.openxmlformats.org/drawingml/2006/main">
            <a:pPr algn="l">
              <a:buNone/>
              <a:defRPr sz="1200" b="1">
                <a:solidFill>
                  <a:srgbClr val="F7F8F3"/>
                </a:solidFill>
                <a:latin typeface="Arial"/>
                <a:ea typeface="Arial"/>
                <a:cs typeface="Arial"/>
              </a:defRPr>
            </a:pPr>
            <a:r>
              <a:rPr sz="1200" b="1">
                <a:solidFill>
                  <a:srgbClr val="F7F8F3"/>
                </a:solidFill>
                <a:latin typeface="Arial"/>
                <a:ea typeface="Arial"/>
                <a:cs typeface="Arial"/>
              </a:rPr>
              <a:t>Không mất mẫu; jitter được ghi lại.</a:t>
            </a:r>
          </a:p>
        </p:txBody>
      </p:sp>
      <p:sp>
        <p:nvSpPr>
          <p:cNvPr id="28" name="acceptance-rule-1">
            <a:extLst xmlns:a="http://schemas.openxmlformats.org/drawingml/2006/main">
              <a:ext uri="{FF2B5EF4-FFF2-40B4-BE49-F238E27FC236}">
                <a16:creationId xmlns:a16="http://schemas.microsoft.com/office/drawing/2014/main" id="{AF62950E-3E7D-447F-8978-9C163E64688F}"/>
              </a:ext>
            </a:extLst>
          </p:cNvPr>
          <p:cNvSpPr>
            <a:spLocks xmlns:a="http://schemas.openxmlformats.org/drawingml/2006/main" noGrp="1"/>
          </p:cNvSpPr>
          <p:nvPr/>
        </p:nvSpPr>
        <p:spPr>
          <a:xfrm xmlns:a="http://schemas.openxmlformats.org/drawingml/2006/main">
            <a:off x="8639175" y="305752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29" name="acceptance-point-2">
            <a:extLst xmlns:a="http://schemas.openxmlformats.org/drawingml/2006/main">
              <a:ext uri="{FF2B5EF4-FFF2-40B4-BE49-F238E27FC236}">
                <a16:creationId xmlns:a16="http://schemas.microsoft.com/office/drawing/2014/main" id="{A005875F-A54B-44F3-BC5F-4194EC3E03C6}"/>
              </a:ext>
            </a:extLst>
          </p:cNvPr>
          <p:cNvSpPr>
            <a:spLocks xmlns:a="http://schemas.openxmlformats.org/drawingml/2006/main" noGrp="1"/>
          </p:cNvSpPr>
          <p:nvPr/>
        </p:nvSpPr>
        <p:spPr>
          <a:xfrm xmlns:a="http://schemas.openxmlformats.org/drawingml/2006/main">
            <a:off x="8639175" y="32194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02 / Tín hiệu không clipping</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ADC còn biên độ; dữ liệu thu khớp dạng phát.</a:t>
            </a:r>
          </a:p>
        </p:txBody>
      </p:sp>
      <p:sp>
        <p:nvSpPr>
          <p:cNvPr id="30" name="acceptance-rule-2">
            <a:extLst xmlns:a="http://schemas.openxmlformats.org/drawingml/2006/main">
              <a:ext uri="{FF2B5EF4-FFF2-40B4-BE49-F238E27FC236}">
                <a16:creationId xmlns:a16="http://schemas.microsoft.com/office/drawing/2014/main" id="{DB6A442D-8184-476B-A525-9913A6E9C7B8}"/>
              </a:ext>
            </a:extLst>
          </p:cNvPr>
          <p:cNvSpPr>
            <a:spLocks xmlns:a="http://schemas.openxmlformats.org/drawingml/2006/main" noGrp="1"/>
          </p:cNvSpPr>
          <p:nvPr/>
        </p:nvSpPr>
        <p:spPr>
          <a:xfrm xmlns:a="http://schemas.openxmlformats.org/drawingml/2006/main">
            <a:off x="8639175" y="4029075"/>
            <a:ext cx="2571750" cy="9525"/>
          </a:xfrm>
          <a:prstGeom xmlns:a="http://schemas.openxmlformats.org/drawingml/2006/main" prst="line">
            <a:avLst/>
          </a:prstGeom>
          <a:noFill xmlns:a="http://schemas.openxmlformats.org/drawingml/2006/main"/>
          <a:ln xmlns:a="http://schemas.openxmlformats.org/drawingml/2006/main" w="9525">
            <a:solidFill>
              <a:srgbClr val="46616A"/>
            </a:solidFill>
            <a:prstDash val="solid"/>
          </a:ln>
        </p:spPr>
      </p:sp>
      <p:sp>
        <p:nvSpPr>
          <p:cNvPr id="31" name="acceptance-point-3">
            <a:extLst xmlns:a="http://schemas.openxmlformats.org/drawingml/2006/main">
              <a:ext uri="{FF2B5EF4-FFF2-40B4-BE49-F238E27FC236}">
                <a16:creationId xmlns:a16="http://schemas.microsoft.com/office/drawing/2014/main" id="{085D955E-0B60-438E-8682-EC5044F8D053}"/>
              </a:ext>
            </a:extLst>
          </p:cNvPr>
          <p:cNvSpPr>
            <a:spLocks xmlns:a="http://schemas.openxmlformats.org/drawingml/2006/main" noGrp="1"/>
          </p:cNvSpPr>
          <p:nvPr/>
        </p:nvSpPr>
        <p:spPr>
          <a:xfrm xmlns:a="http://schemas.openxmlformats.org/drawingml/2006/main">
            <a:off x="8639175" y="4191000"/>
            <a:ext cx="2571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F7F8F3"/>
                </a:solidFill>
                <a:latin typeface="Arial"/>
                <a:ea typeface="Arial"/>
                <a:cs typeface="Arial"/>
              </a:defRPr>
            </a:defPPr>
            <a:lvl1pPr algn="l">
              <a:buNone/>
              <a:defRPr sz="1125" b="0">
                <a:solidFill>
                  <a:srgbClr val="F7F8F3"/>
                </a:solidFill>
                <a:latin typeface="Arial"/>
                <a:ea typeface="Arial"/>
                <a:cs typeface="Arial"/>
              </a:defRPr>
            </a:lvl1pPr>
            <a:lvl2pPr algn="l">
              <a:buNone/>
              <a:defRPr sz="1125" b="0">
                <a:solidFill>
                  <a:srgbClr val="F7F8F3"/>
                </a:solidFill>
                <a:latin typeface="Arial"/>
                <a:ea typeface="Arial"/>
                <a:cs typeface="Arial"/>
              </a:defRPr>
            </a:lvl2pPr>
            <a:lvl3pPr algn="l">
              <a:buNone/>
              <a:defRPr sz="1125" b="0">
                <a:solidFill>
                  <a:srgbClr val="F7F8F3"/>
                </a:solidFill>
                <a:latin typeface="Arial"/>
                <a:ea typeface="Arial"/>
                <a:cs typeface="Arial"/>
              </a:defRPr>
            </a:lvl3pPr>
            <a:lvl4pPr algn="l">
              <a:buNone/>
              <a:defRPr sz="1125" b="0">
                <a:solidFill>
                  <a:srgbClr val="F7F8F3"/>
                </a:solidFill>
                <a:latin typeface="Arial"/>
                <a:ea typeface="Arial"/>
                <a:cs typeface="Arial"/>
              </a:defRPr>
            </a:lvl4pPr>
            <a:lvl5pPr algn="l">
              <a:buNone/>
              <a:defRPr sz="1125" b="0">
                <a:solidFill>
                  <a:srgbClr val="F7F8F3"/>
                </a:solidFill>
                <a:latin typeface="Arial"/>
                <a:ea typeface="Arial"/>
                <a:cs typeface="Arial"/>
              </a:defRPr>
            </a:lvl5pPr>
            <a:lvl6pPr algn="l">
              <a:buNone/>
              <a:defRPr sz="1125" b="0">
                <a:solidFill>
                  <a:srgbClr val="F7F8F3"/>
                </a:solidFill>
                <a:latin typeface="Arial"/>
                <a:ea typeface="Arial"/>
                <a:cs typeface="Arial"/>
              </a:defRPr>
            </a:lvl6pPr>
            <a:lvl7pPr algn="l">
              <a:buNone/>
              <a:defRPr sz="1125" b="0">
                <a:solidFill>
                  <a:srgbClr val="F7F8F3"/>
                </a:solidFill>
                <a:latin typeface="Arial"/>
                <a:ea typeface="Arial"/>
                <a:cs typeface="Arial"/>
              </a:defRPr>
            </a:lvl7pPr>
            <a:lvl8pPr algn="l">
              <a:buNone/>
              <a:defRPr sz="1125" b="0">
                <a:solidFill>
                  <a:srgbClr val="F7F8F3"/>
                </a:solidFill>
                <a:latin typeface="Arial"/>
                <a:ea typeface="Arial"/>
                <a:cs typeface="Arial"/>
              </a:defRPr>
            </a:lvl8pPr>
            <a:lvl9pPr algn="l">
              <a:buNone/>
              <a:defRPr sz="1125" b="0">
                <a:solidFill>
                  <a:srgbClr val="F7F8F3"/>
                </a:solidFill>
                <a:latin typeface="Arial"/>
                <a:ea typeface="Arial"/>
                <a:cs typeface="Arial"/>
              </a:defRPr>
            </a:lvl9pPr>
          </a:lstStyle>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03 / AI mới được xác nhận</a:t>
            </a:r>
          </a:p>
          <a:p xmlns:a="http://schemas.openxmlformats.org/drawingml/2006/main">
            <a:pPr algn="l">
              <a:buNone/>
              <a:defRPr sz="1125" b="0">
                <a:solidFill>
                  <a:srgbClr val="F7F8F3"/>
                </a:solidFill>
                <a:latin typeface="Arial"/>
                <a:ea typeface="Arial"/>
                <a:cs typeface="Arial"/>
              </a:defRPr>
            </a:pPr>
            <a:r>
              <a:rPr sz="1125" b="0">
                <a:solidFill>
                  <a:srgbClr val="F7F8F3"/>
                </a:solidFill>
                <a:latin typeface="Arial"/>
                <a:ea typeface="Arial"/>
                <a:cs typeface="Arial"/>
              </a:rPr>
              <a:t>TCN thật chạy; kết quả khớp offline theo dung sai đã định.</a:t>
            </a:r>
          </a:p>
        </p:txBody>
      </p:sp>
      <p:sp>
        <p:nvSpPr>
          <p:cNvPr id="32" name="status-bar">
            <a:extLst xmlns:a="http://schemas.openxmlformats.org/drawingml/2006/main">
              <a:ext uri="{FF2B5EF4-FFF2-40B4-BE49-F238E27FC236}">
                <a16:creationId xmlns:a16="http://schemas.microsoft.com/office/drawing/2014/main" id="{399B404F-5EFC-41F2-AA1D-91E49B3E7F9B}"/>
              </a:ext>
            </a:extLst>
          </p:cNvPr>
          <p:cNvSpPr>
            <a:spLocks xmlns:a="http://schemas.openxmlformats.org/drawingml/2006/main" noGrp="1"/>
          </p:cNvSpPr>
          <p:nvPr/>
        </p:nvSpPr>
        <p:spPr>
          <a:xfrm xmlns:a="http://schemas.openxmlformats.org/drawingml/2006/main">
            <a:off x="628650" y="5591175"/>
            <a:ext cx="10868025" cy="476250"/>
          </a:xfrm>
          <a:prstGeom xmlns:a="http://schemas.openxmlformats.org/drawingml/2006/main" prst="roundRect">
            <a:avLst>
              <a:gd name="adj" fmla="val 16000"/>
            </a:avLst>
          </a:prstGeom>
          <a:solidFill xmlns:a="http://schemas.openxmlformats.org/drawingml/2006/main">
            <a:srgbClr val="D9ECE7"/>
          </a:solidFill>
          <a:ln xmlns:a="http://schemas.openxmlformats.org/drawingml/2006/main" w="0">
            <a:noFill/>
            <a:prstDash val="solid"/>
          </a:ln>
        </p:spPr>
      </p:sp>
      <p:sp>
        <p:nvSpPr>
          <p:cNvPr id="33" name="status-copy">
            <a:extLst xmlns:a="http://schemas.openxmlformats.org/drawingml/2006/main">
              <a:ext uri="{FF2B5EF4-FFF2-40B4-BE49-F238E27FC236}">
                <a16:creationId xmlns:a16="http://schemas.microsoft.com/office/drawing/2014/main" id="{6A89FFC2-17C8-4483-960C-05431E5DEB56}"/>
              </a:ext>
            </a:extLst>
          </p:cNvPr>
          <p:cNvSpPr>
            <a:spLocks xmlns:a="http://schemas.openxmlformats.org/drawingml/2006/main" noGrp="1"/>
          </p:cNvSpPr>
          <p:nvPr/>
        </p:nvSpPr>
        <p:spPr>
          <a:xfrm xmlns:a="http://schemas.openxmlformats.org/drawingml/2006/main">
            <a:off x="800100" y="5695950"/>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1232B"/>
                </a:solidFill>
                <a:latin typeface="Arial"/>
                <a:ea typeface="Arial"/>
                <a:cs typeface="Arial"/>
              </a:defRPr>
            </a:defPPr>
            <a:lvl1pPr algn="l">
              <a:buNone/>
              <a:defRPr sz="1200" b="1">
                <a:solidFill>
                  <a:srgbClr val="11232B"/>
                </a:solidFill>
                <a:latin typeface="Arial"/>
                <a:ea typeface="Arial"/>
                <a:cs typeface="Arial"/>
              </a:defRPr>
            </a:lvl1pPr>
            <a:lvl2pPr algn="l">
              <a:buNone/>
              <a:defRPr sz="1200" b="1">
                <a:solidFill>
                  <a:srgbClr val="11232B"/>
                </a:solidFill>
                <a:latin typeface="Arial"/>
                <a:ea typeface="Arial"/>
                <a:cs typeface="Arial"/>
              </a:defRPr>
            </a:lvl2pPr>
            <a:lvl3pPr algn="l">
              <a:buNone/>
              <a:defRPr sz="1200" b="1">
                <a:solidFill>
                  <a:srgbClr val="11232B"/>
                </a:solidFill>
                <a:latin typeface="Arial"/>
                <a:ea typeface="Arial"/>
                <a:cs typeface="Arial"/>
              </a:defRPr>
            </a:lvl3pPr>
            <a:lvl4pPr algn="l">
              <a:buNone/>
              <a:defRPr sz="1200" b="1">
                <a:solidFill>
                  <a:srgbClr val="11232B"/>
                </a:solidFill>
                <a:latin typeface="Arial"/>
                <a:ea typeface="Arial"/>
                <a:cs typeface="Arial"/>
              </a:defRPr>
            </a:lvl4pPr>
            <a:lvl5pPr algn="l">
              <a:buNone/>
              <a:defRPr sz="1200" b="1">
                <a:solidFill>
                  <a:srgbClr val="11232B"/>
                </a:solidFill>
                <a:latin typeface="Arial"/>
                <a:ea typeface="Arial"/>
                <a:cs typeface="Arial"/>
              </a:defRPr>
            </a:lvl5pPr>
            <a:lvl6pPr algn="l">
              <a:buNone/>
              <a:defRPr sz="1200" b="1">
                <a:solidFill>
                  <a:srgbClr val="11232B"/>
                </a:solidFill>
                <a:latin typeface="Arial"/>
                <a:ea typeface="Arial"/>
                <a:cs typeface="Arial"/>
              </a:defRPr>
            </a:lvl6pPr>
            <a:lvl7pPr algn="l">
              <a:buNone/>
              <a:defRPr sz="1200" b="1">
                <a:solidFill>
                  <a:srgbClr val="11232B"/>
                </a:solidFill>
                <a:latin typeface="Arial"/>
                <a:ea typeface="Arial"/>
                <a:cs typeface="Arial"/>
              </a:defRPr>
            </a:lvl7pPr>
            <a:lvl8pPr algn="l">
              <a:buNone/>
              <a:defRPr sz="1200" b="1">
                <a:solidFill>
                  <a:srgbClr val="11232B"/>
                </a:solidFill>
                <a:latin typeface="Arial"/>
                <a:ea typeface="Arial"/>
                <a:cs typeface="Arial"/>
              </a:defRPr>
            </a:lvl8pPr>
            <a:lvl9pPr algn="l">
              <a:buNone/>
              <a:defRPr sz="1200" b="1">
                <a:solidFill>
                  <a:srgbClr val="11232B"/>
                </a:solidFill>
                <a:latin typeface="Arial"/>
                <a:ea typeface="Arial"/>
                <a:cs typeface="Arial"/>
              </a:defRPr>
            </a:lvl9pPr>
          </a:lstStyle>
          <a:p xmlns:a="http://schemas.openxmlformats.org/drawingml/2006/main">
            <a:pPr algn="l">
              <a:buNone/>
              <a:defRPr sz="1200" b="1">
                <a:solidFill>
                  <a:srgbClr val="11232B"/>
                </a:solidFill>
                <a:latin typeface="Arial"/>
                <a:ea typeface="Arial"/>
                <a:cs typeface="Arial"/>
              </a:defRPr>
            </a:pPr>
            <a:r>
              <a:rPr sz="1200" b="1">
                <a:solidFill>
                  <a:srgbClr val="11232B"/>
                </a:solidFill>
                <a:latin typeface="Arial"/>
                <a:ea typeface="Arial"/>
                <a:cs typeface="Arial"/>
              </a:rPr>
              <a:t>TRẠNG THÁI TÀI LIỆU HIỆN TẠI: 250 Hz playback + firmware thu demo; chưa chứng minh TCN inference trên bo.</a:t>
            </a:r>
          </a:p>
        </p:txBody>
      </p:sp>
    </p:spTree>
    <p:extLst>
      <p:ext uri="{BB962C8B-B14F-4D97-AF65-F5344CB8AC3E}">
        <p14:creationId xmlns:p14="http://schemas.microsoft.com/office/powerpoint/2010/main" val="984374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2026-10-18T03:04:09.4450000Z</dcterms:created>
  <dcterms:modified xsi:type="dcterms:W3CDTF">2026-10-18T03:04:09.4450000Z</dcterms:modified>
</coreProperties>
</file>